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1" r:id="rId5"/>
  </p:sldMasterIdLst>
  <p:notesMasterIdLst>
    <p:notesMasterId r:id="rId48"/>
  </p:notesMasterIdLst>
  <p:sldIdLst>
    <p:sldId id="2147483157" r:id="rId6"/>
    <p:sldId id="2147483139" r:id="rId7"/>
    <p:sldId id="258" r:id="rId8"/>
    <p:sldId id="2147483156" r:id="rId9"/>
    <p:sldId id="2147483141" r:id="rId10"/>
    <p:sldId id="2147483142" r:id="rId11"/>
    <p:sldId id="2147483143" r:id="rId12"/>
    <p:sldId id="2147483144" r:id="rId13"/>
    <p:sldId id="2147483165" r:id="rId14"/>
    <p:sldId id="2147483145" r:id="rId15"/>
    <p:sldId id="2147483166" r:id="rId16"/>
    <p:sldId id="2147483146" r:id="rId17"/>
    <p:sldId id="2147483147" r:id="rId18"/>
    <p:sldId id="2147483151" r:id="rId19"/>
    <p:sldId id="2147483167" r:id="rId20"/>
    <p:sldId id="2147483148" r:id="rId21"/>
    <p:sldId id="2147483152" r:id="rId22"/>
    <p:sldId id="2147483153" r:id="rId23"/>
    <p:sldId id="2147483154" r:id="rId24"/>
    <p:sldId id="2147483155" r:id="rId25"/>
    <p:sldId id="272" r:id="rId26"/>
    <p:sldId id="2147483168" r:id="rId27"/>
    <p:sldId id="2147483169" r:id="rId28"/>
    <p:sldId id="2147483162" r:id="rId29"/>
    <p:sldId id="274" r:id="rId30"/>
    <p:sldId id="275" r:id="rId31"/>
    <p:sldId id="276" r:id="rId32"/>
    <p:sldId id="277" r:id="rId33"/>
    <p:sldId id="2147483159" r:id="rId34"/>
    <p:sldId id="2147483170" r:id="rId35"/>
    <p:sldId id="278" r:id="rId36"/>
    <p:sldId id="256" r:id="rId37"/>
    <p:sldId id="257" r:id="rId38"/>
    <p:sldId id="2147483164" r:id="rId39"/>
    <p:sldId id="260" r:id="rId40"/>
    <p:sldId id="2147483171" r:id="rId41"/>
    <p:sldId id="2147483172" r:id="rId42"/>
    <p:sldId id="2147483173" r:id="rId43"/>
    <p:sldId id="2147483174" r:id="rId44"/>
    <p:sldId id="2147483175" r:id="rId45"/>
    <p:sldId id="2147483176" r:id="rId46"/>
    <p:sldId id="2147483158"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DBF05FC-311B-13C7-F117-EE78124C2520}" name="Swarup Dutta" initials="SD" userId="S::swarupd@nousinfo.com::eba1f449-e12c-4305-8cd5-74e7d55e24c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1628"/>
    <a:srgbClr val="DDEEFF"/>
    <a:srgbClr val="40B0C0"/>
    <a:srgbClr val="D0E0F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79E05D-B4F8-4E46-817D-62D39E21DCA7}" v="2" dt="2026-07-16T01:58:09.464"/>
    <p1510:client id="{410EBEDF-0EA7-1514-AE64-C8C2E4FB0475}" v="1" dt="2026-07-16T13:45:13.509"/>
    <p1510:client id="{A4B04C08-0FB9-4D6B-A041-53A88CCFC0FE}" v="1421" dt="2026-07-16T23:12:26.676"/>
    <p1510:client id="{ADA6C6F9-A15C-8820-FAB1-1247D5715B9E}" v="2" dt="2026-07-16T10:52:19.185"/>
    <p1510:client id="{C0E54235-0D36-48E9-B651-5E557F487035}" v="363" dt="2026-07-16T10:24:36.282"/>
    <p1510:client id="{D25B7945-DB37-4B99-9B99-E5CC7AFFDC22}" v="93" dt="2026-07-16T06:54:30.6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01" y="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viewProps" Target="viewProps.xml"/><Relationship Id="rId55" Type="http://schemas.microsoft.com/office/2018/10/relationships/authors" Target="author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microsoft.com/office/2016/11/relationships/changesInfo" Target="changesInfos/changesInfo1.xml"/><Relationship Id="rId5" Type="http://schemas.openxmlformats.org/officeDocument/2006/relationships/slideMaster" Target="slideMasters/slideMaster2.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rita Kumari" userId="S::amritak@nousinfo.com::efad6b79-d36b-470c-8584-0445c4195619" providerId="AD" clId="Web-{410EBEDF-0EA7-1514-AE64-C8C2E4FB0475}"/>
    <pc:docChg chg="addSld">
      <pc:chgData name="Amrita Kumari" userId="S::amritak@nousinfo.com::efad6b79-d36b-470c-8584-0445c4195619" providerId="AD" clId="Web-{410EBEDF-0EA7-1514-AE64-C8C2E4FB0475}" dt="2026-07-16T13:45:13.509" v="0"/>
      <pc:docMkLst>
        <pc:docMk/>
      </pc:docMkLst>
      <pc:sldChg chg="add replId">
        <pc:chgData name="Amrita Kumari" userId="S::amritak@nousinfo.com::efad6b79-d36b-470c-8584-0445c4195619" providerId="AD" clId="Web-{410EBEDF-0EA7-1514-AE64-C8C2E4FB0475}" dt="2026-07-16T13:45:13.509" v="0"/>
        <pc:sldMkLst>
          <pc:docMk/>
          <pc:sldMk cId="2098867335" sldId="2147483163"/>
        </pc:sldMkLst>
      </pc:sldChg>
    </pc:docChg>
  </pc:docChgLst>
  <pc:docChgLst>
    <pc:chgData name="Mayank Vashishth" userId="bd442ecd-7a5f-4ba0-b5b5-b72db20bc4d5" providerId="ADAL" clId="{44DBE994-9C7F-4232-83E0-33ADB8A1BB91}"/>
    <pc:docChg chg="undo custSel addSld delSld modSld delMainMaster">
      <pc:chgData name="Mayank Vashishth" userId="bd442ecd-7a5f-4ba0-b5b5-b72db20bc4d5" providerId="ADAL" clId="{44DBE994-9C7F-4232-83E0-33ADB8A1BB91}" dt="2026-07-16T23:12:26.676" v="2292" actId="14100"/>
      <pc:docMkLst>
        <pc:docMk/>
      </pc:docMkLst>
      <pc:sldChg chg="addSp delSp modSp add mod">
        <pc:chgData name="Mayank Vashishth" userId="bd442ecd-7a5f-4ba0-b5b5-b72db20bc4d5" providerId="ADAL" clId="{44DBE994-9C7F-4232-83E0-33ADB8A1BB91}" dt="2026-07-16T16:36:27.495" v="2170" actId="1035"/>
        <pc:sldMkLst>
          <pc:docMk/>
          <pc:sldMk cId="0" sldId="256"/>
        </pc:sldMkLst>
        <pc:spChg chg="add del">
          <ac:chgData name="Mayank Vashishth" userId="bd442ecd-7a5f-4ba0-b5b5-b72db20bc4d5" providerId="ADAL" clId="{44DBE994-9C7F-4232-83E0-33ADB8A1BB91}" dt="2026-07-16T16:34:06.777" v="2099" actId="478"/>
          <ac:spMkLst>
            <pc:docMk/>
            <pc:sldMk cId="0" sldId="256"/>
            <ac:spMk id="3" creationId="{00000000-0000-0000-0000-000000000000}"/>
          </ac:spMkLst>
        </pc:spChg>
        <pc:spChg chg="del">
          <ac:chgData name="Mayank Vashishth" userId="bd442ecd-7a5f-4ba0-b5b5-b72db20bc4d5" providerId="ADAL" clId="{44DBE994-9C7F-4232-83E0-33ADB8A1BB91}" dt="2026-07-16T16:35:09.942" v="2129" actId="478"/>
          <ac:spMkLst>
            <pc:docMk/>
            <pc:sldMk cId="0" sldId="256"/>
            <ac:spMk id="4" creationId="{00000000-0000-0000-0000-000000000000}"/>
          </ac:spMkLst>
        </pc:spChg>
        <pc:spChg chg="del">
          <ac:chgData name="Mayank Vashishth" userId="bd442ecd-7a5f-4ba0-b5b5-b72db20bc4d5" providerId="ADAL" clId="{44DBE994-9C7F-4232-83E0-33ADB8A1BB91}" dt="2026-07-16T16:35:30.782" v="2132" actId="478"/>
          <ac:spMkLst>
            <pc:docMk/>
            <pc:sldMk cId="0" sldId="256"/>
            <ac:spMk id="5" creationId="{00000000-0000-0000-0000-000000000000}"/>
          </ac:spMkLst>
        </pc:spChg>
        <pc:spChg chg="mod">
          <ac:chgData name="Mayank Vashishth" userId="bd442ecd-7a5f-4ba0-b5b5-b72db20bc4d5" providerId="ADAL" clId="{44DBE994-9C7F-4232-83E0-33ADB8A1BB91}" dt="2026-07-16T16:36:27.495" v="2170" actId="1035"/>
          <ac:spMkLst>
            <pc:docMk/>
            <pc:sldMk cId="0" sldId="256"/>
            <ac:spMk id="9" creationId="{00000000-0000-0000-0000-000000000000}"/>
          </ac:spMkLst>
        </pc:spChg>
        <pc:spChg chg="mod">
          <ac:chgData name="Mayank Vashishth" userId="bd442ecd-7a5f-4ba0-b5b5-b72db20bc4d5" providerId="ADAL" clId="{44DBE994-9C7F-4232-83E0-33ADB8A1BB91}" dt="2026-07-16T16:36:27.495" v="2170" actId="1035"/>
          <ac:spMkLst>
            <pc:docMk/>
            <pc:sldMk cId="0" sldId="256"/>
            <ac:spMk id="12" creationId="{00000000-0000-0000-0000-000000000000}"/>
          </ac:spMkLst>
        </pc:spChg>
        <pc:spChg chg="mod">
          <ac:chgData name="Mayank Vashishth" userId="bd442ecd-7a5f-4ba0-b5b5-b72db20bc4d5" providerId="ADAL" clId="{44DBE994-9C7F-4232-83E0-33ADB8A1BB91}" dt="2026-07-16T16:36:27.495" v="2170" actId="1035"/>
          <ac:spMkLst>
            <pc:docMk/>
            <pc:sldMk cId="0" sldId="256"/>
            <ac:spMk id="13" creationId="{00000000-0000-0000-0000-000000000000}"/>
          </ac:spMkLst>
        </pc:spChg>
        <pc:spChg chg="mod">
          <ac:chgData name="Mayank Vashishth" userId="bd442ecd-7a5f-4ba0-b5b5-b72db20bc4d5" providerId="ADAL" clId="{44DBE994-9C7F-4232-83E0-33ADB8A1BB91}" dt="2026-07-16T16:36:27.495" v="2170" actId="1035"/>
          <ac:spMkLst>
            <pc:docMk/>
            <pc:sldMk cId="0" sldId="256"/>
            <ac:spMk id="15" creationId="{00000000-0000-0000-0000-000000000000}"/>
          </ac:spMkLst>
        </pc:spChg>
        <pc:spChg chg="mod">
          <ac:chgData name="Mayank Vashishth" userId="bd442ecd-7a5f-4ba0-b5b5-b72db20bc4d5" providerId="ADAL" clId="{44DBE994-9C7F-4232-83E0-33ADB8A1BB91}" dt="2026-07-16T16:36:27.495" v="2170" actId="1035"/>
          <ac:spMkLst>
            <pc:docMk/>
            <pc:sldMk cId="0" sldId="256"/>
            <ac:spMk id="18" creationId="{00000000-0000-0000-0000-000000000000}"/>
          </ac:spMkLst>
        </pc:spChg>
        <pc:spChg chg="mod">
          <ac:chgData name="Mayank Vashishth" userId="bd442ecd-7a5f-4ba0-b5b5-b72db20bc4d5" providerId="ADAL" clId="{44DBE994-9C7F-4232-83E0-33ADB8A1BB91}" dt="2026-07-16T16:36:27.495" v="2170" actId="1035"/>
          <ac:spMkLst>
            <pc:docMk/>
            <pc:sldMk cId="0" sldId="256"/>
            <ac:spMk id="19" creationId="{00000000-0000-0000-0000-000000000000}"/>
          </ac:spMkLst>
        </pc:spChg>
        <pc:spChg chg="mod">
          <ac:chgData name="Mayank Vashishth" userId="bd442ecd-7a5f-4ba0-b5b5-b72db20bc4d5" providerId="ADAL" clId="{44DBE994-9C7F-4232-83E0-33ADB8A1BB91}" dt="2026-07-16T16:36:27.495" v="2170" actId="1035"/>
          <ac:spMkLst>
            <pc:docMk/>
            <pc:sldMk cId="0" sldId="256"/>
            <ac:spMk id="20" creationId="{00000000-0000-0000-0000-000000000000}"/>
          </ac:spMkLst>
        </pc:spChg>
        <pc:spChg chg="mod">
          <ac:chgData name="Mayank Vashishth" userId="bd442ecd-7a5f-4ba0-b5b5-b72db20bc4d5" providerId="ADAL" clId="{44DBE994-9C7F-4232-83E0-33ADB8A1BB91}" dt="2026-07-16T16:36:27.495" v="2170" actId="1035"/>
          <ac:spMkLst>
            <pc:docMk/>
            <pc:sldMk cId="0" sldId="256"/>
            <ac:spMk id="21" creationId="{00000000-0000-0000-0000-000000000000}"/>
          </ac:spMkLst>
        </pc:spChg>
        <pc:spChg chg="mod">
          <ac:chgData name="Mayank Vashishth" userId="bd442ecd-7a5f-4ba0-b5b5-b72db20bc4d5" providerId="ADAL" clId="{44DBE994-9C7F-4232-83E0-33ADB8A1BB91}" dt="2026-07-16T16:36:27.495" v="2170" actId="1035"/>
          <ac:spMkLst>
            <pc:docMk/>
            <pc:sldMk cId="0" sldId="256"/>
            <ac:spMk id="22" creationId="{00000000-0000-0000-0000-000000000000}"/>
          </ac:spMkLst>
        </pc:spChg>
        <pc:spChg chg="mod">
          <ac:chgData name="Mayank Vashishth" userId="bd442ecd-7a5f-4ba0-b5b5-b72db20bc4d5" providerId="ADAL" clId="{44DBE994-9C7F-4232-83E0-33ADB8A1BB91}" dt="2026-07-16T16:36:27.495" v="2170" actId="1035"/>
          <ac:spMkLst>
            <pc:docMk/>
            <pc:sldMk cId="0" sldId="256"/>
            <ac:spMk id="23" creationId="{00000000-0000-0000-0000-000000000000}"/>
          </ac:spMkLst>
        </pc:spChg>
        <pc:spChg chg="del">
          <ac:chgData name="Mayank Vashishth" userId="bd442ecd-7a5f-4ba0-b5b5-b72db20bc4d5" providerId="ADAL" clId="{44DBE994-9C7F-4232-83E0-33ADB8A1BB91}" dt="2026-07-16T16:35:45.301" v="2136" actId="478"/>
          <ac:spMkLst>
            <pc:docMk/>
            <pc:sldMk cId="0" sldId="256"/>
            <ac:spMk id="24" creationId="{00000000-0000-0000-0000-000000000000}"/>
          </ac:spMkLst>
        </pc:spChg>
        <pc:spChg chg="del">
          <ac:chgData name="Mayank Vashishth" userId="bd442ecd-7a5f-4ba0-b5b5-b72db20bc4d5" providerId="ADAL" clId="{44DBE994-9C7F-4232-83E0-33ADB8A1BB91}" dt="2026-07-16T16:35:34.336" v="2133" actId="478"/>
          <ac:spMkLst>
            <pc:docMk/>
            <pc:sldMk cId="0" sldId="256"/>
            <ac:spMk id="25" creationId="{00000000-0000-0000-0000-000000000000}"/>
          </ac:spMkLst>
        </pc:spChg>
        <pc:spChg chg="add mod">
          <ac:chgData name="Mayank Vashishth" userId="bd442ecd-7a5f-4ba0-b5b5-b72db20bc4d5" providerId="ADAL" clId="{44DBE994-9C7F-4232-83E0-33ADB8A1BB91}" dt="2026-07-16T16:34:03.856" v="2098"/>
          <ac:spMkLst>
            <pc:docMk/>
            <pc:sldMk cId="0" sldId="256"/>
            <ac:spMk id="27" creationId="{9536756E-88FB-5C9D-4D0A-ACADC1590726}"/>
          </ac:spMkLst>
        </pc:spChg>
        <pc:spChg chg="add mod">
          <ac:chgData name="Mayank Vashishth" userId="bd442ecd-7a5f-4ba0-b5b5-b72db20bc4d5" providerId="ADAL" clId="{44DBE994-9C7F-4232-83E0-33ADB8A1BB91}" dt="2026-07-16T16:35:21.594" v="2131" actId="404"/>
          <ac:spMkLst>
            <pc:docMk/>
            <pc:sldMk cId="0" sldId="256"/>
            <ac:spMk id="29" creationId="{D54D8F56-D970-0E1D-23E4-036B4355FBB5}"/>
          </ac:spMkLst>
        </pc:spChg>
        <pc:spChg chg="add">
          <ac:chgData name="Mayank Vashishth" userId="bd442ecd-7a5f-4ba0-b5b5-b72db20bc4d5" providerId="ADAL" clId="{44DBE994-9C7F-4232-83E0-33ADB8A1BB91}" dt="2026-07-16T16:34:53.116" v="2126" actId="22"/>
          <ac:spMkLst>
            <pc:docMk/>
            <pc:sldMk cId="0" sldId="256"/>
            <ac:spMk id="31" creationId="{9F23D31F-F19D-8C45-66E8-383621669F7A}"/>
          </ac:spMkLst>
        </pc:spChg>
        <pc:spChg chg="add del">
          <ac:chgData name="Mayank Vashishth" userId="bd442ecd-7a5f-4ba0-b5b5-b72db20bc4d5" providerId="ADAL" clId="{44DBE994-9C7F-4232-83E0-33ADB8A1BB91}" dt="2026-07-16T16:35:42.881" v="2135" actId="478"/>
          <ac:spMkLst>
            <pc:docMk/>
            <pc:sldMk cId="0" sldId="256"/>
            <ac:spMk id="33" creationId="{B9F49572-CBE1-C6B7-FA6C-97BB1D11235C}"/>
          </ac:spMkLst>
        </pc:spChg>
        <pc:spChg chg="add">
          <ac:chgData name="Mayank Vashishth" userId="bd442ecd-7a5f-4ba0-b5b5-b72db20bc4d5" providerId="ADAL" clId="{44DBE994-9C7F-4232-83E0-33ADB8A1BB91}" dt="2026-07-16T16:35:46.019" v="2137" actId="22"/>
          <ac:spMkLst>
            <pc:docMk/>
            <pc:sldMk cId="0" sldId="256"/>
            <ac:spMk id="35" creationId="{F6C2FCFA-787D-D987-A540-985641C0233F}"/>
          </ac:spMkLst>
        </pc:spChg>
      </pc:sldChg>
      <pc:sldChg chg="addSp delSp modSp add mod">
        <pc:chgData name="Mayank Vashishth" userId="bd442ecd-7a5f-4ba0-b5b5-b72db20bc4d5" providerId="ADAL" clId="{44DBE994-9C7F-4232-83E0-33ADB8A1BB91}" dt="2026-07-16T16:38:29.312" v="2200" actId="165"/>
        <pc:sldMkLst>
          <pc:docMk/>
          <pc:sldMk cId="0" sldId="257"/>
        </pc:sldMkLst>
        <pc:spChg chg="del">
          <ac:chgData name="Mayank Vashishth" userId="bd442ecd-7a5f-4ba0-b5b5-b72db20bc4d5" providerId="ADAL" clId="{44DBE994-9C7F-4232-83E0-33ADB8A1BB91}" dt="2026-07-16T16:34:43.083" v="2125" actId="478"/>
          <ac:spMkLst>
            <pc:docMk/>
            <pc:sldMk cId="0" sldId="257"/>
            <ac:spMk id="3" creationId="{00000000-0000-0000-0000-000000000000}"/>
          </ac:spMkLst>
        </pc:spChg>
        <pc:spChg chg="del">
          <ac:chgData name="Mayank Vashishth" userId="bd442ecd-7a5f-4ba0-b5b5-b72db20bc4d5" providerId="ADAL" clId="{44DBE994-9C7F-4232-83E0-33ADB8A1BB91}" dt="2026-07-16T16:37:21.451" v="2184" actId="478"/>
          <ac:spMkLst>
            <pc:docMk/>
            <pc:sldMk cId="0" sldId="257"/>
            <ac:spMk id="4" creationId="{00000000-0000-0000-0000-000000000000}"/>
          </ac:spMkLst>
        </pc:spChg>
        <pc:spChg chg="del">
          <ac:chgData name="Mayank Vashishth" userId="bd442ecd-7a5f-4ba0-b5b5-b72db20bc4d5" providerId="ADAL" clId="{44DBE994-9C7F-4232-83E0-33ADB8A1BB91}" dt="2026-07-16T16:37:23.541" v="2185" actId="478"/>
          <ac:spMkLst>
            <pc:docMk/>
            <pc:sldMk cId="0" sldId="257"/>
            <ac:spMk id="5" creationId="{00000000-0000-0000-0000-000000000000}"/>
          </ac:spMkLst>
        </pc:spChg>
        <pc:spChg chg="mod topLvl">
          <ac:chgData name="Mayank Vashishth" userId="bd442ecd-7a5f-4ba0-b5b5-b72db20bc4d5" providerId="ADAL" clId="{44DBE994-9C7F-4232-83E0-33ADB8A1BB91}" dt="2026-07-16T16:38:29.312" v="2200" actId="165"/>
          <ac:spMkLst>
            <pc:docMk/>
            <pc:sldMk cId="0" sldId="257"/>
            <ac:spMk id="6" creationId="{00000000-0000-0000-0000-000000000000}"/>
          </ac:spMkLst>
        </pc:spChg>
        <pc:spChg chg="mod topLvl">
          <ac:chgData name="Mayank Vashishth" userId="bd442ecd-7a5f-4ba0-b5b5-b72db20bc4d5" providerId="ADAL" clId="{44DBE994-9C7F-4232-83E0-33ADB8A1BB91}" dt="2026-07-16T16:38:29.312" v="2200" actId="165"/>
          <ac:spMkLst>
            <pc:docMk/>
            <pc:sldMk cId="0" sldId="257"/>
            <ac:spMk id="7" creationId="{00000000-0000-0000-0000-000000000000}"/>
          </ac:spMkLst>
        </pc:spChg>
        <pc:spChg chg="mod topLvl">
          <ac:chgData name="Mayank Vashishth" userId="bd442ecd-7a5f-4ba0-b5b5-b72db20bc4d5" providerId="ADAL" clId="{44DBE994-9C7F-4232-83E0-33ADB8A1BB91}" dt="2026-07-16T16:38:29.312" v="2200" actId="165"/>
          <ac:spMkLst>
            <pc:docMk/>
            <pc:sldMk cId="0" sldId="257"/>
            <ac:spMk id="12" creationId="{00000000-0000-0000-0000-000000000000}"/>
          </ac:spMkLst>
        </pc:spChg>
        <pc:spChg chg="mod topLvl">
          <ac:chgData name="Mayank Vashishth" userId="bd442ecd-7a5f-4ba0-b5b5-b72db20bc4d5" providerId="ADAL" clId="{44DBE994-9C7F-4232-83E0-33ADB8A1BB91}" dt="2026-07-16T16:38:29.312" v="2200" actId="165"/>
          <ac:spMkLst>
            <pc:docMk/>
            <pc:sldMk cId="0" sldId="257"/>
            <ac:spMk id="14" creationId="{00000000-0000-0000-0000-000000000000}"/>
          </ac:spMkLst>
        </pc:spChg>
        <pc:spChg chg="mod topLvl">
          <ac:chgData name="Mayank Vashishth" userId="bd442ecd-7a5f-4ba0-b5b5-b72db20bc4d5" providerId="ADAL" clId="{44DBE994-9C7F-4232-83E0-33ADB8A1BB91}" dt="2026-07-16T16:38:29.312" v="2200" actId="165"/>
          <ac:spMkLst>
            <pc:docMk/>
            <pc:sldMk cId="0" sldId="257"/>
            <ac:spMk id="16" creationId="{00000000-0000-0000-0000-000000000000}"/>
          </ac:spMkLst>
        </pc:spChg>
        <pc:spChg chg="mod topLvl">
          <ac:chgData name="Mayank Vashishth" userId="bd442ecd-7a5f-4ba0-b5b5-b72db20bc4d5" providerId="ADAL" clId="{44DBE994-9C7F-4232-83E0-33ADB8A1BB91}" dt="2026-07-16T16:38:29.312" v="2200" actId="165"/>
          <ac:spMkLst>
            <pc:docMk/>
            <pc:sldMk cId="0" sldId="257"/>
            <ac:spMk id="17" creationId="{00000000-0000-0000-0000-000000000000}"/>
          </ac:spMkLst>
        </pc:spChg>
        <pc:spChg chg="mod topLvl">
          <ac:chgData name="Mayank Vashishth" userId="bd442ecd-7a5f-4ba0-b5b5-b72db20bc4d5" providerId="ADAL" clId="{44DBE994-9C7F-4232-83E0-33ADB8A1BB91}" dt="2026-07-16T16:38:29.312" v="2200" actId="165"/>
          <ac:spMkLst>
            <pc:docMk/>
            <pc:sldMk cId="0" sldId="257"/>
            <ac:spMk id="18" creationId="{00000000-0000-0000-0000-000000000000}"/>
          </ac:spMkLst>
        </pc:spChg>
        <pc:spChg chg="mod topLvl">
          <ac:chgData name="Mayank Vashishth" userId="bd442ecd-7a5f-4ba0-b5b5-b72db20bc4d5" providerId="ADAL" clId="{44DBE994-9C7F-4232-83E0-33ADB8A1BB91}" dt="2026-07-16T16:38:29.312" v="2200" actId="165"/>
          <ac:spMkLst>
            <pc:docMk/>
            <pc:sldMk cId="0" sldId="257"/>
            <ac:spMk id="19" creationId="{00000000-0000-0000-0000-000000000000}"/>
          </ac:spMkLst>
        </pc:spChg>
        <pc:spChg chg="mod topLvl">
          <ac:chgData name="Mayank Vashishth" userId="bd442ecd-7a5f-4ba0-b5b5-b72db20bc4d5" providerId="ADAL" clId="{44DBE994-9C7F-4232-83E0-33ADB8A1BB91}" dt="2026-07-16T16:38:29.312" v="2200" actId="165"/>
          <ac:spMkLst>
            <pc:docMk/>
            <pc:sldMk cId="0" sldId="257"/>
            <ac:spMk id="22" creationId="{00000000-0000-0000-0000-000000000000}"/>
          </ac:spMkLst>
        </pc:spChg>
        <pc:spChg chg="mod topLvl">
          <ac:chgData name="Mayank Vashishth" userId="bd442ecd-7a5f-4ba0-b5b5-b72db20bc4d5" providerId="ADAL" clId="{44DBE994-9C7F-4232-83E0-33ADB8A1BB91}" dt="2026-07-16T16:38:29.312" v="2200" actId="165"/>
          <ac:spMkLst>
            <pc:docMk/>
            <pc:sldMk cId="0" sldId="257"/>
            <ac:spMk id="23" creationId="{00000000-0000-0000-0000-000000000000}"/>
          </ac:spMkLst>
        </pc:spChg>
        <pc:spChg chg="del">
          <ac:chgData name="Mayank Vashishth" userId="bd442ecd-7a5f-4ba0-b5b5-b72db20bc4d5" providerId="ADAL" clId="{44DBE994-9C7F-4232-83E0-33ADB8A1BB91}" dt="2026-07-16T16:35:54.816" v="2138" actId="478"/>
          <ac:spMkLst>
            <pc:docMk/>
            <pc:sldMk cId="0" sldId="257"/>
            <ac:spMk id="24" creationId="{00000000-0000-0000-0000-000000000000}"/>
          </ac:spMkLst>
        </pc:spChg>
        <pc:spChg chg="del">
          <ac:chgData name="Mayank Vashishth" userId="bd442ecd-7a5f-4ba0-b5b5-b72db20bc4d5" providerId="ADAL" clId="{44DBE994-9C7F-4232-83E0-33ADB8A1BB91}" dt="2026-07-16T16:35:54.816" v="2138" actId="478"/>
          <ac:spMkLst>
            <pc:docMk/>
            <pc:sldMk cId="0" sldId="257"/>
            <ac:spMk id="25" creationId="{00000000-0000-0000-0000-000000000000}"/>
          </ac:spMkLst>
        </pc:spChg>
        <pc:spChg chg="add mod">
          <ac:chgData name="Mayank Vashishth" userId="bd442ecd-7a5f-4ba0-b5b5-b72db20bc4d5" providerId="ADAL" clId="{44DBE994-9C7F-4232-83E0-33ADB8A1BB91}" dt="2026-07-16T16:34:40.773" v="2124" actId="20577"/>
          <ac:spMkLst>
            <pc:docMk/>
            <pc:sldMk cId="0" sldId="257"/>
            <ac:spMk id="27" creationId="{CCEAF88C-9518-232C-4F14-7CD0BC0FB65E}"/>
          </ac:spMkLst>
        </pc:spChg>
        <pc:spChg chg="add">
          <ac:chgData name="Mayank Vashishth" userId="bd442ecd-7a5f-4ba0-b5b5-b72db20bc4d5" providerId="ADAL" clId="{44DBE994-9C7F-4232-83E0-33ADB8A1BB91}" dt="2026-07-16T16:35:55.656" v="2139" actId="22"/>
          <ac:spMkLst>
            <pc:docMk/>
            <pc:sldMk cId="0" sldId="257"/>
            <ac:spMk id="29" creationId="{62808194-1613-50C1-2288-8C6080474532}"/>
          </ac:spMkLst>
        </pc:spChg>
        <pc:spChg chg="add mod">
          <ac:chgData name="Mayank Vashishth" userId="bd442ecd-7a5f-4ba0-b5b5-b72db20bc4d5" providerId="ADAL" clId="{44DBE994-9C7F-4232-83E0-33ADB8A1BB91}" dt="2026-07-16T16:37:19.621" v="2183"/>
          <ac:spMkLst>
            <pc:docMk/>
            <pc:sldMk cId="0" sldId="257"/>
            <ac:spMk id="31" creationId="{3D5C38BF-5D94-653F-9604-D89FEEEE469E}"/>
          </ac:spMkLst>
        </pc:spChg>
        <pc:spChg chg="add">
          <ac:chgData name="Mayank Vashishth" userId="bd442ecd-7a5f-4ba0-b5b5-b72db20bc4d5" providerId="ADAL" clId="{44DBE994-9C7F-4232-83E0-33ADB8A1BB91}" dt="2026-07-16T16:36:42.343" v="2171" actId="22"/>
          <ac:spMkLst>
            <pc:docMk/>
            <pc:sldMk cId="0" sldId="257"/>
            <ac:spMk id="33" creationId="{7E6C04AC-7D19-575E-8240-C8E864008F52}"/>
          </ac:spMkLst>
        </pc:spChg>
        <pc:spChg chg="add del mod">
          <ac:chgData name="Mayank Vashishth" userId="bd442ecd-7a5f-4ba0-b5b5-b72db20bc4d5" providerId="ADAL" clId="{44DBE994-9C7F-4232-83E0-33ADB8A1BB91}" dt="2026-07-16T16:37:42.522" v="2189" actId="478"/>
          <ac:spMkLst>
            <pc:docMk/>
            <pc:sldMk cId="0" sldId="257"/>
            <ac:spMk id="35" creationId="{D06802E3-613F-4F62-BA5B-B50F43130295}"/>
          </ac:spMkLst>
        </pc:spChg>
        <pc:grpChg chg="mod">
          <ac:chgData name="Mayank Vashishth" userId="bd442ecd-7a5f-4ba0-b5b5-b72db20bc4d5" providerId="ADAL" clId="{44DBE994-9C7F-4232-83E0-33ADB8A1BB91}" dt="2026-07-16T16:37:39.053" v="2188" actId="554"/>
          <ac:grpSpMkLst>
            <pc:docMk/>
            <pc:sldMk cId="0" sldId="257"/>
            <ac:grpSpMk id="36" creationId="{CB81A207-2C3E-108C-1024-35A9AABD1E41}"/>
          </ac:grpSpMkLst>
        </pc:grpChg>
      </pc:sldChg>
      <pc:sldChg chg="del">
        <pc:chgData name="Mayank Vashishth" userId="bd442ecd-7a5f-4ba0-b5b5-b72db20bc4d5" providerId="ADAL" clId="{44DBE994-9C7F-4232-83E0-33ADB8A1BB91}" dt="2026-07-16T11:10:21.942" v="2037" actId="47"/>
        <pc:sldMkLst>
          <pc:docMk/>
          <pc:sldMk cId="1867265941" sldId="257"/>
        </pc:sldMkLst>
      </pc:sldChg>
      <pc:sldChg chg="addSp delSp modSp mod">
        <pc:chgData name="Mayank Vashishth" userId="bd442ecd-7a5f-4ba0-b5b5-b72db20bc4d5" providerId="ADAL" clId="{44DBE994-9C7F-4232-83E0-33ADB8A1BB91}" dt="2026-07-16T01:00:04.485" v="635" actId="1035"/>
        <pc:sldMkLst>
          <pc:docMk/>
          <pc:sldMk cId="0" sldId="258"/>
        </pc:sldMkLst>
        <pc:spChg chg="del">
          <ac:chgData name="Mayank Vashishth" userId="bd442ecd-7a5f-4ba0-b5b5-b72db20bc4d5" providerId="ADAL" clId="{44DBE994-9C7F-4232-83E0-33ADB8A1BB91}" dt="2026-07-16T00:35:45.451" v="12" actId="478"/>
          <ac:spMkLst>
            <pc:docMk/>
            <pc:sldMk cId="0" sldId="258"/>
            <ac:spMk id="2" creationId="{00000000-0000-0000-0000-000000000000}"/>
          </ac:spMkLst>
        </pc:spChg>
        <pc:spChg chg="del">
          <ac:chgData name="Mayank Vashishth" userId="bd442ecd-7a5f-4ba0-b5b5-b72db20bc4d5" providerId="ADAL" clId="{44DBE994-9C7F-4232-83E0-33ADB8A1BB91}" dt="2026-07-16T00:47:16.458" v="219" actId="478"/>
          <ac:spMkLst>
            <pc:docMk/>
            <pc:sldMk cId="0" sldId="258"/>
            <ac:spMk id="3" creationId="{00000000-0000-0000-0000-000000000000}"/>
          </ac:spMkLst>
        </pc:spChg>
        <pc:spChg chg="mod">
          <ac:chgData name="Mayank Vashishth" userId="bd442ecd-7a5f-4ba0-b5b5-b72db20bc4d5" providerId="ADAL" clId="{44DBE994-9C7F-4232-83E0-33ADB8A1BB91}" dt="2026-07-16T00:52:00.773" v="466" actId="20577"/>
          <ac:spMkLst>
            <pc:docMk/>
            <pc:sldMk cId="0" sldId="258"/>
            <ac:spMk id="7" creationId="{00000000-0000-0000-0000-000000000000}"/>
          </ac:spMkLst>
        </pc:spChg>
        <pc:spChg chg="mod">
          <ac:chgData name="Mayank Vashishth" userId="bd442ecd-7a5f-4ba0-b5b5-b72db20bc4d5" providerId="ADAL" clId="{44DBE994-9C7F-4232-83E0-33ADB8A1BB91}" dt="2026-07-16T00:57:24.673" v="585" actId="12789"/>
          <ac:spMkLst>
            <pc:docMk/>
            <pc:sldMk cId="0" sldId="258"/>
            <ac:spMk id="8" creationId="{00000000-0000-0000-0000-000000000000}"/>
          </ac:spMkLst>
        </pc:spChg>
        <pc:spChg chg="mod">
          <ac:chgData name="Mayank Vashishth" userId="bd442ecd-7a5f-4ba0-b5b5-b72db20bc4d5" providerId="ADAL" clId="{44DBE994-9C7F-4232-83E0-33ADB8A1BB91}" dt="2026-07-16T00:57:24.673" v="585" actId="12789"/>
          <ac:spMkLst>
            <pc:docMk/>
            <pc:sldMk cId="0" sldId="258"/>
            <ac:spMk id="9" creationId="{00000000-0000-0000-0000-000000000000}"/>
          </ac:spMkLst>
        </pc:spChg>
        <pc:spChg chg="mod">
          <ac:chgData name="Mayank Vashishth" userId="bd442ecd-7a5f-4ba0-b5b5-b72db20bc4d5" providerId="ADAL" clId="{44DBE994-9C7F-4232-83E0-33ADB8A1BB91}" dt="2026-07-16T00:57:31.982" v="587" actId="1036"/>
          <ac:spMkLst>
            <pc:docMk/>
            <pc:sldMk cId="0" sldId="258"/>
            <ac:spMk id="10" creationId="{00000000-0000-0000-0000-000000000000}"/>
          </ac:spMkLst>
        </pc:spChg>
        <pc:spChg chg="mod">
          <ac:chgData name="Mayank Vashishth" userId="bd442ecd-7a5f-4ba0-b5b5-b72db20bc4d5" providerId="ADAL" clId="{44DBE994-9C7F-4232-83E0-33ADB8A1BB91}" dt="2026-07-16T01:00:04.485" v="635" actId="1035"/>
          <ac:spMkLst>
            <pc:docMk/>
            <pc:sldMk cId="0" sldId="258"/>
            <ac:spMk id="11" creationId="{00000000-0000-0000-0000-000000000000}"/>
          </ac:spMkLst>
        </pc:spChg>
        <pc:spChg chg="mod">
          <ac:chgData name="Mayank Vashishth" userId="bd442ecd-7a5f-4ba0-b5b5-b72db20bc4d5" providerId="ADAL" clId="{44DBE994-9C7F-4232-83E0-33ADB8A1BB91}" dt="2026-07-16T00:57:24.673" v="585" actId="12789"/>
          <ac:spMkLst>
            <pc:docMk/>
            <pc:sldMk cId="0" sldId="258"/>
            <ac:spMk id="12" creationId="{00000000-0000-0000-0000-000000000000}"/>
          </ac:spMkLst>
        </pc:spChg>
        <pc:spChg chg="mod">
          <ac:chgData name="Mayank Vashishth" userId="bd442ecd-7a5f-4ba0-b5b5-b72db20bc4d5" providerId="ADAL" clId="{44DBE994-9C7F-4232-83E0-33ADB8A1BB91}" dt="2026-07-16T00:57:24.673" v="585" actId="12789"/>
          <ac:spMkLst>
            <pc:docMk/>
            <pc:sldMk cId="0" sldId="258"/>
            <ac:spMk id="13" creationId="{00000000-0000-0000-0000-000000000000}"/>
          </ac:spMkLst>
        </pc:spChg>
        <pc:spChg chg="mod">
          <ac:chgData name="Mayank Vashishth" userId="bd442ecd-7a5f-4ba0-b5b5-b72db20bc4d5" providerId="ADAL" clId="{44DBE994-9C7F-4232-83E0-33ADB8A1BB91}" dt="2026-07-16T00:57:31.982" v="587" actId="1036"/>
          <ac:spMkLst>
            <pc:docMk/>
            <pc:sldMk cId="0" sldId="258"/>
            <ac:spMk id="14" creationId="{00000000-0000-0000-0000-000000000000}"/>
          </ac:spMkLst>
        </pc:spChg>
        <pc:spChg chg="mod">
          <ac:chgData name="Mayank Vashishth" userId="bd442ecd-7a5f-4ba0-b5b5-b72db20bc4d5" providerId="ADAL" clId="{44DBE994-9C7F-4232-83E0-33ADB8A1BB91}" dt="2026-07-16T01:00:04.485" v="635" actId="1035"/>
          <ac:spMkLst>
            <pc:docMk/>
            <pc:sldMk cId="0" sldId="258"/>
            <ac:spMk id="15" creationId="{00000000-0000-0000-0000-000000000000}"/>
          </ac:spMkLst>
        </pc:spChg>
        <pc:spChg chg="add mod">
          <ac:chgData name="Mayank Vashishth" userId="bd442ecd-7a5f-4ba0-b5b5-b72db20bc4d5" providerId="ADAL" clId="{44DBE994-9C7F-4232-83E0-33ADB8A1BB91}" dt="2026-07-16T00:48:14.820" v="230" actId="403"/>
          <ac:spMkLst>
            <pc:docMk/>
            <pc:sldMk cId="0" sldId="258"/>
            <ac:spMk id="17" creationId="{24C31CE9-5C9D-9B70-74AA-41DC40523792}"/>
          </ac:spMkLst>
        </pc:spChg>
      </pc:sldChg>
      <pc:sldChg chg="del">
        <pc:chgData name="Mayank Vashishth" userId="bd442ecd-7a5f-4ba0-b5b5-b72db20bc4d5" providerId="ADAL" clId="{44DBE994-9C7F-4232-83E0-33ADB8A1BB91}" dt="2026-07-16T11:10:21.942" v="2037" actId="47"/>
        <pc:sldMkLst>
          <pc:docMk/>
          <pc:sldMk cId="2398284401" sldId="259"/>
        </pc:sldMkLst>
      </pc:sldChg>
      <pc:sldChg chg="addSp delSp modSp add mod">
        <pc:chgData name="Mayank Vashishth" userId="bd442ecd-7a5f-4ba0-b5b5-b72db20bc4d5" providerId="ADAL" clId="{44DBE994-9C7F-4232-83E0-33ADB8A1BB91}" dt="2026-07-16T16:38:20.481" v="2198" actId="165"/>
        <pc:sldMkLst>
          <pc:docMk/>
          <pc:sldMk cId="0" sldId="260"/>
        </pc:sldMkLst>
        <pc:spChg chg="del">
          <ac:chgData name="Mayank Vashishth" userId="bd442ecd-7a5f-4ba0-b5b5-b72db20bc4d5" providerId="ADAL" clId="{44DBE994-9C7F-4232-83E0-33ADB8A1BB91}" dt="2026-07-16T16:34:25.241" v="2103" actId="478"/>
          <ac:spMkLst>
            <pc:docMk/>
            <pc:sldMk cId="0" sldId="260"/>
            <ac:spMk id="3" creationId="{00000000-0000-0000-0000-000000000000}"/>
          </ac:spMkLst>
        </pc:spChg>
        <pc:spChg chg="del">
          <ac:chgData name="Mayank Vashishth" userId="bd442ecd-7a5f-4ba0-b5b5-b72db20bc4d5" providerId="ADAL" clId="{44DBE994-9C7F-4232-83E0-33ADB8A1BB91}" dt="2026-07-16T16:36:55.089" v="2176" actId="478"/>
          <ac:spMkLst>
            <pc:docMk/>
            <pc:sldMk cId="0" sldId="260"/>
            <ac:spMk id="4" creationId="{00000000-0000-0000-0000-000000000000}"/>
          </ac:spMkLst>
        </pc:spChg>
        <pc:spChg chg="del">
          <ac:chgData name="Mayank Vashishth" userId="bd442ecd-7a5f-4ba0-b5b5-b72db20bc4d5" providerId="ADAL" clId="{44DBE994-9C7F-4232-83E0-33ADB8A1BB91}" dt="2026-07-16T16:36:57.108" v="2177" actId="478"/>
          <ac:spMkLst>
            <pc:docMk/>
            <pc:sldMk cId="0" sldId="260"/>
            <ac:spMk id="5" creationId="{00000000-0000-0000-0000-000000000000}"/>
          </ac:spMkLst>
        </pc:spChg>
        <pc:spChg chg="mod topLvl">
          <ac:chgData name="Mayank Vashishth" userId="bd442ecd-7a5f-4ba0-b5b5-b72db20bc4d5" providerId="ADAL" clId="{44DBE994-9C7F-4232-83E0-33ADB8A1BB91}" dt="2026-07-16T16:38:20.481" v="2198" actId="165"/>
          <ac:spMkLst>
            <pc:docMk/>
            <pc:sldMk cId="0" sldId="260"/>
            <ac:spMk id="8" creationId="{00000000-0000-0000-0000-000000000000}"/>
          </ac:spMkLst>
        </pc:spChg>
        <pc:spChg chg="mod topLvl">
          <ac:chgData name="Mayank Vashishth" userId="bd442ecd-7a5f-4ba0-b5b5-b72db20bc4d5" providerId="ADAL" clId="{44DBE994-9C7F-4232-83E0-33ADB8A1BB91}" dt="2026-07-16T16:38:20.481" v="2198" actId="165"/>
          <ac:spMkLst>
            <pc:docMk/>
            <pc:sldMk cId="0" sldId="260"/>
            <ac:spMk id="9" creationId="{00000000-0000-0000-0000-000000000000}"/>
          </ac:spMkLst>
        </pc:spChg>
        <pc:spChg chg="mod topLvl">
          <ac:chgData name="Mayank Vashishth" userId="bd442ecd-7a5f-4ba0-b5b5-b72db20bc4d5" providerId="ADAL" clId="{44DBE994-9C7F-4232-83E0-33ADB8A1BB91}" dt="2026-07-16T16:38:20.481" v="2198" actId="165"/>
          <ac:spMkLst>
            <pc:docMk/>
            <pc:sldMk cId="0" sldId="260"/>
            <ac:spMk id="10" creationId="{00000000-0000-0000-0000-000000000000}"/>
          </ac:spMkLst>
        </pc:spChg>
        <pc:spChg chg="mod topLvl">
          <ac:chgData name="Mayank Vashishth" userId="bd442ecd-7a5f-4ba0-b5b5-b72db20bc4d5" providerId="ADAL" clId="{44DBE994-9C7F-4232-83E0-33ADB8A1BB91}" dt="2026-07-16T16:38:20.481" v="2198" actId="165"/>
          <ac:spMkLst>
            <pc:docMk/>
            <pc:sldMk cId="0" sldId="260"/>
            <ac:spMk id="14" creationId="{00000000-0000-0000-0000-000000000000}"/>
          </ac:spMkLst>
        </pc:spChg>
        <pc:spChg chg="mod topLvl">
          <ac:chgData name="Mayank Vashishth" userId="bd442ecd-7a5f-4ba0-b5b5-b72db20bc4d5" providerId="ADAL" clId="{44DBE994-9C7F-4232-83E0-33ADB8A1BB91}" dt="2026-07-16T16:38:20.481" v="2198" actId="165"/>
          <ac:spMkLst>
            <pc:docMk/>
            <pc:sldMk cId="0" sldId="260"/>
            <ac:spMk id="18" creationId="{00000000-0000-0000-0000-000000000000}"/>
          </ac:spMkLst>
        </pc:spChg>
        <pc:spChg chg="mod topLvl">
          <ac:chgData name="Mayank Vashishth" userId="bd442ecd-7a5f-4ba0-b5b5-b72db20bc4d5" providerId="ADAL" clId="{44DBE994-9C7F-4232-83E0-33ADB8A1BB91}" dt="2026-07-16T16:38:20.481" v="2198" actId="165"/>
          <ac:spMkLst>
            <pc:docMk/>
            <pc:sldMk cId="0" sldId="260"/>
            <ac:spMk id="19" creationId="{00000000-0000-0000-0000-000000000000}"/>
          </ac:spMkLst>
        </pc:spChg>
        <pc:spChg chg="mod topLvl">
          <ac:chgData name="Mayank Vashishth" userId="bd442ecd-7a5f-4ba0-b5b5-b72db20bc4d5" providerId="ADAL" clId="{44DBE994-9C7F-4232-83E0-33ADB8A1BB91}" dt="2026-07-16T16:38:20.481" v="2198" actId="165"/>
          <ac:spMkLst>
            <pc:docMk/>
            <pc:sldMk cId="0" sldId="260"/>
            <ac:spMk id="20" creationId="{00000000-0000-0000-0000-000000000000}"/>
          </ac:spMkLst>
        </pc:spChg>
        <pc:spChg chg="mod topLvl">
          <ac:chgData name="Mayank Vashishth" userId="bd442ecd-7a5f-4ba0-b5b5-b72db20bc4d5" providerId="ADAL" clId="{44DBE994-9C7F-4232-83E0-33ADB8A1BB91}" dt="2026-07-16T16:38:20.481" v="2198" actId="165"/>
          <ac:spMkLst>
            <pc:docMk/>
            <pc:sldMk cId="0" sldId="260"/>
            <ac:spMk id="21" creationId="{00000000-0000-0000-0000-000000000000}"/>
          </ac:spMkLst>
        </pc:spChg>
        <pc:spChg chg="mod topLvl">
          <ac:chgData name="Mayank Vashishth" userId="bd442ecd-7a5f-4ba0-b5b5-b72db20bc4d5" providerId="ADAL" clId="{44DBE994-9C7F-4232-83E0-33ADB8A1BB91}" dt="2026-07-16T16:38:20.481" v="2198" actId="165"/>
          <ac:spMkLst>
            <pc:docMk/>
            <pc:sldMk cId="0" sldId="260"/>
            <ac:spMk id="22" creationId="{00000000-0000-0000-0000-000000000000}"/>
          </ac:spMkLst>
        </pc:spChg>
        <pc:spChg chg="mod topLvl">
          <ac:chgData name="Mayank Vashishth" userId="bd442ecd-7a5f-4ba0-b5b5-b72db20bc4d5" providerId="ADAL" clId="{44DBE994-9C7F-4232-83E0-33ADB8A1BB91}" dt="2026-07-16T16:38:20.481" v="2198" actId="165"/>
          <ac:spMkLst>
            <pc:docMk/>
            <pc:sldMk cId="0" sldId="260"/>
            <ac:spMk id="23" creationId="{00000000-0000-0000-0000-000000000000}"/>
          </ac:spMkLst>
        </pc:spChg>
        <pc:spChg chg="del">
          <ac:chgData name="Mayank Vashishth" userId="bd442ecd-7a5f-4ba0-b5b5-b72db20bc4d5" providerId="ADAL" clId="{44DBE994-9C7F-4232-83E0-33ADB8A1BB91}" dt="2026-07-16T16:36:07.978" v="2142" actId="478"/>
          <ac:spMkLst>
            <pc:docMk/>
            <pc:sldMk cId="0" sldId="260"/>
            <ac:spMk id="24" creationId="{00000000-0000-0000-0000-000000000000}"/>
          </ac:spMkLst>
        </pc:spChg>
        <pc:spChg chg="del">
          <ac:chgData name="Mayank Vashishth" userId="bd442ecd-7a5f-4ba0-b5b5-b72db20bc4d5" providerId="ADAL" clId="{44DBE994-9C7F-4232-83E0-33ADB8A1BB91}" dt="2026-07-16T16:36:07.978" v="2142" actId="478"/>
          <ac:spMkLst>
            <pc:docMk/>
            <pc:sldMk cId="0" sldId="260"/>
            <ac:spMk id="25" creationId="{00000000-0000-0000-0000-000000000000}"/>
          </ac:spMkLst>
        </pc:spChg>
        <pc:spChg chg="add">
          <ac:chgData name="Mayank Vashishth" userId="bd442ecd-7a5f-4ba0-b5b5-b72db20bc4d5" providerId="ADAL" clId="{44DBE994-9C7F-4232-83E0-33ADB8A1BB91}" dt="2026-07-16T16:34:19.678" v="2102" actId="22"/>
          <ac:spMkLst>
            <pc:docMk/>
            <pc:sldMk cId="0" sldId="260"/>
            <ac:spMk id="27" creationId="{F0F708E1-4380-B85E-890F-B91E4658194E}"/>
          </ac:spMkLst>
        </pc:spChg>
        <pc:spChg chg="add">
          <ac:chgData name="Mayank Vashishth" userId="bd442ecd-7a5f-4ba0-b5b5-b72db20bc4d5" providerId="ADAL" clId="{44DBE994-9C7F-4232-83E0-33ADB8A1BB91}" dt="2026-07-16T16:36:08.521" v="2143" actId="22"/>
          <ac:spMkLst>
            <pc:docMk/>
            <pc:sldMk cId="0" sldId="260"/>
            <ac:spMk id="29" creationId="{B12A2DAB-BDC1-1342-6D74-66414EF1EB20}"/>
          </ac:spMkLst>
        </pc:spChg>
        <pc:spChg chg="add mod">
          <ac:chgData name="Mayank Vashishth" userId="bd442ecd-7a5f-4ba0-b5b5-b72db20bc4d5" providerId="ADAL" clId="{44DBE994-9C7F-4232-83E0-33ADB8A1BB91}" dt="2026-07-16T16:36:52.564" v="2175"/>
          <ac:spMkLst>
            <pc:docMk/>
            <pc:sldMk cId="0" sldId="260"/>
            <ac:spMk id="31" creationId="{FDEF7924-3E28-D11D-AD29-03F916F28A35}"/>
          </ac:spMkLst>
        </pc:spChg>
        <pc:spChg chg="add">
          <ac:chgData name="Mayank Vashishth" userId="bd442ecd-7a5f-4ba0-b5b5-b72db20bc4d5" providerId="ADAL" clId="{44DBE994-9C7F-4232-83E0-33ADB8A1BB91}" dt="2026-07-16T16:36:44.943" v="2173" actId="22"/>
          <ac:spMkLst>
            <pc:docMk/>
            <pc:sldMk cId="0" sldId="260"/>
            <ac:spMk id="33" creationId="{78431A24-A5CE-19FF-D234-EFA40479934B}"/>
          </ac:spMkLst>
        </pc:spChg>
        <pc:spChg chg="add del mod">
          <ac:chgData name="Mayank Vashishth" userId="bd442ecd-7a5f-4ba0-b5b5-b72db20bc4d5" providerId="ADAL" clId="{44DBE994-9C7F-4232-83E0-33ADB8A1BB91}" dt="2026-07-16T16:38:15.357" v="2197" actId="478"/>
          <ac:spMkLst>
            <pc:docMk/>
            <pc:sldMk cId="0" sldId="260"/>
            <ac:spMk id="35" creationId="{BD719BF7-DEC5-D315-CDCD-BC98F0165449}"/>
          </ac:spMkLst>
        </pc:spChg>
        <pc:grpChg chg="mod">
          <ac:chgData name="Mayank Vashishth" userId="bd442ecd-7a5f-4ba0-b5b5-b72db20bc4d5" providerId="ADAL" clId="{44DBE994-9C7F-4232-83E0-33ADB8A1BB91}" dt="2026-07-16T16:38:13.030" v="2196" actId="554"/>
          <ac:grpSpMkLst>
            <pc:docMk/>
            <pc:sldMk cId="0" sldId="260"/>
            <ac:grpSpMk id="36" creationId="{B347826A-DDFC-25A1-7F8C-62FBA747CE96}"/>
          </ac:grpSpMkLst>
        </pc:grpChg>
      </pc:sldChg>
      <pc:sldChg chg="del">
        <pc:chgData name="Mayank Vashishth" userId="bd442ecd-7a5f-4ba0-b5b5-b72db20bc4d5" providerId="ADAL" clId="{44DBE994-9C7F-4232-83E0-33ADB8A1BB91}" dt="2026-07-16T11:10:21.942" v="2037" actId="47"/>
        <pc:sldMkLst>
          <pc:docMk/>
          <pc:sldMk cId="1810843093" sldId="260"/>
        </pc:sldMkLst>
      </pc:sldChg>
      <pc:sldChg chg="del">
        <pc:chgData name="Mayank Vashishth" userId="bd442ecd-7a5f-4ba0-b5b5-b72db20bc4d5" providerId="ADAL" clId="{44DBE994-9C7F-4232-83E0-33ADB8A1BB91}" dt="2026-07-16T00:34:03.523" v="5" actId="47"/>
        <pc:sldMkLst>
          <pc:docMk/>
          <pc:sldMk cId="0" sldId="261"/>
        </pc:sldMkLst>
      </pc:sldChg>
      <pc:sldChg chg="del">
        <pc:chgData name="Mayank Vashishth" userId="bd442ecd-7a5f-4ba0-b5b5-b72db20bc4d5" providerId="ADAL" clId="{44DBE994-9C7F-4232-83E0-33ADB8A1BB91}" dt="2026-07-16T11:10:21.942" v="2037" actId="47"/>
        <pc:sldMkLst>
          <pc:docMk/>
          <pc:sldMk cId="640490076" sldId="262"/>
        </pc:sldMkLst>
      </pc:sldChg>
      <pc:sldChg chg="del">
        <pc:chgData name="Mayank Vashishth" userId="bd442ecd-7a5f-4ba0-b5b5-b72db20bc4d5" providerId="ADAL" clId="{44DBE994-9C7F-4232-83E0-33ADB8A1BB91}" dt="2026-07-16T11:10:21.942" v="2037" actId="47"/>
        <pc:sldMkLst>
          <pc:docMk/>
          <pc:sldMk cId="1097904667" sldId="263"/>
        </pc:sldMkLst>
      </pc:sldChg>
      <pc:sldChg chg="del">
        <pc:chgData name="Mayank Vashishth" userId="bd442ecd-7a5f-4ba0-b5b5-b72db20bc4d5" providerId="ADAL" clId="{44DBE994-9C7F-4232-83E0-33ADB8A1BB91}" dt="2026-07-16T11:10:21.942" v="2037" actId="47"/>
        <pc:sldMkLst>
          <pc:docMk/>
          <pc:sldMk cId="2024842293" sldId="264"/>
        </pc:sldMkLst>
      </pc:sldChg>
      <pc:sldChg chg="del">
        <pc:chgData name="Mayank Vashishth" userId="bd442ecd-7a5f-4ba0-b5b5-b72db20bc4d5" providerId="ADAL" clId="{44DBE994-9C7F-4232-83E0-33ADB8A1BB91}" dt="2026-07-16T11:10:21.942" v="2037" actId="47"/>
        <pc:sldMkLst>
          <pc:docMk/>
          <pc:sldMk cId="2552800035" sldId="266"/>
        </pc:sldMkLst>
      </pc:sldChg>
      <pc:sldChg chg="modSp mod">
        <pc:chgData name="Mayank Vashishth" userId="bd442ecd-7a5f-4ba0-b5b5-b72db20bc4d5" providerId="ADAL" clId="{44DBE994-9C7F-4232-83E0-33ADB8A1BB91}" dt="2026-07-15T13:56:45.960" v="1" actId="14100"/>
        <pc:sldMkLst>
          <pc:docMk/>
          <pc:sldMk cId="0" sldId="267"/>
        </pc:sldMkLst>
        <pc:spChg chg="mod">
          <ac:chgData name="Mayank Vashishth" userId="bd442ecd-7a5f-4ba0-b5b5-b72db20bc4d5" providerId="ADAL" clId="{44DBE994-9C7F-4232-83E0-33ADB8A1BB91}" dt="2026-07-15T13:56:37.655" v="0" actId="14100"/>
          <ac:spMkLst>
            <pc:docMk/>
            <pc:sldMk cId="0" sldId="267"/>
            <ac:spMk id="5" creationId="{00000000-0000-0000-0000-000000000000}"/>
          </ac:spMkLst>
        </pc:spChg>
        <pc:spChg chg="mod">
          <ac:chgData name="Mayank Vashishth" userId="bd442ecd-7a5f-4ba0-b5b5-b72db20bc4d5" providerId="ADAL" clId="{44DBE994-9C7F-4232-83E0-33ADB8A1BB91}" dt="2026-07-15T13:56:45.960" v="1" actId="14100"/>
          <ac:spMkLst>
            <pc:docMk/>
            <pc:sldMk cId="0" sldId="267"/>
            <ac:spMk id="8" creationId="{00000000-0000-0000-0000-000000000000}"/>
          </ac:spMkLst>
        </pc:spChg>
      </pc:sldChg>
      <pc:sldChg chg="del">
        <pc:chgData name="Mayank Vashishth" userId="bd442ecd-7a5f-4ba0-b5b5-b72db20bc4d5" providerId="ADAL" clId="{44DBE994-9C7F-4232-83E0-33ADB8A1BB91}" dt="2026-07-16T11:10:21.942" v="2037" actId="47"/>
        <pc:sldMkLst>
          <pc:docMk/>
          <pc:sldMk cId="3508507256" sldId="267"/>
        </pc:sldMkLst>
      </pc:sldChg>
      <pc:sldChg chg="del">
        <pc:chgData name="Mayank Vashishth" userId="bd442ecd-7a5f-4ba0-b5b5-b72db20bc4d5" providerId="ADAL" clId="{44DBE994-9C7F-4232-83E0-33ADB8A1BB91}" dt="2026-07-16T11:10:21.942" v="2037" actId="47"/>
        <pc:sldMkLst>
          <pc:docMk/>
          <pc:sldMk cId="2359472717" sldId="269"/>
        </pc:sldMkLst>
      </pc:sldChg>
      <pc:sldChg chg="modSp mod">
        <pc:chgData name="Mayank Vashishth" userId="bd442ecd-7a5f-4ba0-b5b5-b72db20bc4d5" providerId="ADAL" clId="{44DBE994-9C7F-4232-83E0-33ADB8A1BB91}" dt="2026-07-15T13:57:23.553" v="3" actId="14100"/>
        <pc:sldMkLst>
          <pc:docMk/>
          <pc:sldMk cId="0" sldId="270"/>
        </pc:sldMkLst>
        <pc:spChg chg="mod">
          <ac:chgData name="Mayank Vashishth" userId="bd442ecd-7a5f-4ba0-b5b5-b72db20bc4d5" providerId="ADAL" clId="{44DBE994-9C7F-4232-83E0-33ADB8A1BB91}" dt="2026-07-15T13:57:23.553" v="3" actId="14100"/>
          <ac:spMkLst>
            <pc:docMk/>
            <pc:sldMk cId="0" sldId="270"/>
            <ac:spMk id="7" creationId="{00000000-0000-0000-0000-000000000000}"/>
          </ac:spMkLst>
        </pc:spChg>
      </pc:sldChg>
      <pc:sldChg chg="del">
        <pc:chgData name="Mayank Vashishth" userId="bd442ecd-7a5f-4ba0-b5b5-b72db20bc4d5" providerId="ADAL" clId="{44DBE994-9C7F-4232-83E0-33ADB8A1BB91}" dt="2026-07-16T11:10:21.942" v="2037" actId="47"/>
        <pc:sldMkLst>
          <pc:docMk/>
          <pc:sldMk cId="511031761" sldId="270"/>
        </pc:sldMkLst>
      </pc:sldChg>
      <pc:sldChg chg="del">
        <pc:chgData name="Mayank Vashishth" userId="bd442ecd-7a5f-4ba0-b5b5-b72db20bc4d5" providerId="ADAL" clId="{44DBE994-9C7F-4232-83E0-33ADB8A1BB91}" dt="2026-07-16T11:10:21.942" v="2037" actId="47"/>
        <pc:sldMkLst>
          <pc:docMk/>
          <pc:sldMk cId="0" sldId="271"/>
        </pc:sldMkLst>
      </pc:sldChg>
      <pc:sldChg chg="addSp delSp modSp mod">
        <pc:chgData name="Mayank Vashishth" userId="bd442ecd-7a5f-4ba0-b5b5-b72db20bc4d5" providerId="ADAL" clId="{44DBE994-9C7F-4232-83E0-33ADB8A1BB91}" dt="2026-07-16T01:22:42.429" v="726" actId="1035"/>
        <pc:sldMkLst>
          <pc:docMk/>
          <pc:sldMk cId="0" sldId="272"/>
        </pc:sldMkLst>
        <pc:spChg chg="del">
          <ac:chgData name="Mayank Vashishth" userId="bd442ecd-7a5f-4ba0-b5b5-b72db20bc4d5" providerId="ADAL" clId="{44DBE994-9C7F-4232-83E0-33ADB8A1BB91}" dt="2026-07-16T01:22:32.184" v="719" actId="478"/>
          <ac:spMkLst>
            <pc:docMk/>
            <pc:sldMk cId="0" sldId="272"/>
            <ac:spMk id="2" creationId="{00000000-0000-0000-0000-000000000000}"/>
          </ac:spMkLst>
        </pc:spChg>
        <pc:spChg chg="del">
          <ac:chgData name="Mayank Vashishth" userId="bd442ecd-7a5f-4ba0-b5b5-b72db20bc4d5" providerId="ADAL" clId="{44DBE994-9C7F-4232-83E0-33ADB8A1BB91}" dt="2026-07-16T01:22:28.379" v="718" actId="478"/>
          <ac:spMkLst>
            <pc:docMk/>
            <pc:sldMk cId="0" sldId="272"/>
            <ac:spMk id="3" creationId="{00000000-0000-0000-0000-000000000000}"/>
          </ac:spMkLst>
        </pc:spChg>
        <pc:spChg chg="mod">
          <ac:chgData name="Mayank Vashishth" userId="bd442ecd-7a5f-4ba0-b5b5-b72db20bc4d5" providerId="ADAL" clId="{44DBE994-9C7F-4232-83E0-33ADB8A1BB91}" dt="2026-07-16T01:22:42.429" v="726" actId="1035"/>
          <ac:spMkLst>
            <pc:docMk/>
            <pc:sldMk cId="0" sldId="272"/>
            <ac:spMk id="11" creationId="{00000000-0000-0000-0000-000000000000}"/>
          </ac:spMkLst>
        </pc:spChg>
        <pc:spChg chg="mod">
          <ac:chgData name="Mayank Vashishth" userId="bd442ecd-7a5f-4ba0-b5b5-b72db20bc4d5" providerId="ADAL" clId="{44DBE994-9C7F-4232-83E0-33ADB8A1BB91}" dt="2026-07-16T01:22:42.429" v="726" actId="1035"/>
          <ac:spMkLst>
            <pc:docMk/>
            <pc:sldMk cId="0" sldId="272"/>
            <ac:spMk id="16" creationId="{00000000-0000-0000-0000-000000000000}"/>
          </ac:spMkLst>
        </pc:spChg>
        <pc:spChg chg="mod">
          <ac:chgData name="Mayank Vashishth" userId="bd442ecd-7a5f-4ba0-b5b5-b72db20bc4d5" providerId="ADAL" clId="{44DBE994-9C7F-4232-83E0-33ADB8A1BB91}" dt="2026-07-16T01:22:42.429" v="726" actId="1035"/>
          <ac:spMkLst>
            <pc:docMk/>
            <pc:sldMk cId="0" sldId="272"/>
            <ac:spMk id="17" creationId="{00000000-0000-0000-0000-000000000000}"/>
          </ac:spMkLst>
        </pc:spChg>
        <pc:spChg chg="mod">
          <ac:chgData name="Mayank Vashishth" userId="bd442ecd-7a5f-4ba0-b5b5-b72db20bc4d5" providerId="ADAL" clId="{44DBE994-9C7F-4232-83E0-33ADB8A1BB91}" dt="2026-07-16T01:22:42.429" v="726" actId="1035"/>
          <ac:spMkLst>
            <pc:docMk/>
            <pc:sldMk cId="0" sldId="272"/>
            <ac:spMk id="21" creationId="{00000000-0000-0000-0000-000000000000}"/>
          </ac:spMkLst>
        </pc:spChg>
        <pc:spChg chg="mod">
          <ac:chgData name="Mayank Vashishth" userId="bd442ecd-7a5f-4ba0-b5b5-b72db20bc4d5" providerId="ADAL" clId="{44DBE994-9C7F-4232-83E0-33ADB8A1BB91}" dt="2026-07-16T01:22:42.429" v="726" actId="1035"/>
          <ac:spMkLst>
            <pc:docMk/>
            <pc:sldMk cId="0" sldId="272"/>
            <ac:spMk id="25" creationId="{00000000-0000-0000-0000-000000000000}"/>
          </ac:spMkLst>
        </pc:spChg>
        <pc:spChg chg="mod">
          <ac:chgData name="Mayank Vashishth" userId="bd442ecd-7a5f-4ba0-b5b5-b72db20bc4d5" providerId="ADAL" clId="{44DBE994-9C7F-4232-83E0-33ADB8A1BB91}" dt="2026-07-16T01:22:42.429" v="726" actId="1035"/>
          <ac:spMkLst>
            <pc:docMk/>
            <pc:sldMk cId="0" sldId="272"/>
            <ac:spMk id="29" creationId="{00000000-0000-0000-0000-000000000000}"/>
          </ac:spMkLst>
        </pc:spChg>
        <pc:spChg chg="mod">
          <ac:chgData name="Mayank Vashishth" userId="bd442ecd-7a5f-4ba0-b5b5-b72db20bc4d5" providerId="ADAL" clId="{44DBE994-9C7F-4232-83E0-33ADB8A1BB91}" dt="2026-07-16T01:22:42.429" v="726" actId="1035"/>
          <ac:spMkLst>
            <pc:docMk/>
            <pc:sldMk cId="0" sldId="272"/>
            <ac:spMk id="33" creationId="{00000000-0000-0000-0000-000000000000}"/>
          </ac:spMkLst>
        </pc:spChg>
        <pc:spChg chg="mod">
          <ac:chgData name="Mayank Vashishth" userId="bd442ecd-7a5f-4ba0-b5b5-b72db20bc4d5" providerId="ADAL" clId="{44DBE994-9C7F-4232-83E0-33ADB8A1BB91}" dt="2026-07-16T01:22:42.429" v="726" actId="1035"/>
          <ac:spMkLst>
            <pc:docMk/>
            <pc:sldMk cId="0" sldId="272"/>
            <ac:spMk id="36" creationId="{00000000-0000-0000-0000-000000000000}"/>
          </ac:spMkLst>
        </pc:spChg>
        <pc:spChg chg="mod">
          <ac:chgData name="Mayank Vashishth" userId="bd442ecd-7a5f-4ba0-b5b5-b72db20bc4d5" providerId="ADAL" clId="{44DBE994-9C7F-4232-83E0-33ADB8A1BB91}" dt="2026-07-16T01:22:42.429" v="726" actId="1035"/>
          <ac:spMkLst>
            <pc:docMk/>
            <pc:sldMk cId="0" sldId="272"/>
            <ac:spMk id="37" creationId="{00000000-0000-0000-0000-000000000000}"/>
          </ac:spMkLst>
        </pc:spChg>
        <pc:spChg chg="mod">
          <ac:chgData name="Mayank Vashishth" userId="bd442ecd-7a5f-4ba0-b5b5-b72db20bc4d5" providerId="ADAL" clId="{44DBE994-9C7F-4232-83E0-33ADB8A1BB91}" dt="2026-07-16T01:22:42.429" v="726" actId="1035"/>
          <ac:spMkLst>
            <pc:docMk/>
            <pc:sldMk cId="0" sldId="272"/>
            <ac:spMk id="40" creationId="{00000000-0000-0000-0000-000000000000}"/>
          </ac:spMkLst>
        </pc:spChg>
        <pc:spChg chg="mod">
          <ac:chgData name="Mayank Vashishth" userId="bd442ecd-7a5f-4ba0-b5b5-b72db20bc4d5" providerId="ADAL" clId="{44DBE994-9C7F-4232-83E0-33ADB8A1BB91}" dt="2026-07-16T01:22:37.907" v="724" actId="1035"/>
          <ac:spMkLst>
            <pc:docMk/>
            <pc:sldMk cId="0" sldId="272"/>
            <ac:spMk id="41" creationId="{00000000-0000-0000-0000-000000000000}"/>
          </ac:spMkLst>
        </pc:spChg>
        <pc:spChg chg="mod">
          <ac:chgData name="Mayank Vashishth" userId="bd442ecd-7a5f-4ba0-b5b5-b72db20bc4d5" providerId="ADAL" clId="{44DBE994-9C7F-4232-83E0-33ADB8A1BB91}" dt="2026-07-16T01:22:37.907" v="724" actId="1035"/>
          <ac:spMkLst>
            <pc:docMk/>
            <pc:sldMk cId="0" sldId="272"/>
            <ac:spMk id="42" creationId="{00000000-0000-0000-0000-000000000000}"/>
          </ac:spMkLst>
        </pc:spChg>
        <pc:spChg chg="add">
          <ac:chgData name="Mayank Vashishth" userId="bd442ecd-7a5f-4ba0-b5b5-b72db20bc4d5" providerId="ADAL" clId="{44DBE994-9C7F-4232-83E0-33ADB8A1BB91}" dt="2026-07-16T01:22:33.303" v="720" actId="22"/>
          <ac:spMkLst>
            <pc:docMk/>
            <pc:sldMk cId="0" sldId="272"/>
            <ac:spMk id="44" creationId="{B5976153-A08C-DF8E-667D-1CB0659F1A59}"/>
          </ac:spMkLst>
        </pc:spChg>
      </pc:sldChg>
      <pc:sldChg chg="addSp delSp modSp mod">
        <pc:chgData name="Mayank Vashishth" userId="bd442ecd-7a5f-4ba0-b5b5-b72db20bc4d5" providerId="ADAL" clId="{44DBE994-9C7F-4232-83E0-33ADB8A1BB91}" dt="2026-07-16T11:12:46.530" v="2085" actId="478"/>
        <pc:sldMkLst>
          <pc:docMk/>
          <pc:sldMk cId="0" sldId="274"/>
        </pc:sldMkLst>
        <pc:spChg chg="del">
          <ac:chgData name="Mayank Vashishth" userId="bd442ecd-7a5f-4ba0-b5b5-b72db20bc4d5" providerId="ADAL" clId="{44DBE994-9C7F-4232-83E0-33ADB8A1BB91}" dt="2026-07-16T01:24:44.859" v="805" actId="478"/>
          <ac:spMkLst>
            <pc:docMk/>
            <pc:sldMk cId="0" sldId="274"/>
            <ac:spMk id="2" creationId="{00000000-0000-0000-0000-000000000000}"/>
          </ac:spMkLst>
        </pc:spChg>
        <pc:spChg chg="del">
          <ac:chgData name="Mayank Vashishth" userId="bd442ecd-7a5f-4ba0-b5b5-b72db20bc4d5" providerId="ADAL" clId="{44DBE994-9C7F-4232-83E0-33ADB8A1BB91}" dt="2026-07-16T01:25:01.129" v="824" actId="478"/>
          <ac:spMkLst>
            <pc:docMk/>
            <pc:sldMk cId="0" sldId="274"/>
            <ac:spMk id="3" creationId="{00000000-0000-0000-0000-000000000000}"/>
          </ac:spMkLst>
        </pc:spChg>
        <pc:spChg chg="mod">
          <ac:chgData name="Mayank Vashishth" userId="bd442ecd-7a5f-4ba0-b5b5-b72db20bc4d5" providerId="ADAL" clId="{44DBE994-9C7F-4232-83E0-33ADB8A1BB91}" dt="2026-07-16T10:15:35.261" v="1937" actId="20577"/>
          <ac:spMkLst>
            <pc:docMk/>
            <pc:sldMk cId="0" sldId="274"/>
            <ac:spMk id="4" creationId="{00000000-0000-0000-0000-000000000000}"/>
          </ac:spMkLst>
        </pc:spChg>
        <pc:spChg chg="mod">
          <ac:chgData name="Mayank Vashishth" userId="bd442ecd-7a5f-4ba0-b5b5-b72db20bc4d5" providerId="ADAL" clId="{44DBE994-9C7F-4232-83E0-33ADB8A1BB91}" dt="2026-07-16T10:16:25.252" v="1980" actId="20577"/>
          <ac:spMkLst>
            <pc:docMk/>
            <pc:sldMk cId="0" sldId="274"/>
            <ac:spMk id="7" creationId="{00000000-0000-0000-0000-000000000000}"/>
          </ac:spMkLst>
        </pc:spChg>
        <pc:spChg chg="mod">
          <ac:chgData name="Mayank Vashishth" userId="bd442ecd-7a5f-4ba0-b5b5-b72db20bc4d5" providerId="ADAL" clId="{44DBE994-9C7F-4232-83E0-33ADB8A1BB91}" dt="2026-07-16T01:24:53.408" v="822" actId="14100"/>
          <ac:spMkLst>
            <pc:docMk/>
            <pc:sldMk cId="0" sldId="274"/>
            <ac:spMk id="8" creationId="{00000000-0000-0000-0000-000000000000}"/>
          </ac:spMkLst>
        </pc:spChg>
        <pc:spChg chg="mod">
          <ac:chgData name="Mayank Vashishth" userId="bd442ecd-7a5f-4ba0-b5b5-b72db20bc4d5" providerId="ADAL" clId="{44DBE994-9C7F-4232-83E0-33ADB8A1BB91}" dt="2026-07-16T01:23:10.636" v="730" actId="403"/>
          <ac:spMkLst>
            <pc:docMk/>
            <pc:sldMk cId="0" sldId="274"/>
            <ac:spMk id="13" creationId="{00000000-0000-0000-0000-000000000000}"/>
          </ac:spMkLst>
        </pc:spChg>
        <pc:spChg chg="mod">
          <ac:chgData name="Mayank Vashishth" userId="bd442ecd-7a5f-4ba0-b5b5-b72db20bc4d5" providerId="ADAL" clId="{44DBE994-9C7F-4232-83E0-33ADB8A1BB91}" dt="2026-07-16T01:24:01.843" v="771" actId="14100"/>
          <ac:spMkLst>
            <pc:docMk/>
            <pc:sldMk cId="0" sldId="274"/>
            <ac:spMk id="14" creationId="{00000000-0000-0000-0000-000000000000}"/>
          </ac:spMkLst>
        </pc:spChg>
        <pc:spChg chg="mod">
          <ac:chgData name="Mayank Vashishth" userId="bd442ecd-7a5f-4ba0-b5b5-b72db20bc4d5" providerId="ADAL" clId="{44DBE994-9C7F-4232-83E0-33ADB8A1BB91}" dt="2026-07-16T01:24:41.500" v="804" actId="1035"/>
          <ac:spMkLst>
            <pc:docMk/>
            <pc:sldMk cId="0" sldId="274"/>
            <ac:spMk id="15" creationId="{00000000-0000-0000-0000-000000000000}"/>
          </ac:spMkLst>
        </pc:spChg>
        <pc:spChg chg="mod">
          <ac:chgData name="Mayank Vashishth" userId="bd442ecd-7a5f-4ba0-b5b5-b72db20bc4d5" providerId="ADAL" clId="{44DBE994-9C7F-4232-83E0-33ADB8A1BB91}" dt="2026-07-16T01:24:41.500" v="804" actId="1035"/>
          <ac:spMkLst>
            <pc:docMk/>
            <pc:sldMk cId="0" sldId="274"/>
            <ac:spMk id="16" creationId="{00000000-0000-0000-0000-000000000000}"/>
          </ac:spMkLst>
        </pc:spChg>
        <pc:spChg chg="mod">
          <ac:chgData name="Mayank Vashishth" userId="bd442ecd-7a5f-4ba0-b5b5-b72db20bc4d5" providerId="ADAL" clId="{44DBE994-9C7F-4232-83E0-33ADB8A1BB91}" dt="2026-07-16T01:24:53.408" v="822" actId="14100"/>
          <ac:spMkLst>
            <pc:docMk/>
            <pc:sldMk cId="0" sldId="274"/>
            <ac:spMk id="17" creationId="{00000000-0000-0000-0000-000000000000}"/>
          </ac:spMkLst>
        </pc:spChg>
        <pc:spChg chg="mod">
          <ac:chgData name="Mayank Vashishth" userId="bd442ecd-7a5f-4ba0-b5b5-b72db20bc4d5" providerId="ADAL" clId="{44DBE994-9C7F-4232-83E0-33ADB8A1BB91}" dt="2026-07-16T01:23:10.636" v="730" actId="403"/>
          <ac:spMkLst>
            <pc:docMk/>
            <pc:sldMk cId="0" sldId="274"/>
            <ac:spMk id="22" creationId="{00000000-0000-0000-0000-000000000000}"/>
          </ac:spMkLst>
        </pc:spChg>
        <pc:spChg chg="mod">
          <ac:chgData name="Mayank Vashishth" userId="bd442ecd-7a5f-4ba0-b5b5-b72db20bc4d5" providerId="ADAL" clId="{44DBE994-9C7F-4232-83E0-33ADB8A1BB91}" dt="2026-07-16T01:24:01.843" v="771" actId="14100"/>
          <ac:spMkLst>
            <pc:docMk/>
            <pc:sldMk cId="0" sldId="274"/>
            <ac:spMk id="23" creationId="{00000000-0000-0000-0000-000000000000}"/>
          </ac:spMkLst>
        </pc:spChg>
        <pc:spChg chg="mod">
          <ac:chgData name="Mayank Vashishth" userId="bd442ecd-7a5f-4ba0-b5b5-b72db20bc4d5" providerId="ADAL" clId="{44DBE994-9C7F-4232-83E0-33ADB8A1BB91}" dt="2026-07-16T01:24:41.500" v="804" actId="1035"/>
          <ac:spMkLst>
            <pc:docMk/>
            <pc:sldMk cId="0" sldId="274"/>
            <ac:spMk id="24" creationId="{00000000-0000-0000-0000-000000000000}"/>
          </ac:spMkLst>
        </pc:spChg>
        <pc:spChg chg="mod">
          <ac:chgData name="Mayank Vashishth" userId="bd442ecd-7a5f-4ba0-b5b5-b72db20bc4d5" providerId="ADAL" clId="{44DBE994-9C7F-4232-83E0-33ADB8A1BB91}" dt="2026-07-16T01:24:41.500" v="804" actId="1035"/>
          <ac:spMkLst>
            <pc:docMk/>
            <pc:sldMk cId="0" sldId="274"/>
            <ac:spMk id="25" creationId="{00000000-0000-0000-0000-000000000000}"/>
          </ac:spMkLst>
        </pc:spChg>
        <pc:spChg chg="mod">
          <ac:chgData name="Mayank Vashishth" userId="bd442ecd-7a5f-4ba0-b5b5-b72db20bc4d5" providerId="ADAL" clId="{44DBE994-9C7F-4232-83E0-33ADB8A1BB91}" dt="2026-07-16T01:24:53.408" v="822" actId="14100"/>
          <ac:spMkLst>
            <pc:docMk/>
            <pc:sldMk cId="0" sldId="274"/>
            <ac:spMk id="26" creationId="{00000000-0000-0000-0000-000000000000}"/>
          </ac:spMkLst>
        </pc:spChg>
        <pc:spChg chg="mod">
          <ac:chgData name="Mayank Vashishth" userId="bd442ecd-7a5f-4ba0-b5b5-b72db20bc4d5" providerId="ADAL" clId="{44DBE994-9C7F-4232-83E0-33ADB8A1BB91}" dt="2026-07-16T01:23:10.636" v="730" actId="403"/>
          <ac:spMkLst>
            <pc:docMk/>
            <pc:sldMk cId="0" sldId="274"/>
            <ac:spMk id="31" creationId="{00000000-0000-0000-0000-000000000000}"/>
          </ac:spMkLst>
        </pc:spChg>
        <pc:spChg chg="mod">
          <ac:chgData name="Mayank Vashishth" userId="bd442ecd-7a5f-4ba0-b5b5-b72db20bc4d5" providerId="ADAL" clId="{44DBE994-9C7F-4232-83E0-33ADB8A1BB91}" dt="2026-07-16T01:24:01.843" v="771" actId="14100"/>
          <ac:spMkLst>
            <pc:docMk/>
            <pc:sldMk cId="0" sldId="274"/>
            <ac:spMk id="32" creationId="{00000000-0000-0000-0000-000000000000}"/>
          </ac:spMkLst>
        </pc:spChg>
        <pc:spChg chg="mod">
          <ac:chgData name="Mayank Vashishth" userId="bd442ecd-7a5f-4ba0-b5b5-b72db20bc4d5" providerId="ADAL" clId="{44DBE994-9C7F-4232-83E0-33ADB8A1BB91}" dt="2026-07-16T01:24:41.500" v="804" actId="1035"/>
          <ac:spMkLst>
            <pc:docMk/>
            <pc:sldMk cId="0" sldId="274"/>
            <ac:spMk id="33" creationId="{00000000-0000-0000-0000-000000000000}"/>
          </ac:spMkLst>
        </pc:spChg>
        <pc:spChg chg="mod">
          <ac:chgData name="Mayank Vashishth" userId="bd442ecd-7a5f-4ba0-b5b5-b72db20bc4d5" providerId="ADAL" clId="{44DBE994-9C7F-4232-83E0-33ADB8A1BB91}" dt="2026-07-16T01:24:41.500" v="804" actId="1035"/>
          <ac:spMkLst>
            <pc:docMk/>
            <pc:sldMk cId="0" sldId="274"/>
            <ac:spMk id="34" creationId="{00000000-0000-0000-0000-000000000000}"/>
          </ac:spMkLst>
        </pc:spChg>
        <pc:spChg chg="mod">
          <ac:chgData name="Mayank Vashishth" userId="bd442ecd-7a5f-4ba0-b5b5-b72db20bc4d5" providerId="ADAL" clId="{44DBE994-9C7F-4232-83E0-33ADB8A1BB91}" dt="2026-07-16T01:24:53.408" v="822" actId="14100"/>
          <ac:spMkLst>
            <pc:docMk/>
            <pc:sldMk cId="0" sldId="274"/>
            <ac:spMk id="35" creationId="{00000000-0000-0000-0000-000000000000}"/>
          </ac:spMkLst>
        </pc:spChg>
        <pc:spChg chg="mod">
          <ac:chgData name="Mayank Vashishth" userId="bd442ecd-7a5f-4ba0-b5b5-b72db20bc4d5" providerId="ADAL" clId="{44DBE994-9C7F-4232-83E0-33ADB8A1BB91}" dt="2026-07-16T01:23:10.636" v="730" actId="403"/>
          <ac:spMkLst>
            <pc:docMk/>
            <pc:sldMk cId="0" sldId="274"/>
            <ac:spMk id="40" creationId="{00000000-0000-0000-0000-000000000000}"/>
          </ac:spMkLst>
        </pc:spChg>
        <pc:spChg chg="mod">
          <ac:chgData name="Mayank Vashishth" userId="bd442ecd-7a5f-4ba0-b5b5-b72db20bc4d5" providerId="ADAL" clId="{44DBE994-9C7F-4232-83E0-33ADB8A1BB91}" dt="2026-07-16T01:24:01.843" v="771" actId="14100"/>
          <ac:spMkLst>
            <pc:docMk/>
            <pc:sldMk cId="0" sldId="274"/>
            <ac:spMk id="41" creationId="{00000000-0000-0000-0000-000000000000}"/>
          </ac:spMkLst>
        </pc:spChg>
        <pc:spChg chg="mod">
          <ac:chgData name="Mayank Vashishth" userId="bd442ecd-7a5f-4ba0-b5b5-b72db20bc4d5" providerId="ADAL" clId="{44DBE994-9C7F-4232-83E0-33ADB8A1BB91}" dt="2026-07-16T01:24:41.500" v="804" actId="1035"/>
          <ac:spMkLst>
            <pc:docMk/>
            <pc:sldMk cId="0" sldId="274"/>
            <ac:spMk id="42" creationId="{00000000-0000-0000-0000-000000000000}"/>
          </ac:spMkLst>
        </pc:spChg>
        <pc:spChg chg="mod">
          <ac:chgData name="Mayank Vashishth" userId="bd442ecd-7a5f-4ba0-b5b5-b72db20bc4d5" providerId="ADAL" clId="{44DBE994-9C7F-4232-83E0-33ADB8A1BB91}" dt="2026-07-16T01:24:41.500" v="804" actId="1035"/>
          <ac:spMkLst>
            <pc:docMk/>
            <pc:sldMk cId="0" sldId="274"/>
            <ac:spMk id="43" creationId="{00000000-0000-0000-0000-000000000000}"/>
          </ac:spMkLst>
        </pc:spChg>
        <pc:spChg chg="mod">
          <ac:chgData name="Mayank Vashishth" userId="bd442ecd-7a5f-4ba0-b5b5-b72db20bc4d5" providerId="ADAL" clId="{44DBE994-9C7F-4232-83E0-33ADB8A1BB91}" dt="2026-07-16T01:24:53.408" v="822" actId="14100"/>
          <ac:spMkLst>
            <pc:docMk/>
            <pc:sldMk cId="0" sldId="274"/>
            <ac:spMk id="44" creationId="{00000000-0000-0000-0000-000000000000}"/>
          </ac:spMkLst>
        </pc:spChg>
        <pc:spChg chg="mod">
          <ac:chgData name="Mayank Vashishth" userId="bd442ecd-7a5f-4ba0-b5b5-b72db20bc4d5" providerId="ADAL" clId="{44DBE994-9C7F-4232-83E0-33ADB8A1BB91}" dt="2026-07-16T01:23:10.636" v="730" actId="403"/>
          <ac:spMkLst>
            <pc:docMk/>
            <pc:sldMk cId="0" sldId="274"/>
            <ac:spMk id="49" creationId="{00000000-0000-0000-0000-000000000000}"/>
          </ac:spMkLst>
        </pc:spChg>
        <pc:spChg chg="mod">
          <ac:chgData name="Mayank Vashishth" userId="bd442ecd-7a5f-4ba0-b5b5-b72db20bc4d5" providerId="ADAL" clId="{44DBE994-9C7F-4232-83E0-33ADB8A1BB91}" dt="2026-07-16T01:24:01.843" v="771" actId="14100"/>
          <ac:spMkLst>
            <pc:docMk/>
            <pc:sldMk cId="0" sldId="274"/>
            <ac:spMk id="50" creationId="{00000000-0000-0000-0000-000000000000}"/>
          </ac:spMkLst>
        </pc:spChg>
        <pc:spChg chg="mod">
          <ac:chgData name="Mayank Vashishth" userId="bd442ecd-7a5f-4ba0-b5b5-b72db20bc4d5" providerId="ADAL" clId="{44DBE994-9C7F-4232-83E0-33ADB8A1BB91}" dt="2026-07-16T01:24:41.500" v="804" actId="1035"/>
          <ac:spMkLst>
            <pc:docMk/>
            <pc:sldMk cId="0" sldId="274"/>
            <ac:spMk id="51" creationId="{00000000-0000-0000-0000-000000000000}"/>
          </ac:spMkLst>
        </pc:spChg>
        <pc:spChg chg="mod">
          <ac:chgData name="Mayank Vashishth" userId="bd442ecd-7a5f-4ba0-b5b5-b72db20bc4d5" providerId="ADAL" clId="{44DBE994-9C7F-4232-83E0-33ADB8A1BB91}" dt="2026-07-16T01:24:41.500" v="804" actId="1035"/>
          <ac:spMkLst>
            <pc:docMk/>
            <pc:sldMk cId="0" sldId="274"/>
            <ac:spMk id="52" creationId="{00000000-0000-0000-0000-000000000000}"/>
          </ac:spMkLst>
        </pc:spChg>
        <pc:spChg chg="del mod">
          <ac:chgData name="Mayank Vashishth" userId="bd442ecd-7a5f-4ba0-b5b5-b72db20bc4d5" providerId="ADAL" clId="{44DBE994-9C7F-4232-83E0-33ADB8A1BB91}" dt="2026-07-16T11:12:46.530" v="2085" actId="478"/>
          <ac:spMkLst>
            <pc:docMk/>
            <pc:sldMk cId="0" sldId="274"/>
            <ac:spMk id="53" creationId="{00000000-0000-0000-0000-000000000000}"/>
          </ac:spMkLst>
        </pc:spChg>
        <pc:spChg chg="add">
          <ac:chgData name="Mayank Vashishth" userId="bd442ecd-7a5f-4ba0-b5b5-b72db20bc4d5" providerId="ADAL" clId="{44DBE994-9C7F-4232-83E0-33ADB8A1BB91}" dt="2026-07-16T01:25:01.741" v="825" actId="22"/>
          <ac:spMkLst>
            <pc:docMk/>
            <pc:sldMk cId="0" sldId="274"/>
            <ac:spMk id="55" creationId="{433A4245-85B6-DDBC-6B0D-B27334AF2201}"/>
          </ac:spMkLst>
        </pc:spChg>
      </pc:sldChg>
      <pc:sldChg chg="addSp delSp modSp mod">
        <pc:chgData name="Mayank Vashishth" userId="bd442ecd-7a5f-4ba0-b5b5-b72db20bc4d5" providerId="ADAL" clId="{44DBE994-9C7F-4232-83E0-33ADB8A1BB91}" dt="2026-07-16T01:26:25.544" v="946" actId="14100"/>
        <pc:sldMkLst>
          <pc:docMk/>
          <pc:sldMk cId="0" sldId="275"/>
        </pc:sldMkLst>
        <pc:spChg chg="del">
          <ac:chgData name="Mayank Vashishth" userId="bd442ecd-7a5f-4ba0-b5b5-b72db20bc4d5" providerId="ADAL" clId="{44DBE994-9C7F-4232-83E0-33ADB8A1BB91}" dt="2026-07-16T01:26:07.031" v="898" actId="478"/>
          <ac:spMkLst>
            <pc:docMk/>
            <pc:sldMk cId="0" sldId="275"/>
            <ac:spMk id="2" creationId="{00000000-0000-0000-0000-000000000000}"/>
          </ac:spMkLst>
        </pc:spChg>
        <pc:spChg chg="del">
          <ac:chgData name="Mayank Vashishth" userId="bd442ecd-7a5f-4ba0-b5b5-b72db20bc4d5" providerId="ADAL" clId="{44DBE994-9C7F-4232-83E0-33ADB8A1BB91}" dt="2026-07-16T01:25:11.266" v="826" actId="478"/>
          <ac:spMkLst>
            <pc:docMk/>
            <pc:sldMk cId="0" sldId="275"/>
            <ac:spMk id="3" creationId="{00000000-0000-0000-0000-000000000000}"/>
          </ac:spMkLst>
        </pc:spChg>
        <pc:spChg chg="mod">
          <ac:chgData name="Mayank Vashishth" userId="bd442ecd-7a5f-4ba0-b5b5-b72db20bc4d5" providerId="ADAL" clId="{44DBE994-9C7F-4232-83E0-33ADB8A1BB91}" dt="2026-07-16T01:26:25.544" v="946" actId="14100"/>
          <ac:spMkLst>
            <pc:docMk/>
            <pc:sldMk cId="0" sldId="275"/>
            <ac:spMk id="33" creationId="{00000000-0000-0000-0000-000000000000}"/>
          </ac:spMkLst>
        </pc:spChg>
        <pc:spChg chg="mod">
          <ac:chgData name="Mayank Vashishth" userId="bd442ecd-7a5f-4ba0-b5b5-b72db20bc4d5" providerId="ADAL" clId="{44DBE994-9C7F-4232-83E0-33ADB8A1BB91}" dt="2026-07-16T01:21:23.073" v="703" actId="14100"/>
          <ac:spMkLst>
            <pc:docMk/>
            <pc:sldMk cId="0" sldId="275"/>
            <ac:spMk id="47" creationId="{00000000-0000-0000-0000-000000000000}"/>
          </ac:spMkLst>
        </pc:spChg>
        <pc:spChg chg="mod">
          <ac:chgData name="Mayank Vashishth" userId="bd442ecd-7a5f-4ba0-b5b5-b72db20bc4d5" providerId="ADAL" clId="{44DBE994-9C7F-4232-83E0-33ADB8A1BB91}" dt="2026-07-16T01:21:38.245" v="711" actId="12789"/>
          <ac:spMkLst>
            <pc:docMk/>
            <pc:sldMk cId="0" sldId="275"/>
            <ac:spMk id="48" creationId="{00000000-0000-0000-0000-000000000000}"/>
          </ac:spMkLst>
        </pc:spChg>
        <pc:spChg chg="mod">
          <ac:chgData name="Mayank Vashishth" userId="bd442ecd-7a5f-4ba0-b5b5-b72db20bc4d5" providerId="ADAL" clId="{44DBE994-9C7F-4232-83E0-33ADB8A1BB91}" dt="2026-07-16T01:21:09.655" v="688" actId="1036"/>
          <ac:spMkLst>
            <pc:docMk/>
            <pc:sldMk cId="0" sldId="275"/>
            <ac:spMk id="49" creationId="{00000000-0000-0000-0000-000000000000}"/>
          </ac:spMkLst>
        </pc:spChg>
        <pc:spChg chg="mod">
          <ac:chgData name="Mayank Vashishth" userId="bd442ecd-7a5f-4ba0-b5b5-b72db20bc4d5" providerId="ADAL" clId="{44DBE994-9C7F-4232-83E0-33ADB8A1BB91}" dt="2026-07-16T01:21:15.934" v="696" actId="1035"/>
          <ac:spMkLst>
            <pc:docMk/>
            <pc:sldMk cId="0" sldId="275"/>
            <ac:spMk id="50" creationId="{00000000-0000-0000-0000-000000000000}"/>
          </ac:spMkLst>
        </pc:spChg>
        <pc:spChg chg="mod">
          <ac:chgData name="Mayank Vashishth" userId="bd442ecd-7a5f-4ba0-b5b5-b72db20bc4d5" providerId="ADAL" clId="{44DBE994-9C7F-4232-83E0-33ADB8A1BB91}" dt="2026-07-16T01:21:23.073" v="703" actId="14100"/>
          <ac:spMkLst>
            <pc:docMk/>
            <pc:sldMk cId="0" sldId="275"/>
            <ac:spMk id="51" creationId="{00000000-0000-0000-0000-000000000000}"/>
          </ac:spMkLst>
        </pc:spChg>
        <pc:spChg chg="mod">
          <ac:chgData name="Mayank Vashishth" userId="bd442ecd-7a5f-4ba0-b5b5-b72db20bc4d5" providerId="ADAL" clId="{44DBE994-9C7F-4232-83E0-33ADB8A1BB91}" dt="2026-07-16T01:21:38.245" v="711" actId="12789"/>
          <ac:spMkLst>
            <pc:docMk/>
            <pc:sldMk cId="0" sldId="275"/>
            <ac:spMk id="52" creationId="{00000000-0000-0000-0000-000000000000}"/>
          </ac:spMkLst>
        </pc:spChg>
        <pc:spChg chg="mod">
          <ac:chgData name="Mayank Vashishth" userId="bd442ecd-7a5f-4ba0-b5b5-b72db20bc4d5" providerId="ADAL" clId="{44DBE994-9C7F-4232-83E0-33ADB8A1BB91}" dt="2026-07-16T01:21:09.655" v="688" actId="1036"/>
          <ac:spMkLst>
            <pc:docMk/>
            <pc:sldMk cId="0" sldId="275"/>
            <ac:spMk id="53" creationId="{00000000-0000-0000-0000-000000000000}"/>
          </ac:spMkLst>
        </pc:spChg>
        <pc:spChg chg="mod">
          <ac:chgData name="Mayank Vashishth" userId="bd442ecd-7a5f-4ba0-b5b5-b72db20bc4d5" providerId="ADAL" clId="{44DBE994-9C7F-4232-83E0-33ADB8A1BB91}" dt="2026-07-16T01:21:15.934" v="696" actId="1035"/>
          <ac:spMkLst>
            <pc:docMk/>
            <pc:sldMk cId="0" sldId="275"/>
            <ac:spMk id="54" creationId="{00000000-0000-0000-0000-000000000000}"/>
          </ac:spMkLst>
        </pc:spChg>
        <pc:spChg chg="mod">
          <ac:chgData name="Mayank Vashishth" userId="bd442ecd-7a5f-4ba0-b5b5-b72db20bc4d5" providerId="ADAL" clId="{44DBE994-9C7F-4232-83E0-33ADB8A1BB91}" dt="2026-07-16T01:21:38.245" v="711" actId="12789"/>
          <ac:spMkLst>
            <pc:docMk/>
            <pc:sldMk cId="0" sldId="275"/>
            <ac:spMk id="55" creationId="{00000000-0000-0000-0000-000000000000}"/>
          </ac:spMkLst>
        </pc:spChg>
        <pc:spChg chg="mod">
          <ac:chgData name="Mayank Vashishth" userId="bd442ecd-7a5f-4ba0-b5b5-b72db20bc4d5" providerId="ADAL" clId="{44DBE994-9C7F-4232-83E0-33ADB8A1BB91}" dt="2026-07-16T01:21:38.245" v="711" actId="12789"/>
          <ac:spMkLst>
            <pc:docMk/>
            <pc:sldMk cId="0" sldId="275"/>
            <ac:spMk id="56" creationId="{00000000-0000-0000-0000-000000000000}"/>
          </ac:spMkLst>
        </pc:spChg>
        <pc:spChg chg="mod">
          <ac:chgData name="Mayank Vashishth" userId="bd442ecd-7a5f-4ba0-b5b5-b72db20bc4d5" providerId="ADAL" clId="{44DBE994-9C7F-4232-83E0-33ADB8A1BB91}" dt="2026-07-16T01:21:09.655" v="688" actId="1036"/>
          <ac:spMkLst>
            <pc:docMk/>
            <pc:sldMk cId="0" sldId="275"/>
            <ac:spMk id="57" creationId="{00000000-0000-0000-0000-000000000000}"/>
          </ac:spMkLst>
        </pc:spChg>
        <pc:spChg chg="mod">
          <ac:chgData name="Mayank Vashishth" userId="bd442ecd-7a5f-4ba0-b5b5-b72db20bc4d5" providerId="ADAL" clId="{44DBE994-9C7F-4232-83E0-33ADB8A1BB91}" dt="2026-07-16T01:21:15.934" v="696" actId="1035"/>
          <ac:spMkLst>
            <pc:docMk/>
            <pc:sldMk cId="0" sldId="275"/>
            <ac:spMk id="58" creationId="{00000000-0000-0000-0000-000000000000}"/>
          </ac:spMkLst>
        </pc:spChg>
        <pc:spChg chg="add">
          <ac:chgData name="Mayank Vashishth" userId="bd442ecd-7a5f-4ba0-b5b5-b72db20bc4d5" providerId="ADAL" clId="{44DBE994-9C7F-4232-83E0-33ADB8A1BB91}" dt="2026-07-16T01:25:11.916" v="827" actId="22"/>
          <ac:spMkLst>
            <pc:docMk/>
            <pc:sldMk cId="0" sldId="275"/>
            <ac:spMk id="60" creationId="{2AEB21FD-090F-C1CE-CB31-C76E6B88A7EF}"/>
          </ac:spMkLst>
        </pc:spChg>
      </pc:sldChg>
      <pc:sldChg chg="addSp delSp modSp mod">
        <pc:chgData name="Mayank Vashishth" userId="bd442ecd-7a5f-4ba0-b5b5-b72db20bc4d5" providerId="ADAL" clId="{44DBE994-9C7F-4232-83E0-33ADB8A1BB91}" dt="2026-07-16T01:25:53.076" v="897" actId="478"/>
        <pc:sldMkLst>
          <pc:docMk/>
          <pc:sldMk cId="0" sldId="276"/>
        </pc:sldMkLst>
        <pc:spChg chg="del">
          <ac:chgData name="Mayank Vashishth" userId="bd442ecd-7a5f-4ba0-b5b5-b72db20bc4d5" providerId="ADAL" clId="{44DBE994-9C7F-4232-83E0-33ADB8A1BB91}" dt="2026-07-16T01:25:53.076" v="897" actId="478"/>
          <ac:spMkLst>
            <pc:docMk/>
            <pc:sldMk cId="0" sldId="276"/>
            <ac:spMk id="2" creationId="{00000000-0000-0000-0000-000000000000}"/>
          </ac:spMkLst>
        </pc:spChg>
        <pc:spChg chg="del">
          <ac:chgData name="Mayank Vashishth" userId="bd442ecd-7a5f-4ba0-b5b5-b72db20bc4d5" providerId="ADAL" clId="{44DBE994-9C7F-4232-83E0-33ADB8A1BB91}" dt="2026-07-16T01:25:49.819" v="895" actId="478"/>
          <ac:spMkLst>
            <pc:docMk/>
            <pc:sldMk cId="0" sldId="276"/>
            <ac:spMk id="3" creationId="{00000000-0000-0000-0000-000000000000}"/>
          </ac:spMkLst>
        </pc:spChg>
        <pc:spChg chg="mod">
          <ac:chgData name="Mayank Vashishth" userId="bd442ecd-7a5f-4ba0-b5b5-b72db20bc4d5" providerId="ADAL" clId="{44DBE994-9C7F-4232-83E0-33ADB8A1BB91}" dt="2026-07-16T01:25:26.327" v="851" actId="1035"/>
          <ac:spMkLst>
            <pc:docMk/>
            <pc:sldMk cId="0" sldId="276"/>
            <ac:spMk id="8" creationId="{00000000-0000-0000-0000-000000000000}"/>
          </ac:spMkLst>
        </pc:spChg>
        <pc:spChg chg="mod">
          <ac:chgData name="Mayank Vashishth" userId="bd442ecd-7a5f-4ba0-b5b5-b72db20bc4d5" providerId="ADAL" clId="{44DBE994-9C7F-4232-83E0-33ADB8A1BB91}" dt="2026-07-16T01:25:26.327" v="851" actId="1035"/>
          <ac:spMkLst>
            <pc:docMk/>
            <pc:sldMk cId="0" sldId="276"/>
            <ac:spMk id="9" creationId="{00000000-0000-0000-0000-000000000000}"/>
          </ac:spMkLst>
        </pc:spChg>
        <pc:spChg chg="mod">
          <ac:chgData name="Mayank Vashishth" userId="bd442ecd-7a5f-4ba0-b5b5-b72db20bc4d5" providerId="ADAL" clId="{44DBE994-9C7F-4232-83E0-33ADB8A1BB91}" dt="2026-07-16T01:25:26.327" v="851" actId="1035"/>
          <ac:spMkLst>
            <pc:docMk/>
            <pc:sldMk cId="0" sldId="276"/>
            <ac:spMk id="10" creationId="{00000000-0000-0000-0000-000000000000}"/>
          </ac:spMkLst>
        </pc:spChg>
        <pc:spChg chg="mod">
          <ac:chgData name="Mayank Vashishth" userId="bd442ecd-7a5f-4ba0-b5b5-b72db20bc4d5" providerId="ADAL" clId="{44DBE994-9C7F-4232-83E0-33ADB8A1BB91}" dt="2026-07-16T01:25:26.327" v="851" actId="1035"/>
          <ac:spMkLst>
            <pc:docMk/>
            <pc:sldMk cId="0" sldId="276"/>
            <ac:spMk id="11" creationId="{00000000-0000-0000-0000-000000000000}"/>
          </ac:spMkLst>
        </pc:spChg>
        <pc:spChg chg="mod">
          <ac:chgData name="Mayank Vashishth" userId="bd442ecd-7a5f-4ba0-b5b5-b72db20bc4d5" providerId="ADAL" clId="{44DBE994-9C7F-4232-83E0-33ADB8A1BB91}" dt="2026-07-16T01:25:33.299" v="871" actId="1036"/>
          <ac:spMkLst>
            <pc:docMk/>
            <pc:sldMk cId="0" sldId="276"/>
            <ac:spMk id="16" creationId="{00000000-0000-0000-0000-000000000000}"/>
          </ac:spMkLst>
        </pc:spChg>
        <pc:spChg chg="mod">
          <ac:chgData name="Mayank Vashishth" userId="bd442ecd-7a5f-4ba0-b5b5-b72db20bc4d5" providerId="ADAL" clId="{44DBE994-9C7F-4232-83E0-33ADB8A1BB91}" dt="2026-07-16T01:25:33.299" v="871" actId="1036"/>
          <ac:spMkLst>
            <pc:docMk/>
            <pc:sldMk cId="0" sldId="276"/>
            <ac:spMk id="24" creationId="{00000000-0000-0000-0000-000000000000}"/>
          </ac:spMkLst>
        </pc:spChg>
        <pc:spChg chg="mod">
          <ac:chgData name="Mayank Vashishth" userId="bd442ecd-7a5f-4ba0-b5b5-b72db20bc4d5" providerId="ADAL" clId="{44DBE994-9C7F-4232-83E0-33ADB8A1BB91}" dt="2026-07-16T01:25:33.299" v="871" actId="1036"/>
          <ac:spMkLst>
            <pc:docMk/>
            <pc:sldMk cId="0" sldId="276"/>
            <ac:spMk id="28" creationId="{00000000-0000-0000-0000-000000000000}"/>
          </ac:spMkLst>
        </pc:spChg>
        <pc:spChg chg="mod">
          <ac:chgData name="Mayank Vashishth" userId="bd442ecd-7a5f-4ba0-b5b5-b72db20bc4d5" providerId="ADAL" clId="{44DBE994-9C7F-4232-83E0-33ADB8A1BB91}" dt="2026-07-16T01:25:33.299" v="871" actId="1036"/>
          <ac:spMkLst>
            <pc:docMk/>
            <pc:sldMk cId="0" sldId="276"/>
            <ac:spMk id="34" creationId="{00000000-0000-0000-0000-000000000000}"/>
          </ac:spMkLst>
        </pc:spChg>
        <pc:spChg chg="mod">
          <ac:chgData name="Mayank Vashishth" userId="bd442ecd-7a5f-4ba0-b5b5-b72db20bc4d5" providerId="ADAL" clId="{44DBE994-9C7F-4232-83E0-33ADB8A1BB91}" dt="2026-07-16T01:25:33.299" v="871" actId="1036"/>
          <ac:spMkLst>
            <pc:docMk/>
            <pc:sldMk cId="0" sldId="276"/>
            <ac:spMk id="40" creationId="{00000000-0000-0000-0000-000000000000}"/>
          </ac:spMkLst>
        </pc:spChg>
        <pc:spChg chg="mod">
          <ac:chgData name="Mayank Vashishth" userId="bd442ecd-7a5f-4ba0-b5b5-b72db20bc4d5" providerId="ADAL" clId="{44DBE994-9C7F-4232-83E0-33ADB8A1BB91}" dt="2026-07-16T01:25:33.299" v="871" actId="1036"/>
          <ac:spMkLst>
            <pc:docMk/>
            <pc:sldMk cId="0" sldId="276"/>
            <ac:spMk id="43" creationId="{00000000-0000-0000-0000-000000000000}"/>
          </ac:spMkLst>
        </pc:spChg>
        <pc:spChg chg="mod">
          <ac:chgData name="Mayank Vashishth" userId="bd442ecd-7a5f-4ba0-b5b5-b72db20bc4d5" providerId="ADAL" clId="{44DBE994-9C7F-4232-83E0-33ADB8A1BB91}" dt="2026-07-16T01:25:33.299" v="871" actId="1036"/>
          <ac:spMkLst>
            <pc:docMk/>
            <pc:sldMk cId="0" sldId="276"/>
            <ac:spMk id="45" creationId="{00000000-0000-0000-0000-000000000000}"/>
          </ac:spMkLst>
        </pc:spChg>
        <pc:spChg chg="mod">
          <ac:chgData name="Mayank Vashishth" userId="bd442ecd-7a5f-4ba0-b5b5-b72db20bc4d5" providerId="ADAL" clId="{44DBE994-9C7F-4232-83E0-33ADB8A1BB91}" dt="2026-07-16T01:25:33.299" v="871" actId="1036"/>
          <ac:spMkLst>
            <pc:docMk/>
            <pc:sldMk cId="0" sldId="276"/>
            <ac:spMk id="48" creationId="{00000000-0000-0000-0000-000000000000}"/>
          </ac:spMkLst>
        </pc:spChg>
        <pc:spChg chg="mod">
          <ac:chgData name="Mayank Vashishth" userId="bd442ecd-7a5f-4ba0-b5b5-b72db20bc4d5" providerId="ADAL" clId="{44DBE994-9C7F-4232-83E0-33ADB8A1BB91}" dt="2026-07-16T01:25:33.299" v="871" actId="1036"/>
          <ac:spMkLst>
            <pc:docMk/>
            <pc:sldMk cId="0" sldId="276"/>
            <ac:spMk id="54" creationId="{00000000-0000-0000-0000-000000000000}"/>
          </ac:spMkLst>
        </pc:spChg>
        <pc:spChg chg="mod">
          <ac:chgData name="Mayank Vashishth" userId="bd442ecd-7a5f-4ba0-b5b5-b72db20bc4d5" providerId="ADAL" clId="{44DBE994-9C7F-4232-83E0-33ADB8A1BB91}" dt="2026-07-16T01:25:33.299" v="871" actId="1036"/>
          <ac:spMkLst>
            <pc:docMk/>
            <pc:sldMk cId="0" sldId="276"/>
            <ac:spMk id="60" creationId="{00000000-0000-0000-0000-000000000000}"/>
          </ac:spMkLst>
        </pc:spChg>
        <pc:spChg chg="mod">
          <ac:chgData name="Mayank Vashishth" userId="bd442ecd-7a5f-4ba0-b5b5-b72db20bc4d5" providerId="ADAL" clId="{44DBE994-9C7F-4232-83E0-33ADB8A1BB91}" dt="2026-07-16T01:25:40.197" v="893" actId="1035"/>
          <ac:spMkLst>
            <pc:docMk/>
            <pc:sldMk cId="0" sldId="276"/>
            <ac:spMk id="62" creationId="{00000000-0000-0000-0000-000000000000}"/>
          </ac:spMkLst>
        </pc:spChg>
        <pc:spChg chg="mod">
          <ac:chgData name="Mayank Vashishth" userId="bd442ecd-7a5f-4ba0-b5b5-b72db20bc4d5" providerId="ADAL" clId="{44DBE994-9C7F-4232-83E0-33ADB8A1BB91}" dt="2026-07-16T01:25:45.660" v="894" actId="554"/>
          <ac:spMkLst>
            <pc:docMk/>
            <pc:sldMk cId="0" sldId="276"/>
            <ac:spMk id="63" creationId="{00000000-0000-0000-0000-000000000000}"/>
          </ac:spMkLst>
        </pc:spChg>
        <pc:spChg chg="mod">
          <ac:chgData name="Mayank Vashishth" userId="bd442ecd-7a5f-4ba0-b5b5-b72db20bc4d5" providerId="ADAL" clId="{44DBE994-9C7F-4232-83E0-33ADB8A1BB91}" dt="2026-07-16T01:25:45.660" v="894" actId="554"/>
          <ac:spMkLst>
            <pc:docMk/>
            <pc:sldMk cId="0" sldId="276"/>
            <ac:spMk id="64" creationId="{00000000-0000-0000-0000-000000000000}"/>
          </ac:spMkLst>
        </pc:spChg>
        <pc:spChg chg="add">
          <ac:chgData name="Mayank Vashishth" userId="bd442ecd-7a5f-4ba0-b5b5-b72db20bc4d5" providerId="ADAL" clId="{44DBE994-9C7F-4232-83E0-33ADB8A1BB91}" dt="2026-07-16T01:25:50.358" v="896" actId="22"/>
          <ac:spMkLst>
            <pc:docMk/>
            <pc:sldMk cId="0" sldId="276"/>
            <ac:spMk id="66" creationId="{E6C8D641-02F3-C784-AAA6-23AC1BAF48DA}"/>
          </ac:spMkLst>
        </pc:spChg>
      </pc:sldChg>
      <pc:sldChg chg="addSp delSp modSp mod">
        <pc:chgData name="Mayank Vashishth" userId="bd442ecd-7a5f-4ba0-b5b5-b72db20bc4d5" providerId="ADAL" clId="{44DBE994-9C7F-4232-83E0-33ADB8A1BB91}" dt="2026-07-16T11:13:49.398" v="2088" actId="6549"/>
        <pc:sldMkLst>
          <pc:docMk/>
          <pc:sldMk cId="0" sldId="277"/>
        </pc:sldMkLst>
        <pc:spChg chg="del">
          <ac:chgData name="Mayank Vashishth" userId="bd442ecd-7a5f-4ba0-b5b5-b72db20bc4d5" providerId="ADAL" clId="{44DBE994-9C7F-4232-83E0-33ADB8A1BB91}" dt="2026-07-16T01:26:37.191" v="947" actId="478"/>
          <ac:spMkLst>
            <pc:docMk/>
            <pc:sldMk cId="0" sldId="277"/>
            <ac:spMk id="2" creationId="{00000000-0000-0000-0000-000000000000}"/>
          </ac:spMkLst>
        </pc:spChg>
        <pc:spChg chg="del">
          <ac:chgData name="Mayank Vashishth" userId="bd442ecd-7a5f-4ba0-b5b5-b72db20bc4d5" providerId="ADAL" clId="{44DBE994-9C7F-4232-83E0-33ADB8A1BB91}" dt="2026-07-16T01:26:54.518" v="979" actId="478"/>
          <ac:spMkLst>
            <pc:docMk/>
            <pc:sldMk cId="0" sldId="277"/>
            <ac:spMk id="3" creationId="{00000000-0000-0000-0000-000000000000}"/>
          </ac:spMkLst>
        </pc:spChg>
        <pc:spChg chg="mod">
          <ac:chgData name="Mayank Vashishth" userId="bd442ecd-7a5f-4ba0-b5b5-b72db20bc4d5" providerId="ADAL" clId="{44DBE994-9C7F-4232-83E0-33ADB8A1BB91}" dt="2026-07-16T10:16:44.565" v="1996" actId="20577"/>
          <ac:spMkLst>
            <pc:docMk/>
            <pc:sldMk cId="0" sldId="277"/>
            <ac:spMk id="4" creationId="{00000000-0000-0000-0000-000000000000}"/>
          </ac:spMkLst>
        </pc:spChg>
        <pc:spChg chg="mod">
          <ac:chgData name="Mayank Vashishth" userId="bd442ecd-7a5f-4ba0-b5b5-b72db20bc4d5" providerId="ADAL" clId="{44DBE994-9C7F-4232-83E0-33ADB8A1BB91}" dt="2026-07-16T01:26:46.805" v="964" actId="1035"/>
          <ac:spMkLst>
            <pc:docMk/>
            <pc:sldMk cId="0" sldId="277"/>
            <ac:spMk id="9" creationId="{00000000-0000-0000-0000-000000000000}"/>
          </ac:spMkLst>
        </pc:spChg>
        <pc:spChg chg="mod">
          <ac:chgData name="Mayank Vashishth" userId="bd442ecd-7a5f-4ba0-b5b5-b72db20bc4d5" providerId="ADAL" clId="{44DBE994-9C7F-4232-83E0-33ADB8A1BB91}" dt="2026-07-16T01:26:46.805" v="964" actId="1035"/>
          <ac:spMkLst>
            <pc:docMk/>
            <pc:sldMk cId="0" sldId="277"/>
            <ac:spMk id="10" creationId="{00000000-0000-0000-0000-000000000000}"/>
          </ac:spMkLst>
        </pc:spChg>
        <pc:spChg chg="mod">
          <ac:chgData name="Mayank Vashishth" userId="bd442ecd-7a5f-4ba0-b5b5-b72db20bc4d5" providerId="ADAL" clId="{44DBE994-9C7F-4232-83E0-33ADB8A1BB91}" dt="2026-07-16T01:26:46.805" v="964" actId="1035"/>
          <ac:spMkLst>
            <pc:docMk/>
            <pc:sldMk cId="0" sldId="277"/>
            <ac:spMk id="15" creationId="{00000000-0000-0000-0000-000000000000}"/>
          </ac:spMkLst>
        </pc:spChg>
        <pc:spChg chg="mod">
          <ac:chgData name="Mayank Vashishth" userId="bd442ecd-7a5f-4ba0-b5b5-b72db20bc4d5" providerId="ADAL" clId="{44DBE994-9C7F-4232-83E0-33ADB8A1BB91}" dt="2026-07-16T01:26:46.805" v="964" actId="1035"/>
          <ac:spMkLst>
            <pc:docMk/>
            <pc:sldMk cId="0" sldId="277"/>
            <ac:spMk id="16" creationId="{00000000-0000-0000-0000-000000000000}"/>
          </ac:spMkLst>
        </pc:spChg>
        <pc:spChg chg="mod">
          <ac:chgData name="Mayank Vashishth" userId="bd442ecd-7a5f-4ba0-b5b5-b72db20bc4d5" providerId="ADAL" clId="{44DBE994-9C7F-4232-83E0-33ADB8A1BB91}" dt="2026-07-16T01:26:46.805" v="964" actId="1035"/>
          <ac:spMkLst>
            <pc:docMk/>
            <pc:sldMk cId="0" sldId="277"/>
            <ac:spMk id="21" creationId="{00000000-0000-0000-0000-000000000000}"/>
          </ac:spMkLst>
        </pc:spChg>
        <pc:spChg chg="mod">
          <ac:chgData name="Mayank Vashishth" userId="bd442ecd-7a5f-4ba0-b5b5-b72db20bc4d5" providerId="ADAL" clId="{44DBE994-9C7F-4232-83E0-33ADB8A1BB91}" dt="2026-07-16T01:26:46.805" v="964" actId="1035"/>
          <ac:spMkLst>
            <pc:docMk/>
            <pc:sldMk cId="0" sldId="277"/>
            <ac:spMk id="23" creationId="{00000000-0000-0000-0000-000000000000}"/>
          </ac:spMkLst>
        </pc:spChg>
        <pc:spChg chg="mod">
          <ac:chgData name="Mayank Vashishth" userId="bd442ecd-7a5f-4ba0-b5b5-b72db20bc4d5" providerId="ADAL" clId="{44DBE994-9C7F-4232-83E0-33ADB8A1BB91}" dt="2026-07-16T01:26:46.805" v="964" actId="1035"/>
          <ac:spMkLst>
            <pc:docMk/>
            <pc:sldMk cId="0" sldId="277"/>
            <ac:spMk id="45" creationId="{00000000-0000-0000-0000-000000000000}"/>
          </ac:spMkLst>
        </pc:spChg>
        <pc:spChg chg="mod">
          <ac:chgData name="Mayank Vashishth" userId="bd442ecd-7a5f-4ba0-b5b5-b72db20bc4d5" providerId="ADAL" clId="{44DBE994-9C7F-4232-83E0-33ADB8A1BB91}" dt="2026-07-16T01:26:46.805" v="964" actId="1035"/>
          <ac:spMkLst>
            <pc:docMk/>
            <pc:sldMk cId="0" sldId="277"/>
            <ac:spMk id="55" creationId="{00000000-0000-0000-0000-000000000000}"/>
          </ac:spMkLst>
        </pc:spChg>
        <pc:spChg chg="mod">
          <ac:chgData name="Mayank Vashishth" userId="bd442ecd-7a5f-4ba0-b5b5-b72db20bc4d5" providerId="ADAL" clId="{44DBE994-9C7F-4232-83E0-33ADB8A1BB91}" dt="2026-07-16T01:26:46.805" v="964" actId="1035"/>
          <ac:spMkLst>
            <pc:docMk/>
            <pc:sldMk cId="0" sldId="277"/>
            <ac:spMk id="65" creationId="{00000000-0000-0000-0000-000000000000}"/>
          </ac:spMkLst>
        </pc:spChg>
        <pc:spChg chg="mod">
          <ac:chgData name="Mayank Vashishth" userId="bd442ecd-7a5f-4ba0-b5b5-b72db20bc4d5" providerId="ADAL" clId="{44DBE994-9C7F-4232-83E0-33ADB8A1BB91}" dt="2026-07-16T01:26:46.805" v="964" actId="1035"/>
          <ac:spMkLst>
            <pc:docMk/>
            <pc:sldMk cId="0" sldId="277"/>
            <ac:spMk id="67" creationId="{00000000-0000-0000-0000-000000000000}"/>
          </ac:spMkLst>
        </pc:spChg>
        <pc:spChg chg="mod">
          <ac:chgData name="Mayank Vashishth" userId="bd442ecd-7a5f-4ba0-b5b5-b72db20bc4d5" providerId="ADAL" clId="{44DBE994-9C7F-4232-83E0-33ADB8A1BB91}" dt="2026-07-16T11:13:49.398" v="2088" actId="6549"/>
          <ac:spMkLst>
            <pc:docMk/>
            <pc:sldMk cId="0" sldId="277"/>
            <ac:spMk id="68" creationId="{00000000-0000-0000-0000-000000000000}"/>
          </ac:spMkLst>
        </pc:spChg>
        <pc:spChg chg="add">
          <ac:chgData name="Mayank Vashishth" userId="bd442ecd-7a5f-4ba0-b5b5-b72db20bc4d5" providerId="ADAL" clId="{44DBE994-9C7F-4232-83E0-33ADB8A1BB91}" dt="2026-07-16T01:26:55.079" v="980" actId="22"/>
          <ac:spMkLst>
            <pc:docMk/>
            <pc:sldMk cId="0" sldId="277"/>
            <ac:spMk id="70" creationId="{B7B6DEAA-B279-BCE5-EEEE-8FEB5FB88FF0}"/>
          </ac:spMkLst>
        </pc:spChg>
      </pc:sldChg>
      <pc:sldChg chg="addSp delSp modSp mod">
        <pc:chgData name="Mayank Vashishth" userId="bd442ecd-7a5f-4ba0-b5b5-b72db20bc4d5" providerId="ADAL" clId="{44DBE994-9C7F-4232-83E0-33ADB8A1BB91}" dt="2026-07-16T10:17:03.059" v="2002" actId="20577"/>
        <pc:sldMkLst>
          <pc:docMk/>
          <pc:sldMk cId="0" sldId="278"/>
        </pc:sldMkLst>
        <pc:spChg chg="del">
          <ac:chgData name="Mayank Vashishth" userId="bd442ecd-7a5f-4ba0-b5b5-b72db20bc4d5" providerId="ADAL" clId="{44DBE994-9C7F-4232-83E0-33ADB8A1BB91}" dt="2026-07-16T01:27:11.254" v="997" actId="478"/>
          <ac:spMkLst>
            <pc:docMk/>
            <pc:sldMk cId="0" sldId="278"/>
            <ac:spMk id="2" creationId="{00000000-0000-0000-0000-000000000000}"/>
          </ac:spMkLst>
        </pc:spChg>
        <pc:spChg chg="del">
          <ac:chgData name="Mayank Vashishth" userId="bd442ecd-7a5f-4ba0-b5b5-b72db20bc4d5" providerId="ADAL" clId="{44DBE994-9C7F-4232-83E0-33ADB8A1BB91}" dt="2026-07-16T01:27:08.359" v="995" actId="478"/>
          <ac:spMkLst>
            <pc:docMk/>
            <pc:sldMk cId="0" sldId="278"/>
            <ac:spMk id="3" creationId="{00000000-0000-0000-0000-000000000000}"/>
          </ac:spMkLst>
        </pc:spChg>
        <pc:spChg chg="mod">
          <ac:chgData name="Mayank Vashishth" userId="bd442ecd-7a5f-4ba0-b5b5-b72db20bc4d5" providerId="ADAL" clId="{44DBE994-9C7F-4232-83E0-33ADB8A1BB91}" dt="2026-07-16T10:17:03.059" v="2002" actId="20577"/>
          <ac:spMkLst>
            <pc:docMk/>
            <pc:sldMk cId="0" sldId="278"/>
            <ac:spMk id="4" creationId="{00000000-0000-0000-0000-000000000000}"/>
          </ac:spMkLst>
        </pc:spChg>
        <pc:spChg chg="mod">
          <ac:chgData name="Mayank Vashishth" userId="bd442ecd-7a5f-4ba0-b5b5-b72db20bc4d5" providerId="ADAL" clId="{44DBE994-9C7F-4232-83E0-33ADB8A1BB91}" dt="2026-07-16T09:44:08.311" v="1485" actId="20577"/>
          <ac:spMkLst>
            <pc:docMk/>
            <pc:sldMk cId="0" sldId="278"/>
            <ac:spMk id="5" creationId="{00000000-0000-0000-0000-000000000000}"/>
          </ac:spMkLst>
        </pc:spChg>
        <pc:spChg chg="mod">
          <ac:chgData name="Mayank Vashishth" userId="bd442ecd-7a5f-4ba0-b5b5-b72db20bc4d5" providerId="ADAL" clId="{44DBE994-9C7F-4232-83E0-33ADB8A1BB91}" dt="2026-07-16T01:27:05.275" v="994" actId="1035"/>
          <ac:spMkLst>
            <pc:docMk/>
            <pc:sldMk cId="0" sldId="278"/>
            <ac:spMk id="14" creationId="{00000000-0000-0000-0000-000000000000}"/>
          </ac:spMkLst>
        </pc:spChg>
        <pc:spChg chg="mod">
          <ac:chgData name="Mayank Vashishth" userId="bd442ecd-7a5f-4ba0-b5b5-b72db20bc4d5" providerId="ADAL" clId="{44DBE994-9C7F-4232-83E0-33ADB8A1BB91}" dt="2026-07-16T01:27:05.275" v="994" actId="1035"/>
          <ac:spMkLst>
            <pc:docMk/>
            <pc:sldMk cId="0" sldId="278"/>
            <ac:spMk id="17" creationId="{00000000-0000-0000-0000-000000000000}"/>
          </ac:spMkLst>
        </pc:spChg>
        <pc:spChg chg="mod">
          <ac:chgData name="Mayank Vashishth" userId="bd442ecd-7a5f-4ba0-b5b5-b72db20bc4d5" providerId="ADAL" clId="{44DBE994-9C7F-4232-83E0-33ADB8A1BB91}" dt="2026-07-16T01:27:05.275" v="994" actId="1035"/>
          <ac:spMkLst>
            <pc:docMk/>
            <pc:sldMk cId="0" sldId="278"/>
            <ac:spMk id="20" creationId="{00000000-0000-0000-0000-000000000000}"/>
          </ac:spMkLst>
        </pc:spChg>
        <pc:spChg chg="mod">
          <ac:chgData name="Mayank Vashishth" userId="bd442ecd-7a5f-4ba0-b5b5-b72db20bc4d5" providerId="ADAL" clId="{44DBE994-9C7F-4232-83E0-33ADB8A1BB91}" dt="2026-07-16T01:27:05.275" v="994" actId="1035"/>
          <ac:spMkLst>
            <pc:docMk/>
            <pc:sldMk cId="0" sldId="278"/>
            <ac:spMk id="23" creationId="{00000000-0000-0000-0000-000000000000}"/>
          </ac:spMkLst>
        </pc:spChg>
        <pc:spChg chg="mod">
          <ac:chgData name="Mayank Vashishth" userId="bd442ecd-7a5f-4ba0-b5b5-b72db20bc4d5" providerId="ADAL" clId="{44DBE994-9C7F-4232-83E0-33ADB8A1BB91}" dt="2026-07-16T01:27:05.275" v="994" actId="1035"/>
          <ac:spMkLst>
            <pc:docMk/>
            <pc:sldMk cId="0" sldId="278"/>
            <ac:spMk id="25" creationId="{00000000-0000-0000-0000-000000000000}"/>
          </ac:spMkLst>
        </pc:spChg>
        <pc:spChg chg="mod">
          <ac:chgData name="Mayank Vashishth" userId="bd442ecd-7a5f-4ba0-b5b5-b72db20bc4d5" providerId="ADAL" clId="{44DBE994-9C7F-4232-83E0-33ADB8A1BB91}" dt="2026-07-16T01:27:05.275" v="994" actId="1035"/>
          <ac:spMkLst>
            <pc:docMk/>
            <pc:sldMk cId="0" sldId="278"/>
            <ac:spMk id="26" creationId="{00000000-0000-0000-0000-000000000000}"/>
          </ac:spMkLst>
        </pc:spChg>
        <pc:spChg chg="mod">
          <ac:chgData name="Mayank Vashishth" userId="bd442ecd-7a5f-4ba0-b5b5-b72db20bc4d5" providerId="ADAL" clId="{44DBE994-9C7F-4232-83E0-33ADB8A1BB91}" dt="2026-07-16T01:27:05.275" v="994" actId="1035"/>
          <ac:spMkLst>
            <pc:docMk/>
            <pc:sldMk cId="0" sldId="278"/>
            <ac:spMk id="31" creationId="{00000000-0000-0000-0000-000000000000}"/>
          </ac:spMkLst>
        </pc:spChg>
        <pc:spChg chg="mod">
          <ac:chgData name="Mayank Vashishth" userId="bd442ecd-7a5f-4ba0-b5b5-b72db20bc4d5" providerId="ADAL" clId="{44DBE994-9C7F-4232-83E0-33ADB8A1BB91}" dt="2026-07-16T01:27:05.275" v="994" actId="1035"/>
          <ac:spMkLst>
            <pc:docMk/>
            <pc:sldMk cId="0" sldId="278"/>
            <ac:spMk id="38" creationId="{00000000-0000-0000-0000-000000000000}"/>
          </ac:spMkLst>
        </pc:spChg>
        <pc:spChg chg="mod">
          <ac:chgData name="Mayank Vashishth" userId="bd442ecd-7a5f-4ba0-b5b5-b72db20bc4d5" providerId="ADAL" clId="{44DBE994-9C7F-4232-83E0-33ADB8A1BB91}" dt="2026-07-16T01:27:05.275" v="994" actId="1035"/>
          <ac:spMkLst>
            <pc:docMk/>
            <pc:sldMk cId="0" sldId="278"/>
            <ac:spMk id="39" creationId="{00000000-0000-0000-0000-000000000000}"/>
          </ac:spMkLst>
        </pc:spChg>
        <pc:spChg chg="mod">
          <ac:chgData name="Mayank Vashishth" userId="bd442ecd-7a5f-4ba0-b5b5-b72db20bc4d5" providerId="ADAL" clId="{44DBE994-9C7F-4232-83E0-33ADB8A1BB91}" dt="2026-07-16T01:27:05.275" v="994" actId="1035"/>
          <ac:spMkLst>
            <pc:docMk/>
            <pc:sldMk cId="0" sldId="278"/>
            <ac:spMk id="40" creationId="{00000000-0000-0000-0000-000000000000}"/>
          </ac:spMkLst>
        </pc:spChg>
        <pc:spChg chg="add">
          <ac:chgData name="Mayank Vashishth" userId="bd442ecd-7a5f-4ba0-b5b5-b72db20bc4d5" providerId="ADAL" clId="{44DBE994-9C7F-4232-83E0-33ADB8A1BB91}" dt="2026-07-16T01:27:08.836" v="996" actId="22"/>
          <ac:spMkLst>
            <pc:docMk/>
            <pc:sldMk cId="0" sldId="278"/>
            <ac:spMk id="41" creationId="{870B17CA-E478-FC7D-477B-12DA109871C7}"/>
          </ac:spMkLst>
        </pc:spChg>
        <pc:spChg chg="add">
          <ac:chgData name="Mayank Vashishth" userId="bd442ecd-7a5f-4ba0-b5b5-b72db20bc4d5" providerId="ADAL" clId="{44DBE994-9C7F-4232-83E0-33ADB8A1BB91}" dt="2026-07-16T09:31:44.119" v="1016" actId="22"/>
          <ac:spMkLst>
            <pc:docMk/>
            <pc:sldMk cId="0" sldId="278"/>
            <ac:spMk id="44" creationId="{2AA1E330-DCE2-46CB-636B-AAA05EE3AAA9}"/>
          </ac:spMkLst>
        </pc:spChg>
        <pc:spChg chg="mod">
          <ac:chgData name="Mayank Vashishth" userId="bd442ecd-7a5f-4ba0-b5b5-b72db20bc4d5" providerId="ADAL" clId="{44DBE994-9C7F-4232-83E0-33ADB8A1BB91}" dt="2026-07-16T09:42:15.052" v="1412" actId="122"/>
          <ac:spMkLst>
            <pc:docMk/>
            <pc:sldMk cId="0" sldId="278"/>
            <ac:spMk id="46" creationId="{DD5DD84A-B536-9A6E-902A-BE4E87116034}"/>
          </ac:spMkLst>
        </pc:spChg>
        <pc:spChg chg="add del mod">
          <ac:chgData name="Mayank Vashishth" userId="bd442ecd-7a5f-4ba0-b5b5-b72db20bc4d5" providerId="ADAL" clId="{44DBE994-9C7F-4232-83E0-33ADB8A1BB91}" dt="2026-07-16T09:43:40.595" v="1459" actId="1037"/>
          <ac:spMkLst>
            <pc:docMk/>
            <pc:sldMk cId="0" sldId="278"/>
            <ac:spMk id="48" creationId="{AF79B837-66E2-84CE-10D9-52A368E3908D}"/>
          </ac:spMkLst>
        </pc:spChg>
        <pc:spChg chg="mod">
          <ac:chgData name="Mayank Vashishth" userId="bd442ecd-7a5f-4ba0-b5b5-b72db20bc4d5" providerId="ADAL" clId="{44DBE994-9C7F-4232-83E0-33ADB8A1BB91}" dt="2026-07-16T09:43:52.874" v="1474" actId="1038"/>
          <ac:spMkLst>
            <pc:docMk/>
            <pc:sldMk cId="0" sldId="278"/>
            <ac:spMk id="50" creationId="{3955EDC9-AFD6-34BD-6B0B-7130D4547AD2}"/>
          </ac:spMkLst>
        </pc:spChg>
        <pc:spChg chg="add mod">
          <ac:chgData name="Mayank Vashishth" userId="bd442ecd-7a5f-4ba0-b5b5-b72db20bc4d5" providerId="ADAL" clId="{44DBE994-9C7F-4232-83E0-33ADB8A1BB91}" dt="2026-07-16T09:53:42.637" v="1557" actId="113"/>
          <ac:spMkLst>
            <pc:docMk/>
            <pc:sldMk cId="0" sldId="278"/>
            <ac:spMk id="52" creationId="{40C47E4B-8D57-26D7-F194-DD9403946B46}"/>
          </ac:spMkLst>
        </pc:spChg>
        <pc:spChg chg="mod">
          <ac:chgData name="Mayank Vashishth" userId="bd442ecd-7a5f-4ba0-b5b5-b72db20bc4d5" providerId="ADAL" clId="{44DBE994-9C7F-4232-83E0-33ADB8A1BB91}" dt="2026-07-16T09:52:40.889" v="1541" actId="164"/>
          <ac:spMkLst>
            <pc:docMk/>
            <pc:sldMk cId="0" sldId="278"/>
            <ac:spMk id="54" creationId="{ABA7A058-3BA3-CEBE-F349-6F8B96983927}"/>
          </ac:spMkLst>
        </pc:spChg>
        <pc:spChg chg="add del mod">
          <ac:chgData name="Mayank Vashishth" userId="bd442ecd-7a5f-4ba0-b5b5-b72db20bc4d5" providerId="ADAL" clId="{44DBE994-9C7F-4232-83E0-33ADB8A1BB91}" dt="2026-07-16T09:53:42.637" v="1557" actId="113"/>
          <ac:spMkLst>
            <pc:docMk/>
            <pc:sldMk cId="0" sldId="278"/>
            <ac:spMk id="56" creationId="{0EE3A18A-8AD7-B48D-3029-FE2C9A3E4E8E}"/>
          </ac:spMkLst>
        </pc:spChg>
        <pc:spChg chg="mod">
          <ac:chgData name="Mayank Vashishth" userId="bd442ecd-7a5f-4ba0-b5b5-b72db20bc4d5" providerId="ADAL" clId="{44DBE994-9C7F-4232-83E0-33ADB8A1BB91}" dt="2026-07-16T09:53:27.974" v="1554" actId="113"/>
          <ac:spMkLst>
            <pc:docMk/>
            <pc:sldMk cId="0" sldId="278"/>
            <ac:spMk id="58" creationId="{1E62100C-9BEA-15A3-F8DF-F57D86158E45}"/>
          </ac:spMkLst>
        </pc:spChg>
        <pc:spChg chg="add mod">
          <ac:chgData name="Mayank Vashishth" userId="bd442ecd-7a5f-4ba0-b5b5-b72db20bc4d5" providerId="ADAL" clId="{44DBE994-9C7F-4232-83E0-33ADB8A1BB91}" dt="2026-07-16T09:53:42.637" v="1557" actId="113"/>
          <ac:spMkLst>
            <pc:docMk/>
            <pc:sldMk cId="0" sldId="278"/>
            <ac:spMk id="60" creationId="{14E46C60-39CD-11C7-7DD6-ACD48A7D86F8}"/>
          </ac:spMkLst>
        </pc:spChg>
        <pc:spChg chg="add mod">
          <ac:chgData name="Mayank Vashishth" userId="bd442ecd-7a5f-4ba0-b5b5-b72db20bc4d5" providerId="ADAL" clId="{44DBE994-9C7F-4232-83E0-33ADB8A1BB91}" dt="2026-07-16T09:53:42.637" v="1557" actId="113"/>
          <ac:spMkLst>
            <pc:docMk/>
            <pc:sldMk cId="0" sldId="278"/>
            <ac:spMk id="62" creationId="{918D934F-D778-800D-6BE6-330C812D53FA}"/>
          </ac:spMkLst>
        </pc:spChg>
        <pc:spChg chg="add del mod">
          <ac:chgData name="Mayank Vashishth" userId="bd442ecd-7a5f-4ba0-b5b5-b72db20bc4d5" providerId="ADAL" clId="{44DBE994-9C7F-4232-83E0-33ADB8A1BB91}" dt="2026-07-16T09:52:35.403" v="1539" actId="164"/>
          <ac:spMkLst>
            <pc:docMk/>
            <pc:sldMk cId="0" sldId="278"/>
            <ac:spMk id="64" creationId="{643D4252-8D57-A028-AA33-7087620F8D43}"/>
          </ac:spMkLst>
        </pc:spChg>
        <pc:spChg chg="add mod">
          <ac:chgData name="Mayank Vashishth" userId="bd442ecd-7a5f-4ba0-b5b5-b72db20bc4d5" providerId="ADAL" clId="{44DBE994-9C7F-4232-83E0-33ADB8A1BB91}" dt="2026-07-16T09:53:42.637" v="1557" actId="113"/>
          <ac:spMkLst>
            <pc:docMk/>
            <pc:sldMk cId="0" sldId="278"/>
            <ac:spMk id="66" creationId="{F0A0682F-8655-BF0A-41F6-E351B3F69E9D}"/>
          </ac:spMkLst>
        </pc:spChg>
        <pc:spChg chg="mod">
          <ac:chgData name="Mayank Vashishth" userId="bd442ecd-7a5f-4ba0-b5b5-b72db20bc4d5" providerId="ADAL" clId="{44DBE994-9C7F-4232-83E0-33ADB8A1BB91}" dt="2026-07-16T09:52:30.132" v="1537" actId="164"/>
          <ac:spMkLst>
            <pc:docMk/>
            <pc:sldMk cId="0" sldId="278"/>
            <ac:spMk id="68" creationId="{95D4D9AB-AECB-D62D-7346-18F4F3348F89}"/>
          </ac:spMkLst>
        </pc:spChg>
        <pc:spChg chg="add mod">
          <ac:chgData name="Mayank Vashishth" userId="bd442ecd-7a5f-4ba0-b5b5-b72db20bc4d5" providerId="ADAL" clId="{44DBE994-9C7F-4232-83E0-33ADB8A1BB91}" dt="2026-07-16T09:53:42.637" v="1557" actId="113"/>
          <ac:spMkLst>
            <pc:docMk/>
            <pc:sldMk cId="0" sldId="278"/>
            <ac:spMk id="70" creationId="{CFF7CD41-D2D3-B16E-4BAD-71E4A6F027FA}"/>
          </ac:spMkLst>
        </pc:spChg>
        <pc:spChg chg="add del mod">
          <ac:chgData name="Mayank Vashishth" userId="bd442ecd-7a5f-4ba0-b5b5-b72db20bc4d5" providerId="ADAL" clId="{44DBE994-9C7F-4232-83E0-33ADB8A1BB91}" dt="2026-07-16T09:52:30.132" v="1537" actId="164"/>
          <ac:spMkLst>
            <pc:docMk/>
            <pc:sldMk cId="0" sldId="278"/>
            <ac:spMk id="72" creationId="{891AA8EF-ECD0-987E-689B-ED912E0F2DA3}"/>
          </ac:spMkLst>
        </pc:spChg>
        <pc:spChg chg="add mod">
          <ac:chgData name="Mayank Vashishth" userId="bd442ecd-7a5f-4ba0-b5b5-b72db20bc4d5" providerId="ADAL" clId="{44DBE994-9C7F-4232-83E0-33ADB8A1BB91}" dt="2026-07-16T09:53:42.637" v="1557" actId="113"/>
          <ac:spMkLst>
            <pc:docMk/>
            <pc:sldMk cId="0" sldId="278"/>
            <ac:spMk id="74" creationId="{820AB25D-910D-2E44-4D3C-034F9F06B605}"/>
          </ac:spMkLst>
        </pc:spChg>
        <pc:spChg chg="mod">
          <ac:chgData name="Mayank Vashishth" userId="bd442ecd-7a5f-4ba0-b5b5-b72db20bc4d5" providerId="ADAL" clId="{44DBE994-9C7F-4232-83E0-33ADB8A1BB91}" dt="2026-07-16T09:52:24.518" v="1535" actId="164"/>
          <ac:spMkLst>
            <pc:docMk/>
            <pc:sldMk cId="0" sldId="278"/>
            <ac:spMk id="76" creationId="{40417FDF-9E95-CD25-5081-2284E1EC3017}"/>
          </ac:spMkLst>
        </pc:spChg>
        <pc:spChg chg="mod">
          <ac:chgData name="Mayank Vashishth" userId="bd442ecd-7a5f-4ba0-b5b5-b72db20bc4d5" providerId="ADAL" clId="{44DBE994-9C7F-4232-83E0-33ADB8A1BB91}" dt="2026-07-16T09:52:24.518" v="1535" actId="164"/>
          <ac:spMkLst>
            <pc:docMk/>
            <pc:sldMk cId="0" sldId="278"/>
            <ac:spMk id="78" creationId="{40E3BBCB-F3F4-CC33-9E33-7B832DBF6D70}"/>
          </ac:spMkLst>
        </pc:spChg>
        <pc:spChg chg="add del mod">
          <ac:chgData name="Mayank Vashishth" userId="bd442ecd-7a5f-4ba0-b5b5-b72db20bc4d5" providerId="ADAL" clId="{44DBE994-9C7F-4232-83E0-33ADB8A1BB91}" dt="2026-07-16T09:53:42.637" v="1557" actId="113"/>
          <ac:spMkLst>
            <pc:docMk/>
            <pc:sldMk cId="0" sldId="278"/>
            <ac:spMk id="80" creationId="{52E67FF1-9C76-03C8-661C-9BE1903DCAE8}"/>
          </ac:spMkLst>
        </pc:spChg>
        <pc:spChg chg="add mod">
          <ac:chgData name="Mayank Vashishth" userId="bd442ecd-7a5f-4ba0-b5b5-b72db20bc4d5" providerId="ADAL" clId="{44DBE994-9C7F-4232-83E0-33ADB8A1BB91}" dt="2026-07-16T09:53:42.637" v="1557" actId="113"/>
          <ac:spMkLst>
            <pc:docMk/>
            <pc:sldMk cId="0" sldId="278"/>
            <ac:spMk id="82" creationId="{E9FF169F-4CFD-EB78-56A1-F5851DFE3C8B}"/>
          </ac:spMkLst>
        </pc:spChg>
        <pc:spChg chg="mod">
          <ac:chgData name="Mayank Vashishth" userId="bd442ecd-7a5f-4ba0-b5b5-b72db20bc4d5" providerId="ADAL" clId="{44DBE994-9C7F-4232-83E0-33ADB8A1BB91}" dt="2026-07-16T09:53:18.175" v="1553" actId="113"/>
          <ac:spMkLst>
            <pc:docMk/>
            <pc:sldMk cId="0" sldId="278"/>
            <ac:spMk id="84" creationId="{68E1B002-A064-BBD0-E1EE-2CD7866AA289}"/>
          </ac:spMkLst>
        </pc:spChg>
        <pc:spChg chg="mod">
          <ac:chgData name="Mayank Vashishth" userId="bd442ecd-7a5f-4ba0-b5b5-b72db20bc4d5" providerId="ADAL" clId="{44DBE994-9C7F-4232-83E0-33ADB8A1BB91}" dt="2026-07-16T09:53:18.175" v="1553" actId="113"/>
          <ac:spMkLst>
            <pc:docMk/>
            <pc:sldMk cId="0" sldId="278"/>
            <ac:spMk id="86" creationId="{4356F79D-BE0A-C16E-371D-2968DAFEFA46}"/>
          </ac:spMkLst>
        </pc:spChg>
        <pc:spChg chg="add del mod">
          <ac:chgData name="Mayank Vashishth" userId="bd442ecd-7a5f-4ba0-b5b5-b72db20bc4d5" providerId="ADAL" clId="{44DBE994-9C7F-4232-83E0-33ADB8A1BB91}" dt="2026-07-16T09:40:11.488" v="1270" actId="478"/>
          <ac:spMkLst>
            <pc:docMk/>
            <pc:sldMk cId="0" sldId="278"/>
            <ac:spMk id="88" creationId="{16D4522D-1B7A-96BF-7BD3-8C69089F7EEB}"/>
          </ac:spMkLst>
        </pc:spChg>
        <pc:spChg chg="mod">
          <ac:chgData name="Mayank Vashishth" userId="bd442ecd-7a5f-4ba0-b5b5-b72db20bc4d5" providerId="ADAL" clId="{44DBE994-9C7F-4232-83E0-33ADB8A1BB91}" dt="2026-07-16T09:53:18.175" v="1553" actId="113"/>
          <ac:spMkLst>
            <pc:docMk/>
            <pc:sldMk cId="0" sldId="278"/>
            <ac:spMk id="90" creationId="{DCA42499-6957-2169-C78D-9A170F524044}"/>
          </ac:spMkLst>
        </pc:spChg>
        <pc:spChg chg="add mod">
          <ac:chgData name="Mayank Vashishth" userId="bd442ecd-7a5f-4ba0-b5b5-b72db20bc4d5" providerId="ADAL" clId="{44DBE994-9C7F-4232-83E0-33ADB8A1BB91}" dt="2026-07-16T09:43:49.989" v="1470" actId="1037"/>
          <ac:spMkLst>
            <pc:docMk/>
            <pc:sldMk cId="0" sldId="278"/>
            <ac:spMk id="92" creationId="{1EC80EDF-A18F-BBC8-E517-F1049BE6AC53}"/>
          </ac:spMkLst>
        </pc:spChg>
        <pc:spChg chg="add mod">
          <ac:chgData name="Mayank Vashishth" userId="bd442ecd-7a5f-4ba0-b5b5-b72db20bc4d5" providerId="ADAL" clId="{44DBE994-9C7F-4232-83E0-33ADB8A1BB91}" dt="2026-07-16T09:52:40.889" v="1541" actId="164"/>
          <ac:spMkLst>
            <pc:docMk/>
            <pc:sldMk cId="0" sldId="278"/>
            <ac:spMk id="94" creationId="{C8DD694E-014D-34B6-AA5D-46F4C782824C}"/>
          </ac:spMkLst>
        </pc:spChg>
        <pc:spChg chg="add mod">
          <ac:chgData name="Mayank Vashishth" userId="bd442ecd-7a5f-4ba0-b5b5-b72db20bc4d5" providerId="ADAL" clId="{44DBE994-9C7F-4232-83E0-33ADB8A1BB91}" dt="2026-07-16T09:52:35.403" v="1539" actId="164"/>
          <ac:spMkLst>
            <pc:docMk/>
            <pc:sldMk cId="0" sldId="278"/>
            <ac:spMk id="96" creationId="{CE9DCA86-F69B-89E3-CF6A-9D5C1E6B0C34}"/>
          </ac:spMkLst>
        </pc:spChg>
        <pc:spChg chg="add mod">
          <ac:chgData name="Mayank Vashishth" userId="bd442ecd-7a5f-4ba0-b5b5-b72db20bc4d5" providerId="ADAL" clId="{44DBE994-9C7F-4232-83E0-33ADB8A1BB91}" dt="2026-07-16T09:52:30.132" v="1537" actId="164"/>
          <ac:spMkLst>
            <pc:docMk/>
            <pc:sldMk cId="0" sldId="278"/>
            <ac:spMk id="98" creationId="{690F2AC2-1BC7-D379-B4DD-11F85F572C46}"/>
          </ac:spMkLst>
        </pc:spChg>
        <pc:spChg chg="add mod">
          <ac:chgData name="Mayank Vashishth" userId="bd442ecd-7a5f-4ba0-b5b5-b72db20bc4d5" providerId="ADAL" clId="{44DBE994-9C7F-4232-83E0-33ADB8A1BB91}" dt="2026-07-16T09:53:42.637" v="1557" actId="113"/>
          <ac:spMkLst>
            <pc:docMk/>
            <pc:sldMk cId="0" sldId="278"/>
            <ac:spMk id="100" creationId="{4E8A02D2-407B-212E-CE0E-682BC4F919B0}"/>
          </ac:spMkLst>
        </pc:spChg>
        <pc:spChg chg="add mod">
          <ac:chgData name="Mayank Vashishth" userId="bd442ecd-7a5f-4ba0-b5b5-b72db20bc4d5" providerId="ADAL" clId="{44DBE994-9C7F-4232-83E0-33ADB8A1BB91}" dt="2026-07-16T09:53:18.175" v="1553" actId="113"/>
          <ac:spMkLst>
            <pc:docMk/>
            <pc:sldMk cId="0" sldId="278"/>
            <ac:spMk id="102" creationId="{59A21E23-C314-AB57-67E6-CC1256720505}"/>
          </ac:spMkLst>
        </pc:spChg>
        <pc:spChg chg="add mod">
          <ac:chgData name="Mayank Vashishth" userId="bd442ecd-7a5f-4ba0-b5b5-b72db20bc4d5" providerId="ADAL" clId="{44DBE994-9C7F-4232-83E0-33ADB8A1BB91}" dt="2026-07-16T10:14:24.364" v="1934" actId="1036"/>
          <ac:spMkLst>
            <pc:docMk/>
            <pc:sldMk cId="0" sldId="278"/>
            <ac:spMk id="109" creationId="{4291A5A8-16AF-540A-7EF3-C4CB007B20C5}"/>
          </ac:spMkLst>
        </pc:spChg>
        <pc:grpChg chg="add mod">
          <ac:chgData name="Mayank Vashishth" userId="bd442ecd-7a5f-4ba0-b5b5-b72db20bc4d5" providerId="ADAL" clId="{44DBE994-9C7F-4232-83E0-33ADB8A1BB91}" dt="2026-07-16T09:52:44.354" v="1549" actId="1035"/>
          <ac:grpSpMkLst>
            <pc:docMk/>
            <pc:sldMk cId="0" sldId="278"/>
            <ac:grpSpMk id="103" creationId="{540B43DB-24A3-24BB-DC83-7FF2CF41AE69}"/>
          </ac:grpSpMkLst>
        </pc:grpChg>
        <pc:grpChg chg="add mod">
          <ac:chgData name="Mayank Vashishth" userId="bd442ecd-7a5f-4ba0-b5b5-b72db20bc4d5" providerId="ADAL" clId="{44DBE994-9C7F-4232-83E0-33ADB8A1BB91}" dt="2026-07-16T09:52:51.705" v="1550" actId="465"/>
          <ac:grpSpMkLst>
            <pc:docMk/>
            <pc:sldMk cId="0" sldId="278"/>
            <ac:grpSpMk id="104" creationId="{F3E68B7C-A0AC-A771-BC1A-0A6BB5F910D9}"/>
          </ac:grpSpMkLst>
        </pc:grpChg>
        <pc:grpChg chg="add mod">
          <ac:chgData name="Mayank Vashishth" userId="bd442ecd-7a5f-4ba0-b5b5-b72db20bc4d5" providerId="ADAL" clId="{44DBE994-9C7F-4232-83E0-33ADB8A1BB91}" dt="2026-07-16T09:52:51.705" v="1550" actId="465"/>
          <ac:grpSpMkLst>
            <pc:docMk/>
            <pc:sldMk cId="0" sldId="278"/>
            <ac:grpSpMk id="105" creationId="{E403BCE4-E9FE-5573-CA15-CEC2426D918E}"/>
          </ac:grpSpMkLst>
        </pc:grpChg>
        <pc:grpChg chg="add mod">
          <ac:chgData name="Mayank Vashishth" userId="bd442ecd-7a5f-4ba0-b5b5-b72db20bc4d5" providerId="ADAL" clId="{44DBE994-9C7F-4232-83E0-33ADB8A1BB91}" dt="2026-07-16T09:52:51.705" v="1550" actId="465"/>
          <ac:grpSpMkLst>
            <pc:docMk/>
            <pc:sldMk cId="0" sldId="278"/>
            <ac:grpSpMk id="106" creationId="{898928FB-C693-FF30-47AE-CEA6F3C45BD1}"/>
          </ac:grpSpMkLst>
        </pc:grpChg>
        <pc:grpChg chg="add mod">
          <ac:chgData name="Mayank Vashishth" userId="bd442ecd-7a5f-4ba0-b5b5-b72db20bc4d5" providerId="ADAL" clId="{44DBE994-9C7F-4232-83E0-33ADB8A1BB91}" dt="2026-07-16T09:52:51.705" v="1550" actId="465"/>
          <ac:grpSpMkLst>
            <pc:docMk/>
            <pc:sldMk cId="0" sldId="278"/>
            <ac:grpSpMk id="107" creationId="{C859BE77-319E-BA78-7390-421DDF32868A}"/>
          </ac:grpSpMkLst>
        </pc:grpChg>
      </pc:sldChg>
      <pc:sldChg chg="del">
        <pc:chgData name="Mayank Vashishth" userId="bd442ecd-7a5f-4ba0-b5b5-b72db20bc4d5" providerId="ADAL" clId="{44DBE994-9C7F-4232-83E0-33ADB8A1BB91}" dt="2026-07-16T11:10:21.942" v="2037" actId="47"/>
        <pc:sldMkLst>
          <pc:docMk/>
          <pc:sldMk cId="0" sldId="287"/>
        </pc:sldMkLst>
      </pc:sldChg>
      <pc:sldChg chg="del">
        <pc:chgData name="Mayank Vashishth" userId="bd442ecd-7a5f-4ba0-b5b5-b72db20bc4d5" providerId="ADAL" clId="{44DBE994-9C7F-4232-83E0-33ADB8A1BB91}" dt="2026-07-16T11:10:21.942" v="2037" actId="47"/>
        <pc:sldMkLst>
          <pc:docMk/>
          <pc:sldMk cId="0" sldId="288"/>
        </pc:sldMkLst>
      </pc:sldChg>
      <pc:sldChg chg="del">
        <pc:chgData name="Mayank Vashishth" userId="bd442ecd-7a5f-4ba0-b5b5-b72db20bc4d5" providerId="ADAL" clId="{44DBE994-9C7F-4232-83E0-33ADB8A1BB91}" dt="2026-07-16T11:10:21.942" v="2037" actId="47"/>
        <pc:sldMkLst>
          <pc:docMk/>
          <pc:sldMk cId="3163356626" sldId="2147483136"/>
        </pc:sldMkLst>
      </pc:sldChg>
      <pc:sldChg chg="del">
        <pc:chgData name="Mayank Vashishth" userId="bd442ecd-7a5f-4ba0-b5b5-b72db20bc4d5" providerId="ADAL" clId="{44DBE994-9C7F-4232-83E0-33ADB8A1BB91}" dt="2026-07-16T11:10:21.942" v="2037" actId="47"/>
        <pc:sldMkLst>
          <pc:docMk/>
          <pc:sldMk cId="737272833" sldId="2147483137"/>
        </pc:sldMkLst>
      </pc:sldChg>
      <pc:sldChg chg="addSp delSp modSp mod">
        <pc:chgData name="Mayank Vashishth" userId="bd442ecd-7a5f-4ba0-b5b5-b72db20bc4d5" providerId="ADAL" clId="{44DBE994-9C7F-4232-83E0-33ADB8A1BB91}" dt="2026-07-16T11:11:24.372" v="2067" actId="20577"/>
        <pc:sldMkLst>
          <pc:docMk/>
          <pc:sldMk cId="0" sldId="2147483139"/>
        </pc:sldMkLst>
        <pc:spChg chg="del">
          <ac:chgData name="Mayank Vashishth" userId="bd442ecd-7a5f-4ba0-b5b5-b72db20bc4d5" providerId="ADAL" clId="{44DBE994-9C7F-4232-83E0-33ADB8A1BB91}" dt="2026-07-16T00:35:40.638" v="11" actId="478"/>
          <ac:spMkLst>
            <pc:docMk/>
            <pc:sldMk cId="0" sldId="2147483139"/>
            <ac:spMk id="2" creationId="{00000000-0000-0000-0000-000000000000}"/>
          </ac:spMkLst>
        </pc:spChg>
        <pc:spChg chg="del">
          <ac:chgData name="Mayank Vashishth" userId="bd442ecd-7a5f-4ba0-b5b5-b72db20bc4d5" providerId="ADAL" clId="{44DBE994-9C7F-4232-83E0-33ADB8A1BB91}" dt="2026-07-16T00:47:08.437" v="217" actId="478"/>
          <ac:spMkLst>
            <pc:docMk/>
            <pc:sldMk cId="0" sldId="2147483139"/>
            <ac:spMk id="3" creationId="{00000000-0000-0000-0000-000000000000}"/>
          </ac:spMkLst>
        </pc:spChg>
        <pc:spChg chg="mod">
          <ac:chgData name="Mayank Vashishth" userId="bd442ecd-7a5f-4ba0-b5b5-b72db20bc4d5" providerId="ADAL" clId="{44DBE994-9C7F-4232-83E0-33ADB8A1BB91}" dt="2026-07-16T11:11:24.372" v="2067" actId="20577"/>
          <ac:spMkLst>
            <pc:docMk/>
            <pc:sldMk cId="0" sldId="2147483139"/>
            <ac:spMk id="11" creationId="{00000000-0000-0000-0000-000000000000}"/>
          </ac:spMkLst>
        </pc:spChg>
        <pc:spChg chg="mod">
          <ac:chgData name="Mayank Vashishth" userId="bd442ecd-7a5f-4ba0-b5b5-b72db20bc4d5" providerId="ADAL" clId="{44DBE994-9C7F-4232-83E0-33ADB8A1BB91}" dt="2026-07-16T00:59:07.328" v="626" actId="1036"/>
          <ac:spMkLst>
            <pc:docMk/>
            <pc:sldMk cId="0" sldId="2147483139"/>
            <ac:spMk id="12" creationId="{00000000-0000-0000-0000-000000000000}"/>
          </ac:spMkLst>
        </pc:spChg>
        <pc:spChg chg="mod">
          <ac:chgData name="Mayank Vashishth" userId="bd442ecd-7a5f-4ba0-b5b5-b72db20bc4d5" providerId="ADAL" clId="{44DBE994-9C7F-4232-83E0-33ADB8A1BB91}" dt="2026-07-16T00:59:07.328" v="626" actId="1036"/>
          <ac:spMkLst>
            <pc:docMk/>
            <pc:sldMk cId="0" sldId="2147483139"/>
            <ac:spMk id="16" creationId="{00000000-0000-0000-0000-000000000000}"/>
          </ac:spMkLst>
        </pc:spChg>
        <pc:spChg chg="mod">
          <ac:chgData name="Mayank Vashishth" userId="bd442ecd-7a5f-4ba0-b5b5-b72db20bc4d5" providerId="ADAL" clId="{44DBE994-9C7F-4232-83E0-33ADB8A1BB91}" dt="2026-07-16T00:59:07.328" v="626" actId="1036"/>
          <ac:spMkLst>
            <pc:docMk/>
            <pc:sldMk cId="0" sldId="2147483139"/>
            <ac:spMk id="20" creationId="{00000000-0000-0000-0000-000000000000}"/>
          </ac:spMkLst>
        </pc:spChg>
        <pc:spChg chg="mod">
          <ac:chgData name="Mayank Vashishth" userId="bd442ecd-7a5f-4ba0-b5b5-b72db20bc4d5" providerId="ADAL" clId="{44DBE994-9C7F-4232-83E0-33ADB8A1BB91}" dt="2026-07-16T00:59:07.328" v="626" actId="1036"/>
          <ac:spMkLst>
            <pc:docMk/>
            <pc:sldMk cId="0" sldId="2147483139"/>
            <ac:spMk id="24" creationId="{00000000-0000-0000-0000-000000000000}"/>
          </ac:spMkLst>
        </pc:spChg>
        <pc:spChg chg="add mod">
          <ac:chgData name="Mayank Vashishth" userId="bd442ecd-7a5f-4ba0-b5b5-b72db20bc4d5" providerId="ADAL" clId="{44DBE994-9C7F-4232-83E0-33ADB8A1BB91}" dt="2026-07-16T00:48:07.448" v="229" actId="114"/>
          <ac:spMkLst>
            <pc:docMk/>
            <pc:sldMk cId="0" sldId="2147483139"/>
            <ac:spMk id="26" creationId="{B369F7CD-DE5F-63D0-4686-911D332C8C17}"/>
          </ac:spMkLst>
        </pc:spChg>
      </pc:sldChg>
      <pc:sldChg chg="del">
        <pc:chgData name="Mayank Vashishth" userId="bd442ecd-7a5f-4ba0-b5b5-b72db20bc4d5" providerId="ADAL" clId="{44DBE994-9C7F-4232-83E0-33ADB8A1BB91}" dt="2026-07-16T00:34:49.124" v="7" actId="47"/>
        <pc:sldMkLst>
          <pc:docMk/>
          <pc:sldMk cId="0" sldId="2147483140"/>
        </pc:sldMkLst>
      </pc:sldChg>
      <pc:sldChg chg="addSp delSp modSp mod">
        <pc:chgData name="Mayank Vashishth" userId="bd442ecd-7a5f-4ba0-b5b5-b72db20bc4d5" providerId="ADAL" clId="{44DBE994-9C7F-4232-83E0-33ADB8A1BB91}" dt="2026-07-16T11:10:42.376" v="2050" actId="20577"/>
        <pc:sldMkLst>
          <pc:docMk/>
          <pc:sldMk cId="0" sldId="2147483141"/>
        </pc:sldMkLst>
        <pc:spChg chg="del">
          <ac:chgData name="Mayank Vashishth" userId="bd442ecd-7a5f-4ba0-b5b5-b72db20bc4d5" providerId="ADAL" clId="{44DBE994-9C7F-4232-83E0-33ADB8A1BB91}" dt="2026-07-16T00:44:28.830" v="187" actId="478"/>
          <ac:spMkLst>
            <pc:docMk/>
            <pc:sldMk cId="0" sldId="2147483141"/>
            <ac:spMk id="2" creationId="{00000000-0000-0000-0000-000000000000}"/>
          </ac:spMkLst>
        </pc:spChg>
        <pc:spChg chg="del">
          <ac:chgData name="Mayank Vashishth" userId="bd442ecd-7a5f-4ba0-b5b5-b72db20bc4d5" providerId="ADAL" clId="{44DBE994-9C7F-4232-83E0-33ADB8A1BB91}" dt="2026-07-16T00:45:56.210" v="214" actId="478"/>
          <ac:spMkLst>
            <pc:docMk/>
            <pc:sldMk cId="0" sldId="2147483141"/>
            <ac:spMk id="3" creationId="{00000000-0000-0000-0000-000000000000}"/>
          </ac:spMkLst>
        </pc:spChg>
        <pc:spChg chg="mod">
          <ac:chgData name="Mayank Vashishth" userId="bd442ecd-7a5f-4ba0-b5b5-b72db20bc4d5" providerId="ADAL" clId="{44DBE994-9C7F-4232-83E0-33ADB8A1BB91}" dt="2026-07-16T11:10:42.376" v="2050" actId="20577"/>
          <ac:spMkLst>
            <pc:docMk/>
            <pc:sldMk cId="0" sldId="2147483141"/>
            <ac:spMk id="4" creationId="{00000000-0000-0000-0000-000000000000}"/>
          </ac:spMkLst>
        </pc:spChg>
        <pc:spChg chg="mod">
          <ac:chgData name="Mayank Vashishth" userId="bd442ecd-7a5f-4ba0-b5b5-b72db20bc4d5" providerId="ADAL" clId="{44DBE994-9C7F-4232-83E0-33ADB8A1BB91}" dt="2026-07-16T00:45:14.117" v="203" actId="1035"/>
          <ac:spMkLst>
            <pc:docMk/>
            <pc:sldMk cId="0" sldId="2147483141"/>
            <ac:spMk id="7" creationId="{00000000-0000-0000-0000-000000000000}"/>
          </ac:spMkLst>
        </pc:spChg>
        <pc:spChg chg="mod">
          <ac:chgData name="Mayank Vashishth" userId="bd442ecd-7a5f-4ba0-b5b5-b72db20bc4d5" providerId="ADAL" clId="{44DBE994-9C7F-4232-83E0-33ADB8A1BB91}" dt="2026-07-16T00:44:44.014" v="190" actId="122"/>
          <ac:spMkLst>
            <pc:docMk/>
            <pc:sldMk cId="0" sldId="2147483141"/>
            <ac:spMk id="9" creationId="{00000000-0000-0000-0000-000000000000}"/>
          </ac:spMkLst>
        </pc:spChg>
        <pc:spChg chg="add del mod">
          <ac:chgData name="Mayank Vashishth" userId="bd442ecd-7a5f-4ba0-b5b5-b72db20bc4d5" providerId="ADAL" clId="{44DBE994-9C7F-4232-83E0-33ADB8A1BB91}" dt="2026-07-16T00:47:27.336" v="223" actId="478"/>
          <ac:spMkLst>
            <pc:docMk/>
            <pc:sldMk cId="0" sldId="2147483141"/>
            <ac:spMk id="11" creationId="{F8B71625-AA2F-CA38-560A-C18FD6AF14BA}"/>
          </ac:spMkLst>
        </pc:spChg>
        <pc:spChg chg="add mod">
          <ac:chgData name="Mayank Vashishth" userId="bd442ecd-7a5f-4ba0-b5b5-b72db20bc4d5" providerId="ADAL" clId="{44DBE994-9C7F-4232-83E0-33ADB8A1BB91}" dt="2026-07-16T00:48:24.411" v="232" actId="403"/>
          <ac:spMkLst>
            <pc:docMk/>
            <pc:sldMk cId="0" sldId="2147483141"/>
            <ac:spMk id="13" creationId="{FAE6F8C6-6BD7-BAB2-8BE7-D304931FB594}"/>
          </ac:spMkLst>
        </pc:spChg>
        <pc:picChg chg="mod">
          <ac:chgData name="Mayank Vashishth" userId="bd442ecd-7a5f-4ba0-b5b5-b72db20bc4d5" providerId="ADAL" clId="{44DBE994-9C7F-4232-83E0-33ADB8A1BB91}" dt="2026-07-16T00:45:29.918" v="211" actId="12788"/>
          <ac:picMkLst>
            <pc:docMk/>
            <pc:sldMk cId="0" sldId="2147483141"/>
            <ac:picMk id="8" creationId="{00000000-0000-0000-0000-000000000000}"/>
          </ac:picMkLst>
        </pc:picChg>
      </pc:sldChg>
      <pc:sldChg chg="addSp delSp modSp mod">
        <pc:chgData name="Mayank Vashishth" userId="bd442ecd-7a5f-4ba0-b5b5-b72db20bc4d5" providerId="ADAL" clId="{44DBE994-9C7F-4232-83E0-33ADB8A1BB91}" dt="2026-07-16T00:58:10.397" v="601" actId="1035"/>
        <pc:sldMkLst>
          <pc:docMk/>
          <pc:sldMk cId="0" sldId="2147483142"/>
        </pc:sldMkLst>
        <pc:spChg chg="del">
          <ac:chgData name="Mayank Vashishth" userId="bd442ecd-7a5f-4ba0-b5b5-b72db20bc4d5" providerId="ADAL" clId="{44DBE994-9C7F-4232-83E0-33ADB8A1BB91}" dt="2026-07-16T00:49:13.129" v="247" actId="478"/>
          <ac:spMkLst>
            <pc:docMk/>
            <pc:sldMk cId="0" sldId="2147483142"/>
            <ac:spMk id="2" creationId="{00000000-0000-0000-0000-000000000000}"/>
          </ac:spMkLst>
        </pc:spChg>
        <pc:spChg chg="del">
          <ac:chgData name="Mayank Vashishth" userId="bd442ecd-7a5f-4ba0-b5b5-b72db20bc4d5" providerId="ADAL" clId="{44DBE994-9C7F-4232-83E0-33ADB8A1BB91}" dt="2026-07-16T00:47:43.294" v="225" actId="478"/>
          <ac:spMkLst>
            <pc:docMk/>
            <pc:sldMk cId="0" sldId="2147483142"/>
            <ac:spMk id="3" creationId="{00000000-0000-0000-0000-000000000000}"/>
          </ac:spMkLst>
        </pc:spChg>
        <pc:spChg chg="mod">
          <ac:chgData name="Mayank Vashishth" userId="bd442ecd-7a5f-4ba0-b5b5-b72db20bc4d5" providerId="ADAL" clId="{44DBE994-9C7F-4232-83E0-33ADB8A1BB91}" dt="2026-07-16T00:58:10.397" v="601" actId="1035"/>
          <ac:spMkLst>
            <pc:docMk/>
            <pc:sldMk cId="0" sldId="2147483142"/>
            <ac:spMk id="9" creationId="{00000000-0000-0000-0000-000000000000}"/>
          </ac:spMkLst>
        </pc:spChg>
        <pc:spChg chg="mod">
          <ac:chgData name="Mayank Vashishth" userId="bd442ecd-7a5f-4ba0-b5b5-b72db20bc4d5" providerId="ADAL" clId="{44DBE994-9C7F-4232-83E0-33ADB8A1BB91}" dt="2026-07-16T00:58:10.397" v="601" actId="1035"/>
          <ac:spMkLst>
            <pc:docMk/>
            <pc:sldMk cId="0" sldId="2147483142"/>
            <ac:spMk id="10" creationId="{00000000-0000-0000-0000-000000000000}"/>
          </ac:spMkLst>
        </pc:spChg>
        <pc:spChg chg="mod">
          <ac:chgData name="Mayank Vashishth" userId="bd442ecd-7a5f-4ba0-b5b5-b72db20bc4d5" providerId="ADAL" clId="{44DBE994-9C7F-4232-83E0-33ADB8A1BB91}" dt="2026-07-16T00:58:10.397" v="601" actId="1035"/>
          <ac:spMkLst>
            <pc:docMk/>
            <pc:sldMk cId="0" sldId="2147483142"/>
            <ac:spMk id="11" creationId="{00000000-0000-0000-0000-000000000000}"/>
          </ac:spMkLst>
        </pc:spChg>
        <pc:spChg chg="mod">
          <ac:chgData name="Mayank Vashishth" userId="bd442ecd-7a5f-4ba0-b5b5-b72db20bc4d5" providerId="ADAL" clId="{44DBE994-9C7F-4232-83E0-33ADB8A1BB91}" dt="2026-07-16T00:58:10.397" v="601" actId="1035"/>
          <ac:spMkLst>
            <pc:docMk/>
            <pc:sldMk cId="0" sldId="2147483142"/>
            <ac:spMk id="12" creationId="{00000000-0000-0000-0000-000000000000}"/>
          </ac:spMkLst>
        </pc:spChg>
        <pc:spChg chg="add del">
          <ac:chgData name="Mayank Vashishth" userId="bd442ecd-7a5f-4ba0-b5b5-b72db20bc4d5" providerId="ADAL" clId="{44DBE994-9C7F-4232-83E0-33ADB8A1BB91}" dt="2026-07-16T00:48:31.049" v="233" actId="478"/>
          <ac:spMkLst>
            <pc:docMk/>
            <pc:sldMk cId="0" sldId="2147483142"/>
            <ac:spMk id="14" creationId="{07732861-D327-5672-6C8A-58D10CE4A5F8}"/>
          </ac:spMkLst>
        </pc:spChg>
        <pc:spChg chg="add">
          <ac:chgData name="Mayank Vashishth" userId="bd442ecd-7a5f-4ba0-b5b5-b72db20bc4d5" providerId="ADAL" clId="{44DBE994-9C7F-4232-83E0-33ADB8A1BB91}" dt="2026-07-16T00:48:35.857" v="234" actId="22"/>
          <ac:spMkLst>
            <pc:docMk/>
            <pc:sldMk cId="0" sldId="2147483142"/>
            <ac:spMk id="16" creationId="{60969423-BAA5-D710-B3E8-D4E5A17D085A}"/>
          </ac:spMkLst>
        </pc:spChg>
      </pc:sldChg>
      <pc:sldChg chg="addSp delSp mod">
        <pc:chgData name="Mayank Vashishth" userId="bd442ecd-7a5f-4ba0-b5b5-b72db20bc4d5" providerId="ADAL" clId="{44DBE994-9C7F-4232-83E0-33ADB8A1BB91}" dt="2026-07-16T00:49:11.349" v="246" actId="478"/>
        <pc:sldMkLst>
          <pc:docMk/>
          <pc:sldMk cId="0" sldId="2147483143"/>
        </pc:sldMkLst>
        <pc:spChg chg="del">
          <ac:chgData name="Mayank Vashishth" userId="bd442ecd-7a5f-4ba0-b5b5-b72db20bc4d5" providerId="ADAL" clId="{44DBE994-9C7F-4232-83E0-33ADB8A1BB91}" dt="2026-07-16T00:49:11.349" v="246" actId="478"/>
          <ac:spMkLst>
            <pc:docMk/>
            <pc:sldMk cId="0" sldId="2147483143"/>
            <ac:spMk id="2" creationId="{00000000-0000-0000-0000-000000000000}"/>
          </ac:spMkLst>
        </pc:spChg>
        <pc:spChg chg="del">
          <ac:chgData name="Mayank Vashishth" userId="bd442ecd-7a5f-4ba0-b5b5-b72db20bc4d5" providerId="ADAL" clId="{44DBE994-9C7F-4232-83E0-33ADB8A1BB91}" dt="2026-07-16T00:48:42.197" v="235" actId="478"/>
          <ac:spMkLst>
            <pc:docMk/>
            <pc:sldMk cId="0" sldId="2147483143"/>
            <ac:spMk id="3" creationId="{00000000-0000-0000-0000-000000000000}"/>
          </ac:spMkLst>
        </pc:spChg>
        <pc:spChg chg="add">
          <ac:chgData name="Mayank Vashishth" userId="bd442ecd-7a5f-4ba0-b5b5-b72db20bc4d5" providerId="ADAL" clId="{44DBE994-9C7F-4232-83E0-33ADB8A1BB91}" dt="2026-07-16T00:48:42.847" v="236" actId="22"/>
          <ac:spMkLst>
            <pc:docMk/>
            <pc:sldMk cId="0" sldId="2147483143"/>
            <ac:spMk id="24" creationId="{36D7A0A0-4BFA-456C-BFA5-1601B245D956}"/>
          </ac:spMkLst>
        </pc:spChg>
      </pc:sldChg>
      <pc:sldChg chg="addSp delSp modSp mod">
        <pc:chgData name="Mayank Vashishth" userId="bd442ecd-7a5f-4ba0-b5b5-b72db20bc4d5" providerId="ADAL" clId="{44DBE994-9C7F-4232-83E0-33ADB8A1BB91}" dt="2026-07-16T11:11:52.812" v="2079" actId="20577"/>
        <pc:sldMkLst>
          <pc:docMk/>
          <pc:sldMk cId="0" sldId="2147483144"/>
        </pc:sldMkLst>
        <pc:spChg chg="del">
          <ac:chgData name="Mayank Vashishth" userId="bd442ecd-7a5f-4ba0-b5b5-b72db20bc4d5" providerId="ADAL" clId="{44DBE994-9C7F-4232-83E0-33ADB8A1BB91}" dt="2026-07-16T00:49:09.608" v="245" actId="478"/>
          <ac:spMkLst>
            <pc:docMk/>
            <pc:sldMk cId="0" sldId="2147483144"/>
            <ac:spMk id="2" creationId="{00000000-0000-0000-0000-000000000000}"/>
          </ac:spMkLst>
        </pc:spChg>
        <pc:spChg chg="del">
          <ac:chgData name="Mayank Vashishth" userId="bd442ecd-7a5f-4ba0-b5b5-b72db20bc4d5" providerId="ADAL" clId="{44DBE994-9C7F-4232-83E0-33ADB8A1BB91}" dt="2026-07-16T00:48:47.550" v="237" actId="478"/>
          <ac:spMkLst>
            <pc:docMk/>
            <pc:sldMk cId="0" sldId="2147483144"/>
            <ac:spMk id="3" creationId="{00000000-0000-0000-0000-000000000000}"/>
          </ac:spMkLst>
        </pc:spChg>
        <pc:spChg chg="mod">
          <ac:chgData name="Mayank Vashishth" userId="bd442ecd-7a5f-4ba0-b5b5-b72db20bc4d5" providerId="ADAL" clId="{44DBE994-9C7F-4232-83E0-33ADB8A1BB91}" dt="2026-07-16T11:11:52.812" v="2079" actId="20577"/>
          <ac:spMkLst>
            <pc:docMk/>
            <pc:sldMk cId="0" sldId="2147483144"/>
            <ac:spMk id="4" creationId="{00000000-0000-0000-0000-000000000000}"/>
          </ac:spMkLst>
        </pc:spChg>
        <pc:spChg chg="mod">
          <ac:chgData name="Mayank Vashishth" userId="bd442ecd-7a5f-4ba0-b5b5-b72db20bc4d5" providerId="ADAL" clId="{44DBE994-9C7F-4232-83E0-33ADB8A1BB91}" dt="2026-07-16T11:11:46.225" v="2078" actId="20577"/>
          <ac:spMkLst>
            <pc:docMk/>
            <pc:sldMk cId="0" sldId="2147483144"/>
            <ac:spMk id="12" creationId="{00000000-0000-0000-0000-000000000000}"/>
          </ac:spMkLst>
        </pc:spChg>
        <pc:spChg chg="add">
          <ac:chgData name="Mayank Vashishth" userId="bd442ecd-7a5f-4ba0-b5b5-b72db20bc4d5" providerId="ADAL" clId="{44DBE994-9C7F-4232-83E0-33ADB8A1BB91}" dt="2026-07-16T00:48:48.127" v="238" actId="22"/>
          <ac:spMkLst>
            <pc:docMk/>
            <pc:sldMk cId="0" sldId="2147483144"/>
            <ac:spMk id="14" creationId="{642C0676-E35F-E536-A080-AE99BA2224C7}"/>
          </ac:spMkLst>
        </pc:spChg>
      </pc:sldChg>
      <pc:sldChg chg="addSp delSp modSp mod">
        <pc:chgData name="Mayank Vashishth" userId="bd442ecd-7a5f-4ba0-b5b5-b72db20bc4d5" providerId="ADAL" clId="{44DBE994-9C7F-4232-83E0-33ADB8A1BB91}" dt="2026-07-16T11:12:02.558" v="2080" actId="20577"/>
        <pc:sldMkLst>
          <pc:docMk/>
          <pc:sldMk cId="0" sldId="2147483145"/>
        </pc:sldMkLst>
        <pc:spChg chg="del">
          <ac:chgData name="Mayank Vashishth" userId="bd442ecd-7a5f-4ba0-b5b5-b72db20bc4d5" providerId="ADAL" clId="{44DBE994-9C7F-4232-83E0-33ADB8A1BB91}" dt="2026-07-16T00:49:07.428" v="244" actId="478"/>
          <ac:spMkLst>
            <pc:docMk/>
            <pc:sldMk cId="0" sldId="2147483145"/>
            <ac:spMk id="2" creationId="{00000000-0000-0000-0000-000000000000}"/>
          </ac:spMkLst>
        </pc:spChg>
        <pc:spChg chg="del">
          <ac:chgData name="Mayank Vashishth" userId="bd442ecd-7a5f-4ba0-b5b5-b72db20bc4d5" providerId="ADAL" clId="{44DBE994-9C7F-4232-83E0-33ADB8A1BB91}" dt="2026-07-16T00:48:52.406" v="239" actId="478"/>
          <ac:spMkLst>
            <pc:docMk/>
            <pc:sldMk cId="0" sldId="2147483145"/>
            <ac:spMk id="3" creationId="{00000000-0000-0000-0000-000000000000}"/>
          </ac:spMkLst>
        </pc:spChg>
        <pc:spChg chg="mod">
          <ac:chgData name="Mayank Vashishth" userId="bd442ecd-7a5f-4ba0-b5b5-b72db20bc4d5" providerId="ADAL" clId="{44DBE994-9C7F-4232-83E0-33ADB8A1BB91}" dt="2026-07-16T11:12:02.558" v="2080" actId="20577"/>
          <ac:spMkLst>
            <pc:docMk/>
            <pc:sldMk cId="0" sldId="2147483145"/>
            <ac:spMk id="4" creationId="{00000000-0000-0000-0000-000000000000}"/>
          </ac:spMkLst>
        </pc:spChg>
        <pc:spChg chg="add">
          <ac:chgData name="Mayank Vashishth" userId="bd442ecd-7a5f-4ba0-b5b5-b72db20bc4d5" providerId="ADAL" clId="{44DBE994-9C7F-4232-83E0-33ADB8A1BB91}" dt="2026-07-16T00:48:53.081" v="240" actId="22"/>
          <ac:spMkLst>
            <pc:docMk/>
            <pc:sldMk cId="0" sldId="2147483145"/>
            <ac:spMk id="14" creationId="{EC905F26-8B6B-A1AB-A1EB-D06A8E90A150}"/>
          </ac:spMkLst>
        </pc:spChg>
      </pc:sldChg>
      <pc:sldChg chg="addSp delSp modSp mod">
        <pc:chgData name="Mayank Vashishth" userId="bd442ecd-7a5f-4ba0-b5b5-b72db20bc4d5" providerId="ADAL" clId="{44DBE994-9C7F-4232-83E0-33ADB8A1BB91}" dt="2026-07-16T11:12:09.998" v="2081" actId="20577"/>
        <pc:sldMkLst>
          <pc:docMk/>
          <pc:sldMk cId="0" sldId="2147483146"/>
        </pc:sldMkLst>
        <pc:spChg chg="del">
          <ac:chgData name="Mayank Vashishth" userId="bd442ecd-7a5f-4ba0-b5b5-b72db20bc4d5" providerId="ADAL" clId="{44DBE994-9C7F-4232-83E0-33ADB8A1BB91}" dt="2026-07-16T00:49:05.202" v="243" actId="478"/>
          <ac:spMkLst>
            <pc:docMk/>
            <pc:sldMk cId="0" sldId="2147483146"/>
            <ac:spMk id="2" creationId="{00000000-0000-0000-0000-000000000000}"/>
          </ac:spMkLst>
        </pc:spChg>
        <pc:spChg chg="del">
          <ac:chgData name="Mayank Vashishth" userId="bd442ecd-7a5f-4ba0-b5b5-b72db20bc4d5" providerId="ADAL" clId="{44DBE994-9C7F-4232-83E0-33ADB8A1BB91}" dt="2026-07-16T00:48:57.936" v="241" actId="478"/>
          <ac:spMkLst>
            <pc:docMk/>
            <pc:sldMk cId="0" sldId="2147483146"/>
            <ac:spMk id="3" creationId="{00000000-0000-0000-0000-000000000000}"/>
          </ac:spMkLst>
        </pc:spChg>
        <pc:spChg chg="mod">
          <ac:chgData name="Mayank Vashishth" userId="bd442ecd-7a5f-4ba0-b5b5-b72db20bc4d5" providerId="ADAL" clId="{44DBE994-9C7F-4232-83E0-33ADB8A1BB91}" dt="2026-07-16T11:12:09.998" v="2081" actId="20577"/>
          <ac:spMkLst>
            <pc:docMk/>
            <pc:sldMk cId="0" sldId="2147483146"/>
            <ac:spMk id="4" creationId="{00000000-0000-0000-0000-000000000000}"/>
          </ac:spMkLst>
        </pc:spChg>
        <pc:spChg chg="mod">
          <ac:chgData name="Mayank Vashishth" userId="bd442ecd-7a5f-4ba0-b5b5-b72db20bc4d5" providerId="ADAL" clId="{44DBE994-9C7F-4232-83E0-33ADB8A1BB91}" dt="2026-07-16T01:12:09.818" v="638" actId="1035"/>
          <ac:spMkLst>
            <pc:docMk/>
            <pc:sldMk cId="0" sldId="2147483146"/>
            <ac:spMk id="9" creationId="{00000000-0000-0000-0000-000000000000}"/>
          </ac:spMkLst>
        </pc:spChg>
        <pc:spChg chg="mod">
          <ac:chgData name="Mayank Vashishth" userId="bd442ecd-7a5f-4ba0-b5b5-b72db20bc4d5" providerId="ADAL" clId="{44DBE994-9C7F-4232-83E0-33ADB8A1BB91}" dt="2026-07-16T01:12:09.818" v="638" actId="1035"/>
          <ac:spMkLst>
            <pc:docMk/>
            <pc:sldMk cId="0" sldId="2147483146"/>
            <ac:spMk id="10" creationId="{00000000-0000-0000-0000-000000000000}"/>
          </ac:spMkLst>
        </pc:spChg>
        <pc:spChg chg="mod">
          <ac:chgData name="Mayank Vashishth" userId="bd442ecd-7a5f-4ba0-b5b5-b72db20bc4d5" providerId="ADAL" clId="{44DBE994-9C7F-4232-83E0-33ADB8A1BB91}" dt="2026-07-16T01:12:09.818" v="638" actId="1035"/>
          <ac:spMkLst>
            <pc:docMk/>
            <pc:sldMk cId="0" sldId="2147483146"/>
            <ac:spMk id="11" creationId="{00000000-0000-0000-0000-000000000000}"/>
          </ac:spMkLst>
        </pc:spChg>
        <pc:spChg chg="add">
          <ac:chgData name="Mayank Vashishth" userId="bd442ecd-7a5f-4ba0-b5b5-b72db20bc4d5" providerId="ADAL" clId="{44DBE994-9C7F-4232-83E0-33ADB8A1BB91}" dt="2026-07-16T00:48:58.717" v="242" actId="22"/>
          <ac:spMkLst>
            <pc:docMk/>
            <pc:sldMk cId="0" sldId="2147483146"/>
            <ac:spMk id="13" creationId="{74BA1E89-1D0F-487E-CCCC-9BE35A44B66E}"/>
          </ac:spMkLst>
        </pc:spChg>
      </pc:sldChg>
      <pc:sldChg chg="addSp delSp modSp mod">
        <pc:chgData name="Mayank Vashishth" userId="bd442ecd-7a5f-4ba0-b5b5-b72db20bc4d5" providerId="ADAL" clId="{44DBE994-9C7F-4232-83E0-33ADB8A1BB91}" dt="2026-07-16T11:13:24.418" v="2086" actId="20577"/>
        <pc:sldMkLst>
          <pc:docMk/>
          <pc:sldMk cId="0" sldId="2147483147"/>
        </pc:sldMkLst>
        <pc:spChg chg="del">
          <ac:chgData name="Mayank Vashishth" userId="bd442ecd-7a5f-4ba0-b5b5-b72db20bc4d5" providerId="ADAL" clId="{44DBE994-9C7F-4232-83E0-33ADB8A1BB91}" dt="2026-07-16T01:12:20.444" v="641" actId="478"/>
          <ac:spMkLst>
            <pc:docMk/>
            <pc:sldMk cId="0" sldId="2147483147"/>
            <ac:spMk id="2" creationId="{00000000-0000-0000-0000-000000000000}"/>
          </ac:spMkLst>
        </pc:spChg>
        <pc:spChg chg="del">
          <ac:chgData name="Mayank Vashishth" userId="bd442ecd-7a5f-4ba0-b5b5-b72db20bc4d5" providerId="ADAL" clId="{44DBE994-9C7F-4232-83E0-33ADB8A1BB91}" dt="2026-07-16T01:12:15.516" v="639" actId="478"/>
          <ac:spMkLst>
            <pc:docMk/>
            <pc:sldMk cId="0" sldId="2147483147"/>
            <ac:spMk id="3" creationId="{00000000-0000-0000-0000-000000000000}"/>
          </ac:spMkLst>
        </pc:spChg>
        <pc:spChg chg="mod">
          <ac:chgData name="Mayank Vashishth" userId="bd442ecd-7a5f-4ba0-b5b5-b72db20bc4d5" providerId="ADAL" clId="{44DBE994-9C7F-4232-83E0-33ADB8A1BB91}" dt="2026-07-16T11:13:24.418" v="2086" actId="20577"/>
          <ac:spMkLst>
            <pc:docMk/>
            <pc:sldMk cId="0" sldId="2147483147"/>
            <ac:spMk id="4" creationId="{00000000-0000-0000-0000-000000000000}"/>
          </ac:spMkLst>
        </pc:spChg>
        <pc:spChg chg="add">
          <ac:chgData name="Mayank Vashishth" userId="bd442ecd-7a5f-4ba0-b5b5-b72db20bc4d5" providerId="ADAL" clId="{44DBE994-9C7F-4232-83E0-33ADB8A1BB91}" dt="2026-07-16T01:12:16.625" v="640" actId="22"/>
          <ac:spMkLst>
            <pc:docMk/>
            <pc:sldMk cId="0" sldId="2147483147"/>
            <ac:spMk id="17" creationId="{6F94AE88-56DE-0496-7FE5-6DA23D0C25D0}"/>
          </ac:spMkLst>
        </pc:spChg>
      </pc:sldChg>
      <pc:sldChg chg="addSp delSp modSp mod">
        <pc:chgData name="Mayank Vashishth" userId="bd442ecd-7a5f-4ba0-b5b5-b72db20bc4d5" providerId="ADAL" clId="{44DBE994-9C7F-4232-83E0-33ADB8A1BB91}" dt="2026-07-16T11:12:22.964" v="2084" actId="20577"/>
        <pc:sldMkLst>
          <pc:docMk/>
          <pc:sldMk cId="0" sldId="2147483148"/>
        </pc:sldMkLst>
        <pc:spChg chg="del">
          <ac:chgData name="Mayank Vashishth" userId="bd442ecd-7a5f-4ba0-b5b5-b72db20bc4d5" providerId="ADAL" clId="{44DBE994-9C7F-4232-83E0-33ADB8A1BB91}" dt="2026-07-16T01:13:18.464" v="656" actId="478"/>
          <ac:spMkLst>
            <pc:docMk/>
            <pc:sldMk cId="0" sldId="2147483148"/>
            <ac:spMk id="2" creationId="{00000000-0000-0000-0000-000000000000}"/>
          </ac:spMkLst>
        </pc:spChg>
        <pc:spChg chg="del">
          <ac:chgData name="Mayank Vashishth" userId="bd442ecd-7a5f-4ba0-b5b5-b72db20bc4d5" providerId="ADAL" clId="{44DBE994-9C7F-4232-83E0-33ADB8A1BB91}" dt="2026-07-16T01:13:13.155" v="654" actId="478"/>
          <ac:spMkLst>
            <pc:docMk/>
            <pc:sldMk cId="0" sldId="2147483148"/>
            <ac:spMk id="3" creationId="{00000000-0000-0000-0000-000000000000}"/>
          </ac:spMkLst>
        </pc:spChg>
        <pc:spChg chg="mod">
          <ac:chgData name="Mayank Vashishth" userId="bd442ecd-7a5f-4ba0-b5b5-b72db20bc4d5" providerId="ADAL" clId="{44DBE994-9C7F-4232-83E0-33ADB8A1BB91}" dt="2026-07-16T11:12:22.964" v="2084" actId="20577"/>
          <ac:spMkLst>
            <pc:docMk/>
            <pc:sldMk cId="0" sldId="2147483148"/>
            <ac:spMk id="4" creationId="{00000000-0000-0000-0000-000000000000}"/>
          </ac:spMkLst>
        </pc:spChg>
        <pc:spChg chg="add">
          <ac:chgData name="Mayank Vashishth" userId="bd442ecd-7a5f-4ba0-b5b5-b72db20bc4d5" providerId="ADAL" clId="{44DBE994-9C7F-4232-83E0-33ADB8A1BB91}" dt="2026-07-16T01:13:14.498" v="655" actId="22"/>
          <ac:spMkLst>
            <pc:docMk/>
            <pc:sldMk cId="0" sldId="2147483148"/>
            <ac:spMk id="14" creationId="{C409DD8C-3DDC-0A85-275C-C271733503C3}"/>
          </ac:spMkLst>
        </pc:spChg>
      </pc:sldChg>
      <pc:sldChg chg="addSp delSp modSp mod">
        <pc:chgData name="Mayank Vashishth" userId="bd442ecd-7a5f-4ba0-b5b5-b72db20bc4d5" providerId="ADAL" clId="{44DBE994-9C7F-4232-83E0-33ADB8A1BB91}" dt="2026-07-16T10:16:35.076" v="1983" actId="20577"/>
        <pc:sldMkLst>
          <pc:docMk/>
          <pc:sldMk cId="0" sldId="2147483150"/>
        </pc:sldMkLst>
        <pc:spChg chg="del">
          <ac:chgData name="Mayank Vashishth" userId="bd442ecd-7a5f-4ba0-b5b5-b72db20bc4d5" providerId="ADAL" clId="{44DBE994-9C7F-4232-83E0-33ADB8A1BB91}" dt="2026-07-16T01:22:50.361" v="727" actId="478"/>
          <ac:spMkLst>
            <pc:docMk/>
            <pc:sldMk cId="0" sldId="2147483150"/>
            <ac:spMk id="2" creationId="{00000000-0000-0000-0000-000000000000}"/>
          </ac:spMkLst>
        </pc:spChg>
        <pc:spChg chg="del">
          <ac:chgData name="Mayank Vashishth" userId="bd442ecd-7a5f-4ba0-b5b5-b72db20bc4d5" providerId="ADAL" clId="{44DBE994-9C7F-4232-83E0-33ADB8A1BB91}" dt="2026-07-16T01:22:50.361" v="727" actId="478"/>
          <ac:spMkLst>
            <pc:docMk/>
            <pc:sldMk cId="0" sldId="2147483150"/>
            <ac:spMk id="3" creationId="{00000000-0000-0000-0000-000000000000}"/>
          </ac:spMkLst>
        </pc:spChg>
        <pc:spChg chg="mod">
          <ac:chgData name="Mayank Vashishth" userId="bd442ecd-7a5f-4ba0-b5b5-b72db20bc4d5" providerId="ADAL" clId="{44DBE994-9C7F-4232-83E0-33ADB8A1BB91}" dt="2026-07-16T10:16:35.076" v="1983" actId="20577"/>
          <ac:spMkLst>
            <pc:docMk/>
            <pc:sldMk cId="0" sldId="2147483150"/>
            <ac:spMk id="4" creationId="{00000000-0000-0000-0000-000000000000}"/>
          </ac:spMkLst>
        </pc:spChg>
        <pc:spChg chg="mod">
          <ac:chgData name="Mayank Vashishth" userId="bd442ecd-7a5f-4ba0-b5b5-b72db20bc4d5" providerId="ADAL" clId="{44DBE994-9C7F-4232-83E0-33ADB8A1BB91}" dt="2026-07-16T05:05:05.048" v="999" actId="1076"/>
          <ac:spMkLst>
            <pc:docMk/>
            <pc:sldMk cId="0" sldId="2147483150"/>
            <ac:spMk id="12" creationId="{00000000-0000-0000-0000-000000000000}"/>
          </ac:spMkLst>
        </pc:spChg>
        <pc:spChg chg="mod">
          <ac:chgData name="Mayank Vashishth" userId="bd442ecd-7a5f-4ba0-b5b5-b72db20bc4d5" providerId="ADAL" clId="{44DBE994-9C7F-4232-83E0-33ADB8A1BB91}" dt="2026-07-16T10:00:31.010" v="1558" actId="255"/>
          <ac:spMkLst>
            <pc:docMk/>
            <pc:sldMk cId="0" sldId="2147483150"/>
            <ac:spMk id="18" creationId="{00000000-0000-0000-0000-000000000000}"/>
          </ac:spMkLst>
        </pc:spChg>
        <pc:spChg chg="mod">
          <ac:chgData name="Mayank Vashishth" userId="bd442ecd-7a5f-4ba0-b5b5-b72db20bc4d5" providerId="ADAL" clId="{44DBE994-9C7F-4232-83E0-33ADB8A1BB91}" dt="2026-07-16T10:00:31.010" v="1558" actId="255"/>
          <ac:spMkLst>
            <pc:docMk/>
            <pc:sldMk cId="0" sldId="2147483150"/>
            <ac:spMk id="41" creationId="{00000000-0000-0000-0000-000000000000}"/>
          </ac:spMkLst>
        </pc:spChg>
        <pc:spChg chg="mod">
          <ac:chgData name="Mayank Vashishth" userId="bd442ecd-7a5f-4ba0-b5b5-b72db20bc4d5" providerId="ADAL" clId="{44DBE994-9C7F-4232-83E0-33ADB8A1BB91}" dt="2026-07-16T10:00:31.010" v="1558" actId="255"/>
          <ac:spMkLst>
            <pc:docMk/>
            <pc:sldMk cId="0" sldId="2147483150"/>
            <ac:spMk id="42" creationId="{00000000-0000-0000-0000-000000000000}"/>
          </ac:spMkLst>
        </pc:spChg>
        <pc:spChg chg="mod">
          <ac:chgData name="Mayank Vashishth" userId="bd442ecd-7a5f-4ba0-b5b5-b72db20bc4d5" providerId="ADAL" clId="{44DBE994-9C7F-4232-83E0-33ADB8A1BB91}" dt="2026-07-16T05:06:32.510" v="1014" actId="1035"/>
          <ac:spMkLst>
            <pc:docMk/>
            <pc:sldMk cId="0" sldId="2147483150"/>
            <ac:spMk id="58" creationId="{00000000-0000-0000-0000-000000000000}"/>
          </ac:spMkLst>
        </pc:spChg>
        <pc:spChg chg="mod">
          <ac:chgData name="Mayank Vashishth" userId="bd442ecd-7a5f-4ba0-b5b5-b72db20bc4d5" providerId="ADAL" clId="{44DBE994-9C7F-4232-83E0-33ADB8A1BB91}" dt="2026-07-16T10:00:31.010" v="1558" actId="255"/>
          <ac:spMkLst>
            <pc:docMk/>
            <pc:sldMk cId="0" sldId="2147483150"/>
            <ac:spMk id="76" creationId="{00000000-0000-0000-0000-000000000000}"/>
          </ac:spMkLst>
        </pc:spChg>
        <pc:spChg chg="mod">
          <ac:chgData name="Mayank Vashishth" userId="bd442ecd-7a5f-4ba0-b5b5-b72db20bc4d5" providerId="ADAL" clId="{44DBE994-9C7F-4232-83E0-33ADB8A1BB91}" dt="2026-07-16T10:00:31.010" v="1558" actId="255"/>
          <ac:spMkLst>
            <pc:docMk/>
            <pc:sldMk cId="0" sldId="2147483150"/>
            <ac:spMk id="82" creationId="{00000000-0000-0000-0000-000000000000}"/>
          </ac:spMkLst>
        </pc:spChg>
        <pc:spChg chg="mod">
          <ac:chgData name="Mayank Vashishth" userId="bd442ecd-7a5f-4ba0-b5b5-b72db20bc4d5" providerId="ADAL" clId="{44DBE994-9C7F-4232-83E0-33ADB8A1BB91}" dt="2026-07-16T10:00:31.010" v="1558" actId="255"/>
          <ac:spMkLst>
            <pc:docMk/>
            <pc:sldMk cId="0" sldId="2147483150"/>
            <ac:spMk id="85" creationId="{00000000-0000-0000-0000-000000000000}"/>
          </ac:spMkLst>
        </pc:spChg>
        <pc:spChg chg="mod">
          <ac:chgData name="Mayank Vashishth" userId="bd442ecd-7a5f-4ba0-b5b5-b72db20bc4d5" providerId="ADAL" clId="{44DBE994-9C7F-4232-83E0-33ADB8A1BB91}" dt="2026-07-16T10:00:31.010" v="1558" actId="255"/>
          <ac:spMkLst>
            <pc:docMk/>
            <pc:sldMk cId="0" sldId="2147483150"/>
            <ac:spMk id="107" creationId="{00000000-0000-0000-0000-000000000000}"/>
          </ac:spMkLst>
        </pc:spChg>
        <pc:spChg chg="mod">
          <ac:chgData name="Mayank Vashishth" userId="bd442ecd-7a5f-4ba0-b5b5-b72db20bc4d5" providerId="ADAL" clId="{44DBE994-9C7F-4232-83E0-33ADB8A1BB91}" dt="2026-07-16T10:00:31.010" v="1558" actId="255"/>
          <ac:spMkLst>
            <pc:docMk/>
            <pc:sldMk cId="0" sldId="2147483150"/>
            <ac:spMk id="114" creationId="{00000000-0000-0000-0000-000000000000}"/>
          </ac:spMkLst>
        </pc:spChg>
        <pc:spChg chg="mod">
          <ac:chgData name="Mayank Vashishth" userId="bd442ecd-7a5f-4ba0-b5b5-b72db20bc4d5" providerId="ADAL" clId="{44DBE994-9C7F-4232-83E0-33ADB8A1BB91}" dt="2026-07-16T10:00:31.010" v="1558" actId="255"/>
          <ac:spMkLst>
            <pc:docMk/>
            <pc:sldMk cId="0" sldId="2147483150"/>
            <ac:spMk id="123" creationId="{00000000-0000-0000-0000-000000000000}"/>
          </ac:spMkLst>
        </pc:spChg>
        <pc:spChg chg="mod">
          <ac:chgData name="Mayank Vashishth" userId="bd442ecd-7a5f-4ba0-b5b5-b72db20bc4d5" providerId="ADAL" clId="{44DBE994-9C7F-4232-83E0-33ADB8A1BB91}" dt="2026-07-16T10:00:31.010" v="1558" actId="255"/>
          <ac:spMkLst>
            <pc:docMk/>
            <pc:sldMk cId="0" sldId="2147483150"/>
            <ac:spMk id="124" creationId="{00000000-0000-0000-0000-000000000000}"/>
          </ac:spMkLst>
        </pc:spChg>
        <pc:spChg chg="mod">
          <ac:chgData name="Mayank Vashishth" userId="bd442ecd-7a5f-4ba0-b5b5-b72db20bc4d5" providerId="ADAL" clId="{44DBE994-9C7F-4232-83E0-33ADB8A1BB91}" dt="2026-07-16T10:00:41.378" v="1569" actId="20577"/>
          <ac:spMkLst>
            <pc:docMk/>
            <pc:sldMk cId="0" sldId="2147483150"/>
            <ac:spMk id="130" creationId="{00000000-0000-0000-0000-000000000000}"/>
          </ac:spMkLst>
        </pc:spChg>
        <pc:spChg chg="add">
          <ac:chgData name="Mayank Vashishth" userId="bd442ecd-7a5f-4ba0-b5b5-b72db20bc4d5" providerId="ADAL" clId="{44DBE994-9C7F-4232-83E0-33ADB8A1BB91}" dt="2026-07-16T01:22:51.178" v="728" actId="22"/>
          <ac:spMkLst>
            <pc:docMk/>
            <pc:sldMk cId="0" sldId="2147483150"/>
            <ac:spMk id="169" creationId="{154C97F9-476C-AFCD-B414-895565094FFC}"/>
          </ac:spMkLst>
        </pc:spChg>
      </pc:sldChg>
      <pc:sldChg chg="addSp delSp modSp mod">
        <pc:chgData name="Mayank Vashishth" userId="bd442ecd-7a5f-4ba0-b5b5-b72db20bc4d5" providerId="ADAL" clId="{44DBE994-9C7F-4232-83E0-33ADB8A1BB91}" dt="2026-07-16T01:13:08.017" v="653" actId="1035"/>
        <pc:sldMkLst>
          <pc:docMk/>
          <pc:sldMk cId="0" sldId="2147483151"/>
        </pc:sldMkLst>
        <pc:spChg chg="del">
          <ac:chgData name="Mayank Vashishth" userId="bd442ecd-7a5f-4ba0-b5b5-b72db20bc4d5" providerId="ADAL" clId="{44DBE994-9C7F-4232-83E0-33ADB8A1BB91}" dt="2026-07-16T01:12:24.751" v="642" actId="478"/>
          <ac:spMkLst>
            <pc:docMk/>
            <pc:sldMk cId="0" sldId="2147483151"/>
            <ac:spMk id="2" creationId="{00000000-0000-0000-0000-000000000000}"/>
          </ac:spMkLst>
        </pc:spChg>
        <pc:spChg chg="del">
          <ac:chgData name="Mayank Vashishth" userId="bd442ecd-7a5f-4ba0-b5b5-b72db20bc4d5" providerId="ADAL" clId="{44DBE994-9C7F-4232-83E0-33ADB8A1BB91}" dt="2026-07-16T01:12:28.360" v="643" actId="478"/>
          <ac:spMkLst>
            <pc:docMk/>
            <pc:sldMk cId="0" sldId="2147483151"/>
            <ac:spMk id="3" creationId="{00000000-0000-0000-0000-000000000000}"/>
          </ac:spMkLst>
        </pc:spChg>
        <pc:spChg chg="mod">
          <ac:chgData name="Mayank Vashishth" userId="bd442ecd-7a5f-4ba0-b5b5-b72db20bc4d5" providerId="ADAL" clId="{44DBE994-9C7F-4232-83E0-33ADB8A1BB91}" dt="2026-07-16T01:13:08.017" v="653" actId="1035"/>
          <ac:spMkLst>
            <pc:docMk/>
            <pc:sldMk cId="0" sldId="2147483151"/>
            <ac:spMk id="8" creationId="{00000000-0000-0000-0000-000000000000}"/>
          </ac:spMkLst>
        </pc:spChg>
        <pc:spChg chg="mod">
          <ac:chgData name="Mayank Vashishth" userId="bd442ecd-7a5f-4ba0-b5b5-b72db20bc4d5" providerId="ADAL" clId="{44DBE994-9C7F-4232-83E0-33ADB8A1BB91}" dt="2026-07-16T01:13:08.017" v="653" actId="1035"/>
          <ac:spMkLst>
            <pc:docMk/>
            <pc:sldMk cId="0" sldId="2147483151"/>
            <ac:spMk id="13" creationId="{00000000-0000-0000-0000-000000000000}"/>
          </ac:spMkLst>
        </pc:spChg>
        <pc:spChg chg="mod">
          <ac:chgData name="Mayank Vashishth" userId="bd442ecd-7a5f-4ba0-b5b5-b72db20bc4d5" providerId="ADAL" clId="{44DBE994-9C7F-4232-83E0-33ADB8A1BB91}" dt="2026-07-16T01:13:08.017" v="653" actId="1035"/>
          <ac:spMkLst>
            <pc:docMk/>
            <pc:sldMk cId="0" sldId="2147483151"/>
            <ac:spMk id="18" creationId="{00000000-0000-0000-0000-000000000000}"/>
          </ac:spMkLst>
        </pc:spChg>
        <pc:spChg chg="mod">
          <ac:chgData name="Mayank Vashishth" userId="bd442ecd-7a5f-4ba0-b5b5-b72db20bc4d5" providerId="ADAL" clId="{44DBE994-9C7F-4232-83E0-33ADB8A1BB91}" dt="2026-07-16T01:13:08.017" v="653" actId="1035"/>
          <ac:spMkLst>
            <pc:docMk/>
            <pc:sldMk cId="0" sldId="2147483151"/>
            <ac:spMk id="24" creationId="{00000000-0000-0000-0000-000000000000}"/>
          </ac:spMkLst>
        </pc:spChg>
        <pc:spChg chg="mod">
          <ac:chgData name="Mayank Vashishth" userId="bd442ecd-7a5f-4ba0-b5b5-b72db20bc4d5" providerId="ADAL" clId="{44DBE994-9C7F-4232-83E0-33ADB8A1BB91}" dt="2026-07-16T01:13:08.017" v="653" actId="1035"/>
          <ac:spMkLst>
            <pc:docMk/>
            <pc:sldMk cId="0" sldId="2147483151"/>
            <ac:spMk id="30" creationId="{00000000-0000-0000-0000-000000000000}"/>
          </ac:spMkLst>
        </pc:spChg>
        <pc:spChg chg="mod">
          <ac:chgData name="Mayank Vashishth" userId="bd442ecd-7a5f-4ba0-b5b5-b72db20bc4d5" providerId="ADAL" clId="{44DBE994-9C7F-4232-83E0-33ADB8A1BB91}" dt="2026-07-16T01:13:08.017" v="653" actId="1035"/>
          <ac:spMkLst>
            <pc:docMk/>
            <pc:sldMk cId="0" sldId="2147483151"/>
            <ac:spMk id="48" creationId="{00000000-0000-0000-0000-000000000000}"/>
          </ac:spMkLst>
        </pc:spChg>
        <pc:spChg chg="mod">
          <ac:chgData name="Mayank Vashishth" userId="bd442ecd-7a5f-4ba0-b5b5-b72db20bc4d5" providerId="ADAL" clId="{44DBE994-9C7F-4232-83E0-33ADB8A1BB91}" dt="2026-07-16T01:13:08.017" v="653" actId="1035"/>
          <ac:spMkLst>
            <pc:docMk/>
            <pc:sldMk cId="0" sldId="2147483151"/>
            <ac:spMk id="61" creationId="{00000000-0000-0000-0000-000000000000}"/>
          </ac:spMkLst>
        </pc:spChg>
        <pc:spChg chg="mod">
          <ac:chgData name="Mayank Vashishth" userId="bd442ecd-7a5f-4ba0-b5b5-b72db20bc4d5" providerId="ADAL" clId="{44DBE994-9C7F-4232-83E0-33ADB8A1BB91}" dt="2026-07-16T01:13:08.017" v="653" actId="1035"/>
          <ac:spMkLst>
            <pc:docMk/>
            <pc:sldMk cId="0" sldId="2147483151"/>
            <ac:spMk id="64" creationId="{00000000-0000-0000-0000-000000000000}"/>
          </ac:spMkLst>
        </pc:spChg>
        <pc:spChg chg="mod">
          <ac:chgData name="Mayank Vashishth" userId="bd442ecd-7a5f-4ba0-b5b5-b72db20bc4d5" providerId="ADAL" clId="{44DBE994-9C7F-4232-83E0-33ADB8A1BB91}" dt="2026-07-16T01:13:08.017" v="653" actId="1035"/>
          <ac:spMkLst>
            <pc:docMk/>
            <pc:sldMk cId="0" sldId="2147483151"/>
            <ac:spMk id="76" creationId="{00000000-0000-0000-0000-000000000000}"/>
          </ac:spMkLst>
        </pc:spChg>
        <pc:spChg chg="mod">
          <ac:chgData name="Mayank Vashishth" userId="bd442ecd-7a5f-4ba0-b5b5-b72db20bc4d5" providerId="ADAL" clId="{44DBE994-9C7F-4232-83E0-33ADB8A1BB91}" dt="2026-07-16T01:13:08.017" v="653" actId="1035"/>
          <ac:spMkLst>
            <pc:docMk/>
            <pc:sldMk cId="0" sldId="2147483151"/>
            <ac:spMk id="91" creationId="{00000000-0000-0000-0000-000000000000}"/>
          </ac:spMkLst>
        </pc:spChg>
        <pc:spChg chg="add">
          <ac:chgData name="Mayank Vashishth" userId="bd442ecd-7a5f-4ba0-b5b5-b72db20bc4d5" providerId="ADAL" clId="{44DBE994-9C7F-4232-83E0-33ADB8A1BB91}" dt="2026-07-16T01:12:29.271" v="644" actId="22"/>
          <ac:spMkLst>
            <pc:docMk/>
            <pc:sldMk cId="0" sldId="2147483151"/>
            <ac:spMk id="97" creationId="{57EADB6C-A1B7-802C-25E8-974ED4A964ED}"/>
          </ac:spMkLst>
        </pc:spChg>
      </pc:sldChg>
      <pc:sldChg chg="addSp delSp mod">
        <pc:chgData name="Mayank Vashishth" userId="bd442ecd-7a5f-4ba0-b5b5-b72db20bc4d5" providerId="ADAL" clId="{44DBE994-9C7F-4232-83E0-33ADB8A1BB91}" dt="2026-07-16T01:13:37.362" v="659" actId="22"/>
        <pc:sldMkLst>
          <pc:docMk/>
          <pc:sldMk cId="0" sldId="2147483152"/>
        </pc:sldMkLst>
        <pc:spChg chg="del">
          <ac:chgData name="Mayank Vashishth" userId="bd442ecd-7a5f-4ba0-b5b5-b72db20bc4d5" providerId="ADAL" clId="{44DBE994-9C7F-4232-83E0-33ADB8A1BB91}" dt="2026-07-16T01:13:32.988" v="657" actId="478"/>
          <ac:spMkLst>
            <pc:docMk/>
            <pc:sldMk cId="0" sldId="2147483152"/>
            <ac:spMk id="2" creationId="{00000000-0000-0000-0000-000000000000}"/>
          </ac:spMkLst>
        </pc:spChg>
        <pc:spChg chg="del">
          <ac:chgData name="Mayank Vashishth" userId="bd442ecd-7a5f-4ba0-b5b5-b72db20bc4d5" providerId="ADAL" clId="{44DBE994-9C7F-4232-83E0-33ADB8A1BB91}" dt="2026-07-16T01:13:36.368" v="658" actId="478"/>
          <ac:spMkLst>
            <pc:docMk/>
            <pc:sldMk cId="0" sldId="2147483152"/>
            <ac:spMk id="3" creationId="{00000000-0000-0000-0000-000000000000}"/>
          </ac:spMkLst>
        </pc:spChg>
        <pc:spChg chg="add">
          <ac:chgData name="Mayank Vashishth" userId="bd442ecd-7a5f-4ba0-b5b5-b72db20bc4d5" providerId="ADAL" clId="{44DBE994-9C7F-4232-83E0-33ADB8A1BB91}" dt="2026-07-16T01:13:37.362" v="659" actId="22"/>
          <ac:spMkLst>
            <pc:docMk/>
            <pc:sldMk cId="0" sldId="2147483152"/>
            <ac:spMk id="47" creationId="{B12413B4-E75E-9D23-C0A6-A2146C7D0F30}"/>
          </ac:spMkLst>
        </pc:spChg>
      </pc:sldChg>
      <pc:sldChg chg="addSp delSp mod">
        <pc:chgData name="Mayank Vashishth" userId="bd442ecd-7a5f-4ba0-b5b5-b72db20bc4d5" providerId="ADAL" clId="{44DBE994-9C7F-4232-83E0-33ADB8A1BB91}" dt="2026-07-16T01:13:48.912" v="662" actId="478"/>
        <pc:sldMkLst>
          <pc:docMk/>
          <pc:sldMk cId="0" sldId="2147483153"/>
        </pc:sldMkLst>
        <pc:spChg chg="del">
          <ac:chgData name="Mayank Vashishth" userId="bd442ecd-7a5f-4ba0-b5b5-b72db20bc4d5" providerId="ADAL" clId="{44DBE994-9C7F-4232-83E0-33ADB8A1BB91}" dt="2026-07-16T01:13:48.912" v="662" actId="478"/>
          <ac:spMkLst>
            <pc:docMk/>
            <pc:sldMk cId="0" sldId="2147483153"/>
            <ac:spMk id="2" creationId="{00000000-0000-0000-0000-000000000000}"/>
          </ac:spMkLst>
        </pc:spChg>
        <pc:spChg chg="del">
          <ac:chgData name="Mayank Vashishth" userId="bd442ecd-7a5f-4ba0-b5b5-b72db20bc4d5" providerId="ADAL" clId="{44DBE994-9C7F-4232-83E0-33ADB8A1BB91}" dt="2026-07-16T01:13:44.797" v="660" actId="478"/>
          <ac:spMkLst>
            <pc:docMk/>
            <pc:sldMk cId="0" sldId="2147483153"/>
            <ac:spMk id="3" creationId="{00000000-0000-0000-0000-000000000000}"/>
          </ac:spMkLst>
        </pc:spChg>
        <pc:spChg chg="add">
          <ac:chgData name="Mayank Vashishth" userId="bd442ecd-7a5f-4ba0-b5b5-b72db20bc4d5" providerId="ADAL" clId="{44DBE994-9C7F-4232-83E0-33ADB8A1BB91}" dt="2026-07-16T01:13:45.504" v="661" actId="22"/>
          <ac:spMkLst>
            <pc:docMk/>
            <pc:sldMk cId="0" sldId="2147483153"/>
            <ac:spMk id="53" creationId="{47F9DB1E-D1B6-94C9-8C57-2AD9CD737C12}"/>
          </ac:spMkLst>
        </pc:spChg>
      </pc:sldChg>
      <pc:sldChg chg="addSp delSp modSp mod">
        <pc:chgData name="Mayank Vashishth" userId="bd442ecd-7a5f-4ba0-b5b5-b72db20bc4d5" providerId="ADAL" clId="{44DBE994-9C7F-4232-83E0-33ADB8A1BB91}" dt="2026-07-16T11:14:14.338" v="2091" actId="20577"/>
        <pc:sldMkLst>
          <pc:docMk/>
          <pc:sldMk cId="0" sldId="2147483154"/>
        </pc:sldMkLst>
        <pc:spChg chg="del">
          <ac:chgData name="Mayank Vashishth" userId="bd442ecd-7a5f-4ba0-b5b5-b72db20bc4d5" providerId="ADAL" clId="{44DBE994-9C7F-4232-83E0-33ADB8A1BB91}" dt="2026-07-16T01:22:15.671" v="714" actId="478"/>
          <ac:spMkLst>
            <pc:docMk/>
            <pc:sldMk cId="0" sldId="2147483154"/>
            <ac:spMk id="2" creationId="{00000000-0000-0000-0000-000000000000}"/>
          </ac:spMkLst>
        </pc:spChg>
        <pc:spChg chg="del">
          <ac:chgData name="Mayank Vashishth" userId="bd442ecd-7a5f-4ba0-b5b5-b72db20bc4d5" providerId="ADAL" clId="{44DBE994-9C7F-4232-83E0-33ADB8A1BB91}" dt="2026-07-16T01:22:11.544" v="712" actId="478"/>
          <ac:spMkLst>
            <pc:docMk/>
            <pc:sldMk cId="0" sldId="2147483154"/>
            <ac:spMk id="3" creationId="{00000000-0000-0000-0000-000000000000}"/>
          </ac:spMkLst>
        </pc:spChg>
        <pc:spChg chg="mod">
          <ac:chgData name="Mayank Vashishth" userId="bd442ecd-7a5f-4ba0-b5b5-b72db20bc4d5" providerId="ADAL" clId="{44DBE994-9C7F-4232-83E0-33ADB8A1BB91}" dt="2026-07-16T11:14:14.338" v="2091" actId="20577"/>
          <ac:spMkLst>
            <pc:docMk/>
            <pc:sldMk cId="0" sldId="2147483154"/>
            <ac:spMk id="7" creationId="{00000000-0000-0000-0000-000000000000}"/>
          </ac:spMkLst>
        </pc:spChg>
        <pc:spChg chg="add">
          <ac:chgData name="Mayank Vashishth" userId="bd442ecd-7a5f-4ba0-b5b5-b72db20bc4d5" providerId="ADAL" clId="{44DBE994-9C7F-4232-83E0-33ADB8A1BB91}" dt="2026-07-16T01:22:12.634" v="713" actId="22"/>
          <ac:spMkLst>
            <pc:docMk/>
            <pc:sldMk cId="0" sldId="2147483154"/>
            <ac:spMk id="56" creationId="{85B52797-5FD1-9321-17C5-31E85E5AB6C5}"/>
          </ac:spMkLst>
        </pc:spChg>
      </pc:sldChg>
      <pc:sldChg chg="addSp delSp mod">
        <pc:chgData name="Mayank Vashishth" userId="bd442ecd-7a5f-4ba0-b5b5-b72db20bc4d5" providerId="ADAL" clId="{44DBE994-9C7F-4232-83E0-33ADB8A1BB91}" dt="2026-07-16T01:22:24.322" v="717" actId="22"/>
        <pc:sldMkLst>
          <pc:docMk/>
          <pc:sldMk cId="0" sldId="2147483155"/>
        </pc:sldMkLst>
        <pc:spChg chg="del">
          <ac:chgData name="Mayank Vashishth" userId="bd442ecd-7a5f-4ba0-b5b5-b72db20bc4d5" providerId="ADAL" clId="{44DBE994-9C7F-4232-83E0-33ADB8A1BB91}" dt="2026-07-16T01:22:20.784" v="715" actId="478"/>
          <ac:spMkLst>
            <pc:docMk/>
            <pc:sldMk cId="0" sldId="2147483155"/>
            <ac:spMk id="2" creationId="{00000000-0000-0000-0000-000000000000}"/>
          </ac:spMkLst>
        </pc:spChg>
        <pc:spChg chg="del">
          <ac:chgData name="Mayank Vashishth" userId="bd442ecd-7a5f-4ba0-b5b5-b72db20bc4d5" providerId="ADAL" clId="{44DBE994-9C7F-4232-83E0-33ADB8A1BB91}" dt="2026-07-16T01:22:23.477" v="716" actId="478"/>
          <ac:spMkLst>
            <pc:docMk/>
            <pc:sldMk cId="0" sldId="2147483155"/>
            <ac:spMk id="3" creationId="{00000000-0000-0000-0000-000000000000}"/>
          </ac:spMkLst>
        </pc:spChg>
        <pc:spChg chg="add">
          <ac:chgData name="Mayank Vashishth" userId="bd442ecd-7a5f-4ba0-b5b5-b72db20bc4d5" providerId="ADAL" clId="{44DBE994-9C7F-4232-83E0-33ADB8A1BB91}" dt="2026-07-16T01:22:24.322" v="717" actId="22"/>
          <ac:spMkLst>
            <pc:docMk/>
            <pc:sldMk cId="0" sldId="2147483155"/>
            <ac:spMk id="50" creationId="{53E116ED-7BEE-4E57-B0B3-312190A0EA09}"/>
          </ac:spMkLst>
        </pc:spChg>
      </pc:sldChg>
      <pc:sldChg chg="addSp delSp modSp add mod setBg">
        <pc:chgData name="Mayank Vashishth" userId="bd442ecd-7a5f-4ba0-b5b5-b72db20bc4d5" providerId="ADAL" clId="{44DBE994-9C7F-4232-83E0-33ADB8A1BB91}" dt="2026-07-16T00:57:00.059" v="584" actId="108"/>
        <pc:sldMkLst>
          <pc:docMk/>
          <pc:sldMk cId="0" sldId="2147483156"/>
        </pc:sldMkLst>
        <pc:spChg chg="mod">
          <ac:chgData name="Mayank Vashishth" userId="bd442ecd-7a5f-4ba0-b5b5-b72db20bc4d5" providerId="ADAL" clId="{44DBE994-9C7F-4232-83E0-33ADB8A1BB91}" dt="2026-07-16T00:56:37.079" v="579" actId="12789"/>
          <ac:spMkLst>
            <pc:docMk/>
            <pc:sldMk cId="0" sldId="2147483156"/>
            <ac:spMk id="5" creationId="{00000000-0000-0000-0000-000000000000}"/>
          </ac:spMkLst>
        </pc:spChg>
        <pc:spChg chg="mod">
          <ac:chgData name="Mayank Vashishth" userId="bd442ecd-7a5f-4ba0-b5b5-b72db20bc4d5" providerId="ADAL" clId="{44DBE994-9C7F-4232-83E0-33ADB8A1BB91}" dt="2026-07-16T00:54:40.164" v="566" actId="1037"/>
          <ac:spMkLst>
            <pc:docMk/>
            <pc:sldMk cId="0" sldId="2147483156"/>
            <ac:spMk id="6" creationId="{00000000-0000-0000-0000-000000000000}"/>
          </ac:spMkLst>
        </pc:spChg>
        <pc:spChg chg="mod">
          <ac:chgData name="Mayank Vashishth" userId="bd442ecd-7a5f-4ba0-b5b5-b72db20bc4d5" providerId="ADAL" clId="{44DBE994-9C7F-4232-83E0-33ADB8A1BB91}" dt="2026-07-16T00:54:40.164" v="566" actId="1037"/>
          <ac:spMkLst>
            <pc:docMk/>
            <pc:sldMk cId="0" sldId="2147483156"/>
            <ac:spMk id="7" creationId="{00000000-0000-0000-0000-000000000000}"/>
          </ac:spMkLst>
        </pc:spChg>
        <pc:spChg chg="mod">
          <ac:chgData name="Mayank Vashishth" userId="bd442ecd-7a5f-4ba0-b5b5-b72db20bc4d5" providerId="ADAL" clId="{44DBE994-9C7F-4232-83E0-33ADB8A1BB91}" dt="2026-07-16T00:54:40.164" v="566" actId="1037"/>
          <ac:spMkLst>
            <pc:docMk/>
            <pc:sldMk cId="0" sldId="2147483156"/>
            <ac:spMk id="8" creationId="{00000000-0000-0000-0000-000000000000}"/>
          </ac:spMkLst>
        </pc:spChg>
        <pc:spChg chg="mod">
          <ac:chgData name="Mayank Vashishth" userId="bd442ecd-7a5f-4ba0-b5b5-b72db20bc4d5" providerId="ADAL" clId="{44DBE994-9C7F-4232-83E0-33ADB8A1BB91}" dt="2026-07-16T00:54:29.218" v="562" actId="14100"/>
          <ac:spMkLst>
            <pc:docMk/>
            <pc:sldMk cId="0" sldId="2147483156"/>
            <ac:spMk id="9" creationId="{00000000-0000-0000-0000-000000000000}"/>
          </ac:spMkLst>
        </pc:spChg>
        <pc:spChg chg="mod">
          <ac:chgData name="Mayank Vashishth" userId="bd442ecd-7a5f-4ba0-b5b5-b72db20bc4d5" providerId="ADAL" clId="{44DBE994-9C7F-4232-83E0-33ADB8A1BB91}" dt="2026-07-16T00:56:46.585" v="581" actId="108"/>
          <ac:spMkLst>
            <pc:docMk/>
            <pc:sldMk cId="0" sldId="2147483156"/>
            <ac:spMk id="10" creationId="{00000000-0000-0000-0000-000000000000}"/>
          </ac:spMkLst>
        </pc:spChg>
        <pc:spChg chg="mod">
          <ac:chgData name="Mayank Vashishth" userId="bd442ecd-7a5f-4ba0-b5b5-b72db20bc4d5" providerId="ADAL" clId="{44DBE994-9C7F-4232-83E0-33ADB8A1BB91}" dt="2026-07-16T00:54:40.164" v="566" actId="1037"/>
          <ac:spMkLst>
            <pc:docMk/>
            <pc:sldMk cId="0" sldId="2147483156"/>
            <ac:spMk id="11" creationId="{00000000-0000-0000-0000-000000000000}"/>
          </ac:spMkLst>
        </pc:spChg>
        <pc:spChg chg="mod">
          <ac:chgData name="Mayank Vashishth" userId="bd442ecd-7a5f-4ba0-b5b5-b72db20bc4d5" providerId="ADAL" clId="{44DBE994-9C7F-4232-83E0-33ADB8A1BB91}" dt="2026-07-16T00:54:40.164" v="566" actId="1037"/>
          <ac:spMkLst>
            <pc:docMk/>
            <pc:sldMk cId="0" sldId="2147483156"/>
            <ac:spMk id="12" creationId="{00000000-0000-0000-0000-000000000000}"/>
          </ac:spMkLst>
        </pc:spChg>
        <pc:spChg chg="mod">
          <ac:chgData name="Mayank Vashishth" userId="bd442ecd-7a5f-4ba0-b5b5-b72db20bc4d5" providerId="ADAL" clId="{44DBE994-9C7F-4232-83E0-33ADB8A1BB91}" dt="2026-07-16T00:54:40.164" v="566" actId="1037"/>
          <ac:spMkLst>
            <pc:docMk/>
            <pc:sldMk cId="0" sldId="2147483156"/>
            <ac:spMk id="13" creationId="{00000000-0000-0000-0000-000000000000}"/>
          </ac:spMkLst>
        </pc:spChg>
        <pc:spChg chg="mod">
          <ac:chgData name="Mayank Vashishth" userId="bd442ecd-7a5f-4ba0-b5b5-b72db20bc4d5" providerId="ADAL" clId="{44DBE994-9C7F-4232-83E0-33ADB8A1BB91}" dt="2026-07-16T00:54:29.218" v="562" actId="14100"/>
          <ac:spMkLst>
            <pc:docMk/>
            <pc:sldMk cId="0" sldId="2147483156"/>
            <ac:spMk id="14" creationId="{00000000-0000-0000-0000-000000000000}"/>
          </ac:spMkLst>
        </pc:spChg>
        <pc:spChg chg="mod">
          <ac:chgData name="Mayank Vashishth" userId="bd442ecd-7a5f-4ba0-b5b5-b72db20bc4d5" providerId="ADAL" clId="{44DBE994-9C7F-4232-83E0-33ADB8A1BB91}" dt="2026-07-16T00:56:51.230" v="583" actId="108"/>
          <ac:spMkLst>
            <pc:docMk/>
            <pc:sldMk cId="0" sldId="2147483156"/>
            <ac:spMk id="15" creationId="{00000000-0000-0000-0000-000000000000}"/>
          </ac:spMkLst>
        </pc:spChg>
        <pc:spChg chg="mod">
          <ac:chgData name="Mayank Vashishth" userId="bd442ecd-7a5f-4ba0-b5b5-b72db20bc4d5" providerId="ADAL" clId="{44DBE994-9C7F-4232-83E0-33ADB8A1BB91}" dt="2026-07-16T00:53:54.941" v="549" actId="1038"/>
          <ac:spMkLst>
            <pc:docMk/>
            <pc:sldMk cId="0" sldId="2147483156"/>
            <ac:spMk id="16" creationId="{00000000-0000-0000-0000-000000000000}"/>
          </ac:spMkLst>
        </pc:spChg>
        <pc:spChg chg="mod">
          <ac:chgData name="Mayank Vashishth" userId="bd442ecd-7a5f-4ba0-b5b5-b72db20bc4d5" providerId="ADAL" clId="{44DBE994-9C7F-4232-83E0-33ADB8A1BB91}" dt="2026-07-16T00:54:40.164" v="566" actId="1037"/>
          <ac:spMkLst>
            <pc:docMk/>
            <pc:sldMk cId="0" sldId="2147483156"/>
            <ac:spMk id="17" creationId="{00000000-0000-0000-0000-000000000000}"/>
          </ac:spMkLst>
        </pc:spChg>
        <pc:spChg chg="mod">
          <ac:chgData name="Mayank Vashishth" userId="bd442ecd-7a5f-4ba0-b5b5-b72db20bc4d5" providerId="ADAL" clId="{44DBE994-9C7F-4232-83E0-33ADB8A1BB91}" dt="2026-07-16T00:54:18.526" v="561" actId="14100"/>
          <ac:spMkLst>
            <pc:docMk/>
            <pc:sldMk cId="0" sldId="2147483156"/>
            <ac:spMk id="18" creationId="{00000000-0000-0000-0000-000000000000}"/>
          </ac:spMkLst>
        </pc:spChg>
        <pc:spChg chg="mod">
          <ac:chgData name="Mayank Vashishth" userId="bd442ecd-7a5f-4ba0-b5b5-b72db20bc4d5" providerId="ADAL" clId="{44DBE994-9C7F-4232-83E0-33ADB8A1BB91}" dt="2026-07-16T00:54:29.218" v="562" actId="14100"/>
          <ac:spMkLst>
            <pc:docMk/>
            <pc:sldMk cId="0" sldId="2147483156"/>
            <ac:spMk id="19" creationId="{00000000-0000-0000-0000-000000000000}"/>
          </ac:spMkLst>
        </pc:spChg>
        <pc:spChg chg="mod">
          <ac:chgData name="Mayank Vashishth" userId="bd442ecd-7a5f-4ba0-b5b5-b72db20bc4d5" providerId="ADAL" clId="{44DBE994-9C7F-4232-83E0-33ADB8A1BB91}" dt="2026-07-16T00:56:44.247" v="580" actId="108"/>
          <ac:spMkLst>
            <pc:docMk/>
            <pc:sldMk cId="0" sldId="2147483156"/>
            <ac:spMk id="20" creationId="{00000000-0000-0000-0000-000000000000}"/>
          </ac:spMkLst>
        </pc:spChg>
        <pc:spChg chg="mod">
          <ac:chgData name="Mayank Vashishth" userId="bd442ecd-7a5f-4ba0-b5b5-b72db20bc4d5" providerId="ADAL" clId="{44DBE994-9C7F-4232-83E0-33ADB8A1BB91}" dt="2026-07-16T00:54:40.164" v="566" actId="1037"/>
          <ac:spMkLst>
            <pc:docMk/>
            <pc:sldMk cId="0" sldId="2147483156"/>
            <ac:spMk id="23" creationId="{00000000-0000-0000-0000-000000000000}"/>
          </ac:spMkLst>
        </pc:spChg>
        <pc:spChg chg="mod">
          <ac:chgData name="Mayank Vashishth" userId="bd442ecd-7a5f-4ba0-b5b5-b72db20bc4d5" providerId="ADAL" clId="{44DBE994-9C7F-4232-83E0-33ADB8A1BB91}" dt="2026-07-16T00:54:40.164" v="566" actId="1037"/>
          <ac:spMkLst>
            <pc:docMk/>
            <pc:sldMk cId="0" sldId="2147483156"/>
            <ac:spMk id="24" creationId="{00000000-0000-0000-0000-000000000000}"/>
          </ac:spMkLst>
        </pc:spChg>
        <pc:spChg chg="mod">
          <ac:chgData name="Mayank Vashishth" userId="bd442ecd-7a5f-4ba0-b5b5-b72db20bc4d5" providerId="ADAL" clId="{44DBE994-9C7F-4232-83E0-33ADB8A1BB91}" dt="2026-07-16T00:56:48.875" v="582" actId="108"/>
          <ac:spMkLst>
            <pc:docMk/>
            <pc:sldMk cId="0" sldId="2147483156"/>
            <ac:spMk id="25" creationId="{00000000-0000-0000-0000-000000000000}"/>
          </ac:spMkLst>
        </pc:spChg>
        <pc:spChg chg="mod">
          <ac:chgData name="Mayank Vashishth" userId="bd442ecd-7a5f-4ba0-b5b5-b72db20bc4d5" providerId="ADAL" clId="{44DBE994-9C7F-4232-83E0-33ADB8A1BB91}" dt="2026-07-16T00:54:18.526" v="561" actId="14100"/>
          <ac:spMkLst>
            <pc:docMk/>
            <pc:sldMk cId="0" sldId="2147483156"/>
            <ac:spMk id="28" creationId="{00000000-0000-0000-0000-000000000000}"/>
          </ac:spMkLst>
        </pc:spChg>
        <pc:spChg chg="mod">
          <ac:chgData name="Mayank Vashishth" userId="bd442ecd-7a5f-4ba0-b5b5-b72db20bc4d5" providerId="ADAL" clId="{44DBE994-9C7F-4232-83E0-33ADB8A1BB91}" dt="2026-07-16T00:54:29.218" v="562" actId="14100"/>
          <ac:spMkLst>
            <pc:docMk/>
            <pc:sldMk cId="0" sldId="2147483156"/>
            <ac:spMk id="29" creationId="{00000000-0000-0000-0000-000000000000}"/>
          </ac:spMkLst>
        </pc:spChg>
        <pc:spChg chg="mod">
          <ac:chgData name="Mayank Vashishth" userId="bd442ecd-7a5f-4ba0-b5b5-b72db20bc4d5" providerId="ADAL" clId="{44DBE994-9C7F-4232-83E0-33ADB8A1BB91}" dt="2026-07-16T00:57:00.059" v="584" actId="108"/>
          <ac:spMkLst>
            <pc:docMk/>
            <pc:sldMk cId="0" sldId="2147483156"/>
            <ac:spMk id="30" creationId="{00000000-0000-0000-0000-000000000000}"/>
          </ac:spMkLst>
        </pc:spChg>
        <pc:spChg chg="mod">
          <ac:chgData name="Mayank Vashishth" userId="bd442ecd-7a5f-4ba0-b5b5-b72db20bc4d5" providerId="ADAL" clId="{44DBE994-9C7F-4232-83E0-33ADB8A1BB91}" dt="2026-07-16T00:54:40.164" v="566" actId="1037"/>
          <ac:spMkLst>
            <pc:docMk/>
            <pc:sldMk cId="0" sldId="2147483156"/>
            <ac:spMk id="33" creationId="{00000000-0000-0000-0000-000000000000}"/>
          </ac:spMkLst>
        </pc:spChg>
        <pc:spChg chg="mod">
          <ac:chgData name="Mayank Vashishth" userId="bd442ecd-7a5f-4ba0-b5b5-b72db20bc4d5" providerId="ADAL" clId="{44DBE994-9C7F-4232-83E0-33ADB8A1BB91}" dt="2026-07-16T00:54:29.218" v="562" actId="14100"/>
          <ac:spMkLst>
            <pc:docMk/>
            <pc:sldMk cId="0" sldId="2147483156"/>
            <ac:spMk id="34" creationId="{00000000-0000-0000-0000-000000000000}"/>
          </ac:spMkLst>
        </pc:spChg>
        <pc:spChg chg="del mod">
          <ac:chgData name="Mayank Vashishth" userId="bd442ecd-7a5f-4ba0-b5b5-b72db20bc4d5" providerId="ADAL" clId="{44DBE994-9C7F-4232-83E0-33ADB8A1BB91}" dt="2026-07-16T00:45:39.646" v="212" actId="478"/>
          <ac:spMkLst>
            <pc:docMk/>
            <pc:sldMk cId="0" sldId="2147483156"/>
            <ac:spMk id="35" creationId="{00000000-0000-0000-0000-000000000000}"/>
          </ac:spMkLst>
        </pc:spChg>
        <pc:spChg chg="del mod">
          <ac:chgData name="Mayank Vashishth" userId="bd442ecd-7a5f-4ba0-b5b5-b72db20bc4d5" providerId="ADAL" clId="{44DBE994-9C7F-4232-83E0-33ADB8A1BB91}" dt="2026-07-16T00:45:39.646" v="212" actId="478"/>
          <ac:spMkLst>
            <pc:docMk/>
            <pc:sldMk cId="0" sldId="2147483156"/>
            <ac:spMk id="36" creationId="{00000000-0000-0000-0000-000000000000}"/>
          </ac:spMkLst>
        </pc:spChg>
        <pc:spChg chg="add del">
          <ac:chgData name="Mayank Vashishth" userId="bd442ecd-7a5f-4ba0-b5b5-b72db20bc4d5" providerId="ADAL" clId="{44DBE994-9C7F-4232-83E0-33ADB8A1BB91}" dt="2026-07-16T00:47:22.875" v="221" actId="478"/>
          <ac:spMkLst>
            <pc:docMk/>
            <pc:sldMk cId="0" sldId="2147483156"/>
            <ac:spMk id="37" creationId="{B9457318-8E65-80FC-FEB8-0521371B7C95}"/>
          </ac:spMkLst>
        </pc:spChg>
        <pc:spChg chg="add mod">
          <ac:chgData name="Mayank Vashishth" userId="bd442ecd-7a5f-4ba0-b5b5-b72db20bc4d5" providerId="ADAL" clId="{44DBE994-9C7F-4232-83E0-33ADB8A1BB91}" dt="2026-07-16T00:48:20.074" v="231" actId="403"/>
          <ac:spMkLst>
            <pc:docMk/>
            <pc:sldMk cId="0" sldId="2147483156"/>
            <ac:spMk id="40" creationId="{C57D31E7-5061-A793-94DD-487CD4E4470E}"/>
          </ac:spMkLst>
        </pc:spChg>
        <pc:spChg chg="add mod">
          <ac:chgData name="Mayank Vashishth" userId="bd442ecd-7a5f-4ba0-b5b5-b72db20bc4d5" providerId="ADAL" clId="{44DBE994-9C7F-4232-83E0-33ADB8A1BB91}" dt="2026-07-16T00:56:37.079" v="579" actId="12789"/>
          <ac:spMkLst>
            <pc:docMk/>
            <pc:sldMk cId="0" sldId="2147483156"/>
            <ac:spMk id="42" creationId="{AC0C64A2-7B37-EB53-6590-8E9A5902DDF7}"/>
          </ac:spMkLst>
        </pc:spChg>
        <pc:spChg chg="add mod">
          <ac:chgData name="Mayank Vashishth" userId="bd442ecd-7a5f-4ba0-b5b5-b72db20bc4d5" providerId="ADAL" clId="{44DBE994-9C7F-4232-83E0-33ADB8A1BB91}" dt="2026-07-16T00:56:26.243" v="578" actId="12789"/>
          <ac:spMkLst>
            <pc:docMk/>
            <pc:sldMk cId="0" sldId="2147483156"/>
            <ac:spMk id="44" creationId="{489D6138-DD6B-9F83-5EAA-79014501D788}"/>
          </ac:spMkLst>
        </pc:spChg>
        <pc:spChg chg="add mod">
          <ac:chgData name="Mayank Vashishth" userId="bd442ecd-7a5f-4ba0-b5b5-b72db20bc4d5" providerId="ADAL" clId="{44DBE994-9C7F-4232-83E0-33ADB8A1BB91}" dt="2026-07-16T00:56:37.079" v="579" actId="12789"/>
          <ac:spMkLst>
            <pc:docMk/>
            <pc:sldMk cId="0" sldId="2147483156"/>
            <ac:spMk id="46" creationId="{2C77E513-3ABE-5F5D-E977-701ED31E5C83}"/>
          </ac:spMkLst>
        </pc:spChg>
        <pc:spChg chg="add mod">
          <ac:chgData name="Mayank Vashishth" userId="bd442ecd-7a5f-4ba0-b5b5-b72db20bc4d5" providerId="ADAL" clId="{44DBE994-9C7F-4232-83E0-33ADB8A1BB91}" dt="2026-07-16T00:56:26.243" v="578" actId="12789"/>
          <ac:spMkLst>
            <pc:docMk/>
            <pc:sldMk cId="0" sldId="2147483156"/>
            <ac:spMk id="48" creationId="{C2E690FE-F0B0-4476-F712-FEBDC1EA8627}"/>
          </ac:spMkLst>
        </pc:spChg>
        <pc:spChg chg="add mod">
          <ac:chgData name="Mayank Vashishth" userId="bd442ecd-7a5f-4ba0-b5b5-b72db20bc4d5" providerId="ADAL" clId="{44DBE994-9C7F-4232-83E0-33ADB8A1BB91}" dt="2026-07-16T00:56:37.079" v="579" actId="12789"/>
          <ac:spMkLst>
            <pc:docMk/>
            <pc:sldMk cId="0" sldId="2147483156"/>
            <ac:spMk id="50" creationId="{05580ED9-D7B3-E543-0250-3FB900B30E71}"/>
          </ac:spMkLst>
        </pc:spChg>
        <pc:spChg chg="add mod">
          <ac:chgData name="Mayank Vashishth" userId="bd442ecd-7a5f-4ba0-b5b5-b72db20bc4d5" providerId="ADAL" clId="{44DBE994-9C7F-4232-83E0-33ADB8A1BB91}" dt="2026-07-16T00:56:26.243" v="578" actId="12789"/>
          <ac:spMkLst>
            <pc:docMk/>
            <pc:sldMk cId="0" sldId="2147483156"/>
            <ac:spMk id="52" creationId="{28966C72-6E6F-9328-9726-22CADB682961}"/>
          </ac:spMkLst>
        </pc:spChg>
      </pc:sldChg>
      <pc:sldChg chg="modSp add mod setBg">
        <pc:chgData name="Mayank Vashishth" userId="bd442ecd-7a5f-4ba0-b5b5-b72db20bc4d5" providerId="ADAL" clId="{44DBE994-9C7F-4232-83E0-33ADB8A1BB91}" dt="2026-07-16T00:35:29.208" v="10" actId="207"/>
        <pc:sldMkLst>
          <pc:docMk/>
          <pc:sldMk cId="0" sldId="2147483157"/>
        </pc:sldMkLst>
        <pc:spChg chg="mod">
          <ac:chgData name="Mayank Vashishth" userId="bd442ecd-7a5f-4ba0-b5b5-b72db20bc4d5" providerId="ADAL" clId="{44DBE994-9C7F-4232-83E0-33ADB8A1BB91}" dt="2026-07-16T00:35:16.677" v="8" actId="207"/>
          <ac:spMkLst>
            <pc:docMk/>
            <pc:sldMk cId="0" sldId="2147483157"/>
            <ac:spMk id="4" creationId="{00000000-0000-0000-0000-000000000000}"/>
          </ac:spMkLst>
        </pc:spChg>
        <pc:spChg chg="mod">
          <ac:chgData name="Mayank Vashishth" userId="bd442ecd-7a5f-4ba0-b5b5-b72db20bc4d5" providerId="ADAL" clId="{44DBE994-9C7F-4232-83E0-33ADB8A1BB91}" dt="2026-07-16T00:35:24.252" v="9" actId="207"/>
          <ac:spMkLst>
            <pc:docMk/>
            <pc:sldMk cId="0" sldId="2147483157"/>
            <ac:spMk id="6" creationId="{00000000-0000-0000-0000-000000000000}"/>
          </ac:spMkLst>
        </pc:spChg>
        <pc:spChg chg="mod">
          <ac:chgData name="Mayank Vashishth" userId="bd442ecd-7a5f-4ba0-b5b5-b72db20bc4d5" providerId="ADAL" clId="{44DBE994-9C7F-4232-83E0-33ADB8A1BB91}" dt="2026-07-16T00:35:29.208" v="10" actId="207"/>
          <ac:spMkLst>
            <pc:docMk/>
            <pc:sldMk cId="0" sldId="2147483157"/>
            <ac:spMk id="7" creationId="{00000000-0000-0000-0000-000000000000}"/>
          </ac:spMkLst>
        </pc:spChg>
      </pc:sldChg>
      <pc:sldChg chg="add setBg">
        <pc:chgData name="Mayank Vashishth" userId="bd442ecd-7a5f-4ba0-b5b5-b72db20bc4d5" providerId="ADAL" clId="{44DBE994-9C7F-4232-83E0-33ADB8A1BB91}" dt="2026-07-16T05:30:11.426" v="1015"/>
        <pc:sldMkLst>
          <pc:docMk/>
          <pc:sldMk cId="0" sldId="2147483158"/>
        </pc:sldMkLst>
      </pc:sldChg>
      <pc:sldChg chg="modSp mod">
        <pc:chgData name="Mayank Vashishth" userId="bd442ecd-7a5f-4ba0-b5b5-b72db20bc4d5" providerId="ADAL" clId="{44DBE994-9C7F-4232-83E0-33ADB8A1BB91}" dt="2026-07-16T11:18:43.842" v="2092" actId="403"/>
        <pc:sldMkLst>
          <pc:docMk/>
          <pc:sldMk cId="1343308611" sldId="2147483159"/>
        </pc:sldMkLst>
        <pc:spChg chg="mod">
          <ac:chgData name="Mayank Vashishth" userId="bd442ecd-7a5f-4ba0-b5b5-b72db20bc4d5" providerId="ADAL" clId="{44DBE994-9C7F-4232-83E0-33ADB8A1BB91}" dt="2026-07-16T10:16:51.405" v="1999" actId="20577"/>
          <ac:spMkLst>
            <pc:docMk/>
            <pc:sldMk cId="1343308611" sldId="2147483159"/>
            <ac:spMk id="4" creationId="{CCD12BD6-BC9D-B2C2-BF49-DF100F872995}"/>
          </ac:spMkLst>
        </pc:spChg>
        <pc:spChg chg="mod">
          <ac:chgData name="Mayank Vashishth" userId="bd442ecd-7a5f-4ba0-b5b5-b72db20bc4d5" providerId="ADAL" clId="{44DBE994-9C7F-4232-83E0-33ADB8A1BB91}" dt="2026-07-16T09:38:44.157" v="1214" actId="255"/>
          <ac:spMkLst>
            <pc:docMk/>
            <pc:sldMk cId="1343308611" sldId="2147483159"/>
            <ac:spMk id="8" creationId="{2499566F-F5E6-2A26-D5A6-8DC5CD45497B}"/>
          </ac:spMkLst>
        </pc:spChg>
        <pc:spChg chg="mod">
          <ac:chgData name="Mayank Vashishth" userId="bd442ecd-7a5f-4ba0-b5b5-b72db20bc4d5" providerId="ADAL" clId="{44DBE994-9C7F-4232-83E0-33ADB8A1BB91}" dt="2026-07-16T09:38:44.157" v="1214" actId="255"/>
          <ac:spMkLst>
            <pc:docMk/>
            <pc:sldMk cId="1343308611" sldId="2147483159"/>
            <ac:spMk id="10" creationId="{02E45173-8C99-0F20-7230-F96BFDA7E25E}"/>
          </ac:spMkLst>
        </pc:spChg>
        <pc:spChg chg="mod">
          <ac:chgData name="Mayank Vashishth" userId="bd442ecd-7a5f-4ba0-b5b5-b72db20bc4d5" providerId="ADAL" clId="{44DBE994-9C7F-4232-83E0-33ADB8A1BB91}" dt="2026-07-16T09:38:44.157" v="1214" actId="255"/>
          <ac:spMkLst>
            <pc:docMk/>
            <pc:sldMk cId="1343308611" sldId="2147483159"/>
            <ac:spMk id="15" creationId="{D9345DA9-D293-D30F-7465-7E78A60A45BD}"/>
          </ac:spMkLst>
        </pc:spChg>
        <pc:spChg chg="mod">
          <ac:chgData name="Mayank Vashishth" userId="bd442ecd-7a5f-4ba0-b5b5-b72db20bc4d5" providerId="ADAL" clId="{44DBE994-9C7F-4232-83E0-33ADB8A1BB91}" dt="2026-07-16T09:38:44.157" v="1214" actId="255"/>
          <ac:spMkLst>
            <pc:docMk/>
            <pc:sldMk cId="1343308611" sldId="2147483159"/>
            <ac:spMk id="16" creationId="{C79A712A-AEF5-0BBD-4BD4-A9D0C5F7F449}"/>
          </ac:spMkLst>
        </pc:spChg>
        <pc:spChg chg="mod">
          <ac:chgData name="Mayank Vashishth" userId="bd442ecd-7a5f-4ba0-b5b5-b72db20bc4d5" providerId="ADAL" clId="{44DBE994-9C7F-4232-83E0-33ADB8A1BB91}" dt="2026-07-16T09:38:44.157" v="1214" actId="255"/>
          <ac:spMkLst>
            <pc:docMk/>
            <pc:sldMk cId="1343308611" sldId="2147483159"/>
            <ac:spMk id="19" creationId="{39DFAA4C-33B6-174E-980A-B4F75F512D53}"/>
          </ac:spMkLst>
        </pc:spChg>
        <pc:spChg chg="mod">
          <ac:chgData name="Mayank Vashishth" userId="bd442ecd-7a5f-4ba0-b5b5-b72db20bc4d5" providerId="ADAL" clId="{44DBE994-9C7F-4232-83E0-33ADB8A1BB91}" dt="2026-07-16T09:38:44.157" v="1214" actId="255"/>
          <ac:spMkLst>
            <pc:docMk/>
            <pc:sldMk cId="1343308611" sldId="2147483159"/>
            <ac:spMk id="21" creationId="{91486B02-D56C-4CBF-0529-F823A2777736}"/>
          </ac:spMkLst>
        </pc:spChg>
        <pc:spChg chg="mod">
          <ac:chgData name="Mayank Vashishth" userId="bd442ecd-7a5f-4ba0-b5b5-b72db20bc4d5" providerId="ADAL" clId="{44DBE994-9C7F-4232-83E0-33ADB8A1BB91}" dt="2026-07-16T09:38:44.157" v="1214" actId="255"/>
          <ac:spMkLst>
            <pc:docMk/>
            <pc:sldMk cId="1343308611" sldId="2147483159"/>
            <ac:spMk id="24" creationId="{6A0E1685-D054-D97C-0D9B-CECB3DDEF2CC}"/>
          </ac:spMkLst>
        </pc:spChg>
        <pc:spChg chg="mod">
          <ac:chgData name="Mayank Vashishth" userId="bd442ecd-7a5f-4ba0-b5b5-b72db20bc4d5" providerId="ADAL" clId="{44DBE994-9C7F-4232-83E0-33ADB8A1BB91}" dt="2026-07-16T09:38:44.157" v="1214" actId="255"/>
          <ac:spMkLst>
            <pc:docMk/>
            <pc:sldMk cId="1343308611" sldId="2147483159"/>
            <ac:spMk id="25" creationId="{AC2588BB-F635-AF9A-2797-79EB38321968}"/>
          </ac:spMkLst>
        </pc:spChg>
        <pc:spChg chg="mod">
          <ac:chgData name="Mayank Vashishth" userId="bd442ecd-7a5f-4ba0-b5b5-b72db20bc4d5" providerId="ADAL" clId="{44DBE994-9C7F-4232-83E0-33ADB8A1BB91}" dt="2026-07-16T09:38:44.157" v="1214" actId="255"/>
          <ac:spMkLst>
            <pc:docMk/>
            <pc:sldMk cId="1343308611" sldId="2147483159"/>
            <ac:spMk id="36" creationId="{D3B269FA-C905-E8F8-A060-9C8DC1DB2ACC}"/>
          </ac:spMkLst>
        </pc:spChg>
        <pc:spChg chg="mod">
          <ac:chgData name="Mayank Vashishth" userId="bd442ecd-7a5f-4ba0-b5b5-b72db20bc4d5" providerId="ADAL" clId="{44DBE994-9C7F-4232-83E0-33ADB8A1BB91}" dt="2026-07-16T09:38:44.157" v="1214" actId="255"/>
          <ac:spMkLst>
            <pc:docMk/>
            <pc:sldMk cId="1343308611" sldId="2147483159"/>
            <ac:spMk id="37" creationId="{C10D1D18-23FB-0529-D475-0E452847A651}"/>
          </ac:spMkLst>
        </pc:spChg>
        <pc:spChg chg="mod">
          <ac:chgData name="Mayank Vashishth" userId="bd442ecd-7a5f-4ba0-b5b5-b72db20bc4d5" providerId="ADAL" clId="{44DBE994-9C7F-4232-83E0-33ADB8A1BB91}" dt="2026-07-16T11:18:43.842" v="2092" actId="403"/>
          <ac:spMkLst>
            <pc:docMk/>
            <pc:sldMk cId="1343308611" sldId="2147483159"/>
            <ac:spMk id="40" creationId="{645ECFF0-C656-F5D4-232F-E8C03FE42B0C}"/>
          </ac:spMkLst>
        </pc:spChg>
      </pc:sldChg>
      <pc:sldChg chg="add del setBg">
        <pc:chgData name="Mayank Vashishth" userId="bd442ecd-7a5f-4ba0-b5b5-b72db20bc4d5" providerId="ADAL" clId="{44DBE994-9C7F-4232-83E0-33ADB8A1BB91}" dt="2026-07-16T10:17:58.456" v="2036" actId="47"/>
        <pc:sldMkLst>
          <pc:docMk/>
          <pc:sldMk cId="3534356522" sldId="2147483160"/>
        </pc:sldMkLst>
      </pc:sldChg>
      <pc:sldChg chg="addSp delSp modSp add del mod">
        <pc:chgData name="Mayank Vashishth" userId="bd442ecd-7a5f-4ba0-b5b5-b72db20bc4d5" providerId="ADAL" clId="{44DBE994-9C7F-4232-83E0-33ADB8A1BB91}" dt="2026-07-16T16:49:07.264" v="2289" actId="47"/>
        <pc:sldMkLst>
          <pc:docMk/>
          <pc:sldMk cId="470156931" sldId="2147483161"/>
        </pc:sldMkLst>
        <pc:spChg chg="add mod">
          <ac:chgData name="Mayank Vashishth" userId="bd442ecd-7a5f-4ba0-b5b5-b72db20bc4d5" providerId="ADAL" clId="{44DBE994-9C7F-4232-83E0-33ADB8A1BB91}" dt="2026-07-16T10:17:54.642" v="2035" actId="1035"/>
          <ac:spMkLst>
            <pc:docMk/>
            <pc:sldMk cId="470156931" sldId="2147483161"/>
            <ac:spMk id="3" creationId="{04DC89F9-38A3-D867-BA5C-D8DF412D5BF9}"/>
          </ac:spMkLst>
        </pc:spChg>
        <pc:spChg chg="mod">
          <ac:chgData name="Mayank Vashishth" userId="bd442ecd-7a5f-4ba0-b5b5-b72db20bc4d5" providerId="ADAL" clId="{44DBE994-9C7F-4232-83E0-33ADB8A1BB91}" dt="2026-07-16T10:17:19.148" v="2007"/>
          <ac:spMkLst>
            <pc:docMk/>
            <pc:sldMk cId="470156931" sldId="2147483161"/>
            <ac:spMk id="4" creationId="{982D0F1C-9EEC-5C27-D24E-C44375BB50D1}"/>
          </ac:spMkLst>
        </pc:spChg>
        <pc:spChg chg="mod">
          <ac:chgData name="Mayank Vashishth" userId="bd442ecd-7a5f-4ba0-b5b5-b72db20bc4d5" providerId="ADAL" clId="{44DBE994-9C7F-4232-83E0-33ADB8A1BB91}" dt="2026-07-16T10:17:26.005" v="2008"/>
          <ac:spMkLst>
            <pc:docMk/>
            <pc:sldMk cId="470156931" sldId="2147483161"/>
            <ac:spMk id="5" creationId="{FB71CA3B-758C-A171-EA32-4AF72C7616CB}"/>
          </ac:spMkLst>
        </pc:spChg>
        <pc:spChg chg="add mod">
          <ac:chgData name="Mayank Vashishth" userId="bd442ecd-7a5f-4ba0-b5b5-b72db20bc4d5" providerId="ADAL" clId="{44DBE994-9C7F-4232-83E0-33ADB8A1BB91}" dt="2026-07-16T10:17:54.642" v="2035" actId="1035"/>
          <ac:spMkLst>
            <pc:docMk/>
            <pc:sldMk cId="470156931" sldId="2147483161"/>
            <ac:spMk id="8" creationId="{5F38B543-3ECE-B5F0-885D-6804C7482F5E}"/>
          </ac:spMkLst>
        </pc:spChg>
        <pc:spChg chg="add mod">
          <ac:chgData name="Mayank Vashishth" userId="bd442ecd-7a5f-4ba0-b5b5-b72db20bc4d5" providerId="ADAL" clId="{44DBE994-9C7F-4232-83E0-33ADB8A1BB91}" dt="2026-07-16T10:17:54.642" v="2035" actId="1035"/>
          <ac:spMkLst>
            <pc:docMk/>
            <pc:sldMk cId="470156931" sldId="2147483161"/>
            <ac:spMk id="10" creationId="{98E6FF8E-E832-9AD1-0EC0-B0598189008D}"/>
          </ac:spMkLst>
        </pc:spChg>
        <pc:spChg chg="add mod">
          <ac:chgData name="Mayank Vashishth" userId="bd442ecd-7a5f-4ba0-b5b5-b72db20bc4d5" providerId="ADAL" clId="{44DBE994-9C7F-4232-83E0-33ADB8A1BB91}" dt="2026-07-16T10:17:54.642" v="2035" actId="1035"/>
          <ac:spMkLst>
            <pc:docMk/>
            <pc:sldMk cId="470156931" sldId="2147483161"/>
            <ac:spMk id="12" creationId="{A37AA841-47D3-5EF1-3CC1-2C46F6A88BA6}"/>
          </ac:spMkLst>
        </pc:spChg>
        <pc:spChg chg="del">
          <ac:chgData name="Mayank Vashishth" userId="bd442ecd-7a5f-4ba0-b5b5-b72db20bc4d5" providerId="ADAL" clId="{44DBE994-9C7F-4232-83E0-33ADB8A1BB91}" dt="2026-07-16T10:17:50.028" v="2009" actId="478"/>
          <ac:spMkLst>
            <pc:docMk/>
            <pc:sldMk cId="470156931" sldId="2147483161"/>
            <ac:spMk id="44" creationId="{5C30E2F4-6FB3-55F5-6D29-BC329C22AD44}"/>
          </ac:spMkLst>
        </pc:spChg>
        <pc:spChg chg="del">
          <ac:chgData name="Mayank Vashishth" userId="bd442ecd-7a5f-4ba0-b5b5-b72db20bc4d5" providerId="ADAL" clId="{44DBE994-9C7F-4232-83E0-33ADB8A1BB91}" dt="2026-07-16T10:17:50.028" v="2009" actId="478"/>
          <ac:spMkLst>
            <pc:docMk/>
            <pc:sldMk cId="470156931" sldId="2147483161"/>
            <ac:spMk id="46" creationId="{4C576C82-617B-1FEF-0492-A4684FABB9EE}"/>
          </ac:spMkLst>
        </pc:spChg>
        <pc:spChg chg="del">
          <ac:chgData name="Mayank Vashishth" userId="bd442ecd-7a5f-4ba0-b5b5-b72db20bc4d5" providerId="ADAL" clId="{44DBE994-9C7F-4232-83E0-33ADB8A1BB91}" dt="2026-07-16T10:17:50.028" v="2009" actId="478"/>
          <ac:spMkLst>
            <pc:docMk/>
            <pc:sldMk cId="470156931" sldId="2147483161"/>
            <ac:spMk id="48" creationId="{E4B156E5-6006-65CD-D20C-0F4C63E03E48}"/>
          </ac:spMkLst>
        </pc:spChg>
        <pc:spChg chg="del">
          <ac:chgData name="Mayank Vashishth" userId="bd442ecd-7a5f-4ba0-b5b5-b72db20bc4d5" providerId="ADAL" clId="{44DBE994-9C7F-4232-83E0-33ADB8A1BB91}" dt="2026-07-16T10:17:50.028" v="2009" actId="478"/>
          <ac:spMkLst>
            <pc:docMk/>
            <pc:sldMk cId="470156931" sldId="2147483161"/>
            <ac:spMk id="50" creationId="{68B821D1-F5A5-7238-FA9D-006FB9784F5B}"/>
          </ac:spMkLst>
        </pc:spChg>
        <pc:spChg chg="del">
          <ac:chgData name="Mayank Vashishth" userId="bd442ecd-7a5f-4ba0-b5b5-b72db20bc4d5" providerId="ADAL" clId="{44DBE994-9C7F-4232-83E0-33ADB8A1BB91}" dt="2026-07-16T10:17:50.028" v="2009" actId="478"/>
          <ac:spMkLst>
            <pc:docMk/>
            <pc:sldMk cId="470156931" sldId="2147483161"/>
            <ac:spMk id="92" creationId="{BAC714C3-6B6B-A466-6838-3799DBFE5D59}"/>
          </ac:spMkLst>
        </pc:spChg>
        <pc:spChg chg="del">
          <ac:chgData name="Mayank Vashishth" userId="bd442ecd-7a5f-4ba0-b5b5-b72db20bc4d5" providerId="ADAL" clId="{44DBE994-9C7F-4232-83E0-33ADB8A1BB91}" dt="2026-07-16T10:17:50.028" v="2009" actId="478"/>
          <ac:spMkLst>
            <pc:docMk/>
            <pc:sldMk cId="470156931" sldId="2147483161"/>
            <ac:spMk id="109" creationId="{C61F68AB-794D-2894-66B2-BFE62952B5B0}"/>
          </ac:spMkLst>
        </pc:spChg>
        <pc:grpChg chg="del">
          <ac:chgData name="Mayank Vashishth" userId="bd442ecd-7a5f-4ba0-b5b5-b72db20bc4d5" providerId="ADAL" clId="{44DBE994-9C7F-4232-83E0-33ADB8A1BB91}" dt="2026-07-16T10:17:50.028" v="2009" actId="478"/>
          <ac:grpSpMkLst>
            <pc:docMk/>
            <pc:sldMk cId="470156931" sldId="2147483161"/>
            <ac:grpSpMk id="103" creationId="{DD99A686-3B79-28E8-5AE3-ECEE255456F3}"/>
          </ac:grpSpMkLst>
        </pc:grpChg>
        <pc:grpChg chg="del">
          <ac:chgData name="Mayank Vashishth" userId="bd442ecd-7a5f-4ba0-b5b5-b72db20bc4d5" providerId="ADAL" clId="{44DBE994-9C7F-4232-83E0-33ADB8A1BB91}" dt="2026-07-16T10:17:50.028" v="2009" actId="478"/>
          <ac:grpSpMkLst>
            <pc:docMk/>
            <pc:sldMk cId="470156931" sldId="2147483161"/>
            <ac:grpSpMk id="105" creationId="{B6643197-0F89-5DCB-91FA-C9F8F97B1028}"/>
          </ac:grpSpMkLst>
        </pc:grpChg>
        <pc:grpChg chg="del">
          <ac:chgData name="Mayank Vashishth" userId="bd442ecd-7a5f-4ba0-b5b5-b72db20bc4d5" providerId="ADAL" clId="{44DBE994-9C7F-4232-83E0-33ADB8A1BB91}" dt="2026-07-16T10:17:50.028" v="2009" actId="478"/>
          <ac:grpSpMkLst>
            <pc:docMk/>
            <pc:sldMk cId="470156931" sldId="2147483161"/>
            <ac:grpSpMk id="106" creationId="{373D72F0-61F2-2FBE-A88F-8A7FAB0E167D}"/>
          </ac:grpSpMkLst>
        </pc:grpChg>
        <pc:grpChg chg="del">
          <ac:chgData name="Mayank Vashishth" userId="bd442ecd-7a5f-4ba0-b5b5-b72db20bc4d5" providerId="ADAL" clId="{44DBE994-9C7F-4232-83E0-33ADB8A1BB91}" dt="2026-07-16T10:17:50.028" v="2009" actId="478"/>
          <ac:grpSpMkLst>
            <pc:docMk/>
            <pc:sldMk cId="470156931" sldId="2147483161"/>
            <ac:grpSpMk id="107" creationId="{8FA81F28-DF2C-7D85-A8EC-6275D521B31F}"/>
          </ac:grpSpMkLst>
        </pc:grpChg>
      </pc:sldChg>
      <pc:sldChg chg="addSp delSp modSp mod">
        <pc:chgData name="Mayank Vashishth" userId="bd442ecd-7a5f-4ba0-b5b5-b72db20bc4d5" providerId="ADAL" clId="{44DBE994-9C7F-4232-83E0-33ADB8A1BB91}" dt="2026-07-16T23:12:26.676" v="2292" actId="14100"/>
        <pc:sldMkLst>
          <pc:docMk/>
          <pc:sldMk cId="0" sldId="2147483162"/>
        </pc:sldMkLst>
        <pc:spChg chg="add del">
          <ac:chgData name="Mayank Vashishth" userId="bd442ecd-7a5f-4ba0-b5b5-b72db20bc4d5" providerId="ADAL" clId="{44DBE994-9C7F-4232-83E0-33ADB8A1BB91}" dt="2026-07-16T16:46:32.309" v="2235" actId="22"/>
          <ac:spMkLst>
            <pc:docMk/>
            <pc:sldMk cId="0" sldId="2147483162"/>
            <ac:spMk id="3" creationId="{8FD7EB6E-39B3-EC2D-64AA-5F73AAEF2CAD}"/>
          </ac:spMkLst>
        </pc:spChg>
        <pc:spChg chg="mod">
          <ac:chgData name="Mayank Vashishth" userId="bd442ecd-7a5f-4ba0-b5b5-b72db20bc4d5" providerId="ADAL" clId="{44DBE994-9C7F-4232-83E0-33ADB8A1BB91}" dt="2026-07-16T16:46:58.668" v="2238" actId="14100"/>
          <ac:spMkLst>
            <pc:docMk/>
            <pc:sldMk cId="0" sldId="2147483162"/>
            <ac:spMk id="8" creationId="{00000000-0000-0000-0000-000000000000}"/>
          </ac:spMkLst>
        </pc:spChg>
        <pc:spChg chg="mod">
          <ac:chgData name="Mayank Vashishth" userId="bd442ecd-7a5f-4ba0-b5b5-b72db20bc4d5" providerId="ADAL" clId="{44DBE994-9C7F-4232-83E0-33ADB8A1BB91}" dt="2026-07-16T23:12:26.676" v="2292" actId="14100"/>
          <ac:spMkLst>
            <pc:docMk/>
            <pc:sldMk cId="0" sldId="2147483162"/>
            <ac:spMk id="10" creationId="{00000000-0000-0000-0000-000000000000}"/>
          </ac:spMkLst>
        </pc:spChg>
        <pc:spChg chg="mod">
          <ac:chgData name="Mayank Vashishth" userId="bd442ecd-7a5f-4ba0-b5b5-b72db20bc4d5" providerId="ADAL" clId="{44DBE994-9C7F-4232-83E0-33ADB8A1BB91}" dt="2026-07-16T23:12:18.710" v="2291" actId="14100"/>
          <ac:spMkLst>
            <pc:docMk/>
            <pc:sldMk cId="0" sldId="2147483162"/>
            <ac:spMk id="12" creationId="{00000000-0000-0000-0000-000000000000}"/>
          </ac:spMkLst>
        </pc:spChg>
        <pc:spChg chg="mod">
          <ac:chgData name="Mayank Vashishth" userId="bd442ecd-7a5f-4ba0-b5b5-b72db20bc4d5" providerId="ADAL" clId="{44DBE994-9C7F-4232-83E0-33ADB8A1BB91}" dt="2026-07-16T16:48:03.687" v="2246" actId="14100"/>
          <ac:spMkLst>
            <pc:docMk/>
            <pc:sldMk cId="0" sldId="2147483162"/>
            <ac:spMk id="14" creationId="{00000000-0000-0000-0000-000000000000}"/>
          </ac:spMkLst>
        </pc:spChg>
        <pc:spChg chg="del">
          <ac:chgData name="Mayank Vashishth" userId="bd442ecd-7a5f-4ba0-b5b5-b72db20bc4d5" providerId="ADAL" clId="{44DBE994-9C7F-4232-83E0-33ADB8A1BB91}" dt="2026-07-16T16:46:08.503" v="2203" actId="478"/>
          <ac:spMkLst>
            <pc:docMk/>
            <pc:sldMk cId="0" sldId="2147483162"/>
            <ac:spMk id="15" creationId="{00000000-0000-0000-0000-000000000000}"/>
          </ac:spMkLst>
        </pc:spChg>
        <pc:spChg chg="mod">
          <ac:chgData name="Mayank Vashishth" userId="bd442ecd-7a5f-4ba0-b5b5-b72db20bc4d5" providerId="ADAL" clId="{44DBE994-9C7F-4232-83E0-33ADB8A1BB91}" dt="2026-07-16T16:48:13.021" v="2248" actId="14100"/>
          <ac:spMkLst>
            <pc:docMk/>
            <pc:sldMk cId="0" sldId="2147483162"/>
            <ac:spMk id="16" creationId="{00000000-0000-0000-0000-000000000000}"/>
          </ac:spMkLst>
        </pc:spChg>
        <pc:spChg chg="del">
          <ac:chgData name="Mayank Vashishth" userId="bd442ecd-7a5f-4ba0-b5b5-b72db20bc4d5" providerId="ADAL" clId="{44DBE994-9C7F-4232-83E0-33ADB8A1BB91}" dt="2026-07-16T16:46:08.503" v="2203" actId="478"/>
          <ac:spMkLst>
            <pc:docMk/>
            <pc:sldMk cId="0" sldId="2147483162"/>
            <ac:spMk id="18" creationId="{00000000-0000-0000-0000-000000000000}"/>
          </ac:spMkLst>
        </pc:spChg>
        <pc:spChg chg="del">
          <ac:chgData name="Mayank Vashishth" userId="bd442ecd-7a5f-4ba0-b5b5-b72db20bc4d5" providerId="ADAL" clId="{44DBE994-9C7F-4232-83E0-33ADB8A1BB91}" dt="2026-07-16T16:46:08.503" v="2203" actId="478"/>
          <ac:spMkLst>
            <pc:docMk/>
            <pc:sldMk cId="0" sldId="2147483162"/>
            <ac:spMk id="33" creationId="{00000000-0000-0000-0000-000000000000}"/>
          </ac:spMkLst>
        </pc:spChg>
        <pc:spChg chg="del">
          <ac:chgData name="Mayank Vashishth" userId="bd442ecd-7a5f-4ba0-b5b5-b72db20bc4d5" providerId="ADAL" clId="{44DBE994-9C7F-4232-83E0-33ADB8A1BB91}" dt="2026-07-16T16:46:08.503" v="2203" actId="478"/>
          <ac:spMkLst>
            <pc:docMk/>
            <pc:sldMk cId="0" sldId="2147483162"/>
            <ac:spMk id="52" creationId="{00000000-0000-0000-0000-000000000000}"/>
          </ac:spMkLst>
        </pc:spChg>
        <pc:spChg chg="del">
          <ac:chgData name="Mayank Vashishth" userId="bd442ecd-7a5f-4ba0-b5b5-b72db20bc4d5" providerId="ADAL" clId="{44DBE994-9C7F-4232-83E0-33ADB8A1BB91}" dt="2026-07-16T16:45:27.857" v="2201" actId="478"/>
          <ac:spMkLst>
            <pc:docMk/>
            <pc:sldMk cId="0" sldId="2147483162"/>
            <ac:spMk id="66" creationId="{00000000-0000-0000-0000-000000000000}"/>
          </ac:spMkLst>
        </pc:spChg>
        <pc:spChg chg="del">
          <ac:chgData name="Mayank Vashishth" userId="bd442ecd-7a5f-4ba0-b5b5-b72db20bc4d5" providerId="ADAL" clId="{44DBE994-9C7F-4232-83E0-33ADB8A1BB91}" dt="2026-07-16T16:45:30.238" v="2202" actId="478"/>
          <ac:spMkLst>
            <pc:docMk/>
            <pc:sldMk cId="0" sldId="2147483162"/>
            <ac:spMk id="67" creationId="{00000000-0000-0000-0000-000000000000}"/>
          </ac:spMkLst>
        </pc:spChg>
        <pc:spChg chg="del">
          <ac:chgData name="Mayank Vashishth" userId="bd442ecd-7a5f-4ba0-b5b5-b72db20bc4d5" providerId="ADAL" clId="{44DBE994-9C7F-4232-83E0-33ADB8A1BB91}" dt="2026-07-16T16:46:08.503" v="2203" actId="478"/>
          <ac:spMkLst>
            <pc:docMk/>
            <pc:sldMk cId="0" sldId="2147483162"/>
            <ac:spMk id="69" creationId="{00000000-0000-0000-0000-000000000000}"/>
          </ac:spMkLst>
        </pc:spChg>
        <pc:spChg chg="del">
          <ac:chgData name="Mayank Vashishth" userId="bd442ecd-7a5f-4ba0-b5b5-b72db20bc4d5" providerId="ADAL" clId="{44DBE994-9C7F-4232-83E0-33ADB8A1BB91}" dt="2026-07-16T16:46:08.503" v="2203" actId="478"/>
          <ac:spMkLst>
            <pc:docMk/>
            <pc:sldMk cId="0" sldId="2147483162"/>
            <ac:spMk id="84" creationId="{00000000-0000-0000-0000-000000000000}"/>
          </ac:spMkLst>
        </pc:spChg>
        <pc:spChg chg="del">
          <ac:chgData name="Mayank Vashishth" userId="bd442ecd-7a5f-4ba0-b5b5-b72db20bc4d5" providerId="ADAL" clId="{44DBE994-9C7F-4232-83E0-33ADB8A1BB91}" dt="2026-07-16T16:46:08.503" v="2203" actId="478"/>
          <ac:spMkLst>
            <pc:docMk/>
            <pc:sldMk cId="0" sldId="2147483162"/>
            <ac:spMk id="116" creationId="{00000000-0000-0000-0000-000000000000}"/>
          </ac:spMkLst>
        </pc:spChg>
        <pc:spChg chg="del">
          <ac:chgData name="Mayank Vashishth" userId="bd442ecd-7a5f-4ba0-b5b5-b72db20bc4d5" providerId="ADAL" clId="{44DBE994-9C7F-4232-83E0-33ADB8A1BB91}" dt="2026-07-16T16:46:08.503" v="2203" actId="478"/>
          <ac:spMkLst>
            <pc:docMk/>
            <pc:sldMk cId="0" sldId="2147483162"/>
            <ac:spMk id="123" creationId="{00000000-0000-0000-0000-000000000000}"/>
          </ac:spMkLst>
        </pc:spChg>
        <pc:spChg chg="del">
          <ac:chgData name="Mayank Vashishth" userId="bd442ecd-7a5f-4ba0-b5b5-b72db20bc4d5" providerId="ADAL" clId="{44DBE994-9C7F-4232-83E0-33ADB8A1BB91}" dt="2026-07-16T16:46:08.503" v="2203" actId="478"/>
          <ac:spMkLst>
            <pc:docMk/>
            <pc:sldMk cId="0" sldId="2147483162"/>
            <ac:spMk id="128" creationId="{00000000-0000-0000-0000-000000000000}"/>
          </ac:spMkLst>
        </pc:spChg>
        <pc:spChg chg="del">
          <ac:chgData name="Mayank Vashishth" userId="bd442ecd-7a5f-4ba0-b5b5-b72db20bc4d5" providerId="ADAL" clId="{44DBE994-9C7F-4232-83E0-33ADB8A1BB91}" dt="2026-07-16T16:46:08.503" v="2203" actId="478"/>
          <ac:spMkLst>
            <pc:docMk/>
            <pc:sldMk cId="0" sldId="2147483162"/>
            <ac:spMk id="148" creationId="{00000000-0000-0000-0000-000000000000}"/>
          </ac:spMkLst>
        </pc:spChg>
        <pc:spChg chg="mod">
          <ac:chgData name="Mayank Vashishth" userId="bd442ecd-7a5f-4ba0-b5b5-b72db20bc4d5" providerId="ADAL" clId="{44DBE994-9C7F-4232-83E0-33ADB8A1BB91}" dt="2026-07-16T16:46:31.573" v="2234" actId="1038"/>
          <ac:spMkLst>
            <pc:docMk/>
            <pc:sldMk cId="0" sldId="2147483162"/>
            <ac:spMk id="174" creationId="{CF188B41-434D-A357-1FAE-98C9377AE14D}"/>
          </ac:spMkLst>
        </pc:spChg>
        <pc:spChg chg="add del">
          <ac:chgData name="Mayank Vashishth" userId="bd442ecd-7a5f-4ba0-b5b5-b72db20bc4d5" providerId="ADAL" clId="{44DBE994-9C7F-4232-83E0-33ADB8A1BB91}" dt="2026-07-16T16:46:32.309" v="2235" actId="22"/>
          <ac:spMkLst>
            <pc:docMk/>
            <pc:sldMk cId="0" sldId="2147483162"/>
            <ac:spMk id="180" creationId="{BE390352-FD1D-F8AC-DFC0-42CD2EEF8E42}"/>
          </ac:spMkLst>
        </pc:spChg>
        <pc:spChg chg="add del mod">
          <ac:chgData name="Mayank Vashishth" userId="bd442ecd-7a5f-4ba0-b5b5-b72db20bc4d5" providerId="ADAL" clId="{44DBE994-9C7F-4232-83E0-33ADB8A1BB91}" dt="2026-07-16T16:46:32.309" v="2235" actId="22"/>
          <ac:spMkLst>
            <pc:docMk/>
            <pc:sldMk cId="0" sldId="2147483162"/>
            <ac:spMk id="220" creationId="{DBFC6D08-3468-4BF5-4278-0D6E6E895A71}"/>
          </ac:spMkLst>
        </pc:spChg>
        <pc:spChg chg="add del">
          <ac:chgData name="Mayank Vashishth" userId="bd442ecd-7a5f-4ba0-b5b5-b72db20bc4d5" providerId="ADAL" clId="{44DBE994-9C7F-4232-83E0-33ADB8A1BB91}" dt="2026-07-16T16:46:32.309" v="2235" actId="22"/>
          <ac:spMkLst>
            <pc:docMk/>
            <pc:sldMk cId="0" sldId="2147483162"/>
            <ac:spMk id="230" creationId="{DA9EF470-6D9B-4D37-0579-0C5FE38AF3CA}"/>
          </ac:spMkLst>
        </pc:spChg>
        <pc:spChg chg="mod">
          <ac:chgData name="Mayank Vashishth" userId="bd442ecd-7a5f-4ba0-b5b5-b72db20bc4d5" providerId="ADAL" clId="{44DBE994-9C7F-4232-83E0-33ADB8A1BB91}" dt="2026-07-16T16:46:31.573" v="2234" actId="1038"/>
          <ac:spMkLst>
            <pc:docMk/>
            <pc:sldMk cId="0" sldId="2147483162"/>
            <ac:spMk id="234" creationId="{0D31739C-7851-12C7-C960-47C4E690B179}"/>
          </ac:spMkLst>
        </pc:spChg>
        <pc:spChg chg="mod">
          <ac:chgData name="Mayank Vashishth" userId="bd442ecd-7a5f-4ba0-b5b5-b72db20bc4d5" providerId="ADAL" clId="{44DBE994-9C7F-4232-83E0-33ADB8A1BB91}" dt="2026-07-16T16:46:31.573" v="2234" actId="1038"/>
          <ac:spMkLst>
            <pc:docMk/>
            <pc:sldMk cId="0" sldId="2147483162"/>
            <ac:spMk id="250" creationId="{4F40D73E-DB9F-A7E4-A06A-48210BCC2083}"/>
          </ac:spMkLst>
        </pc:spChg>
        <pc:spChg chg="add del">
          <ac:chgData name="Mayank Vashishth" userId="bd442ecd-7a5f-4ba0-b5b5-b72db20bc4d5" providerId="ADAL" clId="{44DBE994-9C7F-4232-83E0-33ADB8A1BB91}" dt="2026-07-16T16:46:32.309" v="2235" actId="22"/>
          <ac:spMkLst>
            <pc:docMk/>
            <pc:sldMk cId="0" sldId="2147483162"/>
            <ac:spMk id="258" creationId="{E7CAD61F-A1B1-CC78-C473-4C0FC7B0E126}"/>
          </ac:spMkLst>
        </pc:spChg>
        <pc:spChg chg="mod">
          <ac:chgData name="Mayank Vashishth" userId="bd442ecd-7a5f-4ba0-b5b5-b72db20bc4d5" providerId="ADAL" clId="{44DBE994-9C7F-4232-83E0-33ADB8A1BB91}" dt="2026-07-16T16:46:31.573" v="2234" actId="1038"/>
          <ac:spMkLst>
            <pc:docMk/>
            <pc:sldMk cId="0" sldId="2147483162"/>
            <ac:spMk id="270" creationId="{1E60AB2C-B3A7-F961-E6F0-FF2A34FEC378}"/>
          </ac:spMkLst>
        </pc:spChg>
        <pc:spChg chg="add del">
          <ac:chgData name="Mayank Vashishth" userId="bd442ecd-7a5f-4ba0-b5b5-b72db20bc4d5" providerId="ADAL" clId="{44DBE994-9C7F-4232-83E0-33ADB8A1BB91}" dt="2026-07-16T16:46:32.309" v="2235" actId="22"/>
          <ac:spMkLst>
            <pc:docMk/>
            <pc:sldMk cId="0" sldId="2147483162"/>
            <ac:spMk id="274" creationId="{015EFDB3-030F-2FA2-615D-15E71AE4D9A0}"/>
          </ac:spMkLst>
        </pc:spChg>
        <pc:spChg chg="add del mod">
          <ac:chgData name="Mayank Vashishth" userId="bd442ecd-7a5f-4ba0-b5b5-b72db20bc4d5" providerId="ADAL" clId="{44DBE994-9C7F-4232-83E0-33ADB8A1BB91}" dt="2026-07-16T16:46:32.309" v="2235" actId="22"/>
          <ac:spMkLst>
            <pc:docMk/>
            <pc:sldMk cId="0" sldId="2147483162"/>
            <ac:spMk id="282" creationId="{3ED718AB-6A01-E22B-95FA-A7AE85ACDDDC}"/>
          </ac:spMkLst>
        </pc:spChg>
        <pc:spChg chg="mod">
          <ac:chgData name="Mayank Vashishth" userId="bd442ecd-7a5f-4ba0-b5b5-b72db20bc4d5" providerId="ADAL" clId="{44DBE994-9C7F-4232-83E0-33ADB8A1BB91}" dt="2026-07-16T16:46:31.573" v="2234" actId="1038"/>
          <ac:spMkLst>
            <pc:docMk/>
            <pc:sldMk cId="0" sldId="2147483162"/>
            <ac:spMk id="292" creationId="{0AE1923C-ABF8-5A01-55DD-FE9B54AEC02C}"/>
          </ac:spMkLst>
        </pc:spChg>
        <pc:spChg chg="add del">
          <ac:chgData name="Mayank Vashishth" userId="bd442ecd-7a5f-4ba0-b5b5-b72db20bc4d5" providerId="ADAL" clId="{44DBE994-9C7F-4232-83E0-33ADB8A1BB91}" dt="2026-07-16T16:46:32.309" v="2235" actId="22"/>
          <ac:spMkLst>
            <pc:docMk/>
            <pc:sldMk cId="0" sldId="2147483162"/>
            <ac:spMk id="310" creationId="{2BAD9766-1AED-9AC0-9023-444CCC023DB7}"/>
          </ac:spMkLst>
        </pc:spChg>
        <pc:spChg chg="add del">
          <ac:chgData name="Mayank Vashishth" userId="bd442ecd-7a5f-4ba0-b5b5-b72db20bc4d5" providerId="ADAL" clId="{44DBE994-9C7F-4232-83E0-33ADB8A1BB91}" dt="2026-07-16T16:46:32.309" v="2235" actId="22"/>
          <ac:spMkLst>
            <pc:docMk/>
            <pc:sldMk cId="0" sldId="2147483162"/>
            <ac:spMk id="312" creationId="{4A0B5FEB-9078-E71E-5107-0C0FCD4AB854}"/>
          </ac:spMkLst>
        </pc:spChg>
        <pc:spChg chg="mod">
          <ac:chgData name="Mayank Vashishth" userId="bd442ecd-7a5f-4ba0-b5b5-b72db20bc4d5" providerId="ADAL" clId="{44DBE994-9C7F-4232-83E0-33ADB8A1BB91}" dt="2026-07-16T16:46:31.573" v="2234" actId="1038"/>
          <ac:spMkLst>
            <pc:docMk/>
            <pc:sldMk cId="0" sldId="2147483162"/>
            <ac:spMk id="316" creationId="{E2696C5A-1B72-792C-380D-22F956DFE568}"/>
          </ac:spMkLst>
        </pc:spChg>
        <pc:spChg chg="mod">
          <ac:chgData name="Mayank Vashishth" userId="bd442ecd-7a5f-4ba0-b5b5-b72db20bc4d5" providerId="ADAL" clId="{44DBE994-9C7F-4232-83E0-33ADB8A1BB91}" dt="2026-07-16T16:46:31.573" v="2234" actId="1038"/>
          <ac:spMkLst>
            <pc:docMk/>
            <pc:sldMk cId="0" sldId="2147483162"/>
            <ac:spMk id="326" creationId="{F33024D5-833B-E0D8-5970-FFA769143295}"/>
          </ac:spMkLst>
        </pc:spChg>
        <pc:spChg chg="mod">
          <ac:chgData name="Mayank Vashishth" userId="bd442ecd-7a5f-4ba0-b5b5-b72db20bc4d5" providerId="ADAL" clId="{44DBE994-9C7F-4232-83E0-33ADB8A1BB91}" dt="2026-07-16T16:46:31.573" v="2234" actId="1038"/>
          <ac:spMkLst>
            <pc:docMk/>
            <pc:sldMk cId="0" sldId="2147483162"/>
            <ac:spMk id="332" creationId="{CE253AD5-97B7-B70B-4260-98100F68D5B1}"/>
          </ac:spMkLst>
        </pc:spChg>
        <pc:spChg chg="add del">
          <ac:chgData name="Mayank Vashishth" userId="bd442ecd-7a5f-4ba0-b5b5-b72db20bc4d5" providerId="ADAL" clId="{44DBE994-9C7F-4232-83E0-33ADB8A1BB91}" dt="2026-07-16T16:46:32.309" v="2235" actId="22"/>
          <ac:spMkLst>
            <pc:docMk/>
            <pc:sldMk cId="0" sldId="2147483162"/>
            <ac:spMk id="342" creationId="{24D63691-BC5E-3A84-2A4F-AE79194066AD}"/>
          </ac:spMkLst>
        </pc:spChg>
        <pc:spChg chg="add mod">
          <ac:chgData name="Mayank Vashishth" userId="bd442ecd-7a5f-4ba0-b5b5-b72db20bc4d5" providerId="ADAL" clId="{44DBE994-9C7F-4232-83E0-33ADB8A1BB91}" dt="2026-07-16T16:48:57.199" v="2288" actId="1036"/>
          <ac:spMkLst>
            <pc:docMk/>
            <pc:sldMk cId="0" sldId="2147483162"/>
            <ac:spMk id="360" creationId="{7D7580CB-3BE7-8AB1-8DC7-E7BF7354DA37}"/>
          </ac:spMkLst>
        </pc:spChg>
        <pc:spChg chg="add mod">
          <ac:chgData name="Mayank Vashishth" userId="bd442ecd-7a5f-4ba0-b5b5-b72db20bc4d5" providerId="ADAL" clId="{44DBE994-9C7F-4232-83E0-33ADB8A1BB91}" dt="2026-07-16T16:48:57.199" v="2288" actId="1036"/>
          <ac:spMkLst>
            <pc:docMk/>
            <pc:sldMk cId="0" sldId="2147483162"/>
            <ac:spMk id="368" creationId="{71E4D59B-F62E-B1E2-3E86-2E335214E5CE}"/>
          </ac:spMkLst>
        </pc:spChg>
        <pc:spChg chg="add mod">
          <ac:chgData name="Mayank Vashishth" userId="bd442ecd-7a5f-4ba0-b5b5-b72db20bc4d5" providerId="ADAL" clId="{44DBE994-9C7F-4232-83E0-33ADB8A1BB91}" dt="2026-07-16T16:48:57.199" v="2288" actId="1036"/>
          <ac:spMkLst>
            <pc:docMk/>
            <pc:sldMk cId="0" sldId="2147483162"/>
            <ac:spMk id="396" creationId="{6F982FA0-08A4-A7DF-8394-E9FD8218FC54}"/>
          </ac:spMkLst>
        </pc:spChg>
        <pc:spChg chg="add mod">
          <ac:chgData name="Mayank Vashishth" userId="bd442ecd-7a5f-4ba0-b5b5-b72db20bc4d5" providerId="ADAL" clId="{44DBE994-9C7F-4232-83E0-33ADB8A1BB91}" dt="2026-07-16T16:48:57.199" v="2288" actId="1036"/>
          <ac:spMkLst>
            <pc:docMk/>
            <pc:sldMk cId="0" sldId="2147483162"/>
            <ac:spMk id="412" creationId="{B7F5984D-276C-5319-95A2-3174AD62BC17}"/>
          </ac:spMkLst>
        </pc:spChg>
        <pc:spChg chg="add mod">
          <ac:chgData name="Mayank Vashishth" userId="bd442ecd-7a5f-4ba0-b5b5-b72db20bc4d5" providerId="ADAL" clId="{44DBE994-9C7F-4232-83E0-33ADB8A1BB91}" dt="2026-07-16T16:48:57.199" v="2288" actId="1036"/>
          <ac:spMkLst>
            <pc:docMk/>
            <pc:sldMk cId="0" sldId="2147483162"/>
            <ac:spMk id="418" creationId="{60A207CC-816C-77CC-7402-6C3EA2FDC74F}"/>
          </ac:spMkLst>
        </pc:spChg>
        <pc:spChg chg="add mod">
          <ac:chgData name="Mayank Vashishth" userId="bd442ecd-7a5f-4ba0-b5b5-b72db20bc4d5" providerId="ADAL" clId="{44DBE994-9C7F-4232-83E0-33ADB8A1BB91}" dt="2026-07-16T16:48:57.199" v="2288" actId="1036"/>
          <ac:spMkLst>
            <pc:docMk/>
            <pc:sldMk cId="0" sldId="2147483162"/>
            <ac:spMk id="446" creationId="{9F53375D-A08D-6393-572A-1FEAA03B6C57}"/>
          </ac:spMkLst>
        </pc:spChg>
        <pc:spChg chg="add mod">
          <ac:chgData name="Mayank Vashishth" userId="bd442ecd-7a5f-4ba0-b5b5-b72db20bc4d5" providerId="ADAL" clId="{44DBE994-9C7F-4232-83E0-33ADB8A1BB91}" dt="2026-07-16T16:48:57.199" v="2288" actId="1036"/>
          <ac:spMkLst>
            <pc:docMk/>
            <pc:sldMk cId="0" sldId="2147483162"/>
            <ac:spMk id="460" creationId="{33624A61-58D3-6D86-C20D-83CA24C50507}"/>
          </ac:spMkLst>
        </pc:spChg>
        <pc:spChg chg="add mod">
          <ac:chgData name="Mayank Vashishth" userId="bd442ecd-7a5f-4ba0-b5b5-b72db20bc4d5" providerId="ADAL" clId="{44DBE994-9C7F-4232-83E0-33ADB8A1BB91}" dt="2026-07-16T16:48:57.199" v="2288" actId="1036"/>
          <ac:spMkLst>
            <pc:docMk/>
            <pc:sldMk cId="0" sldId="2147483162"/>
            <ac:spMk id="488" creationId="{9BD44987-AE6A-560D-3E97-8DD9F890387B}"/>
          </ac:spMkLst>
        </pc:spChg>
        <pc:spChg chg="add mod">
          <ac:chgData name="Mayank Vashishth" userId="bd442ecd-7a5f-4ba0-b5b5-b72db20bc4d5" providerId="ADAL" clId="{44DBE994-9C7F-4232-83E0-33ADB8A1BB91}" dt="2026-07-16T16:48:57.199" v="2288" actId="1036"/>
          <ac:spMkLst>
            <pc:docMk/>
            <pc:sldMk cId="0" sldId="2147483162"/>
            <ac:spMk id="502" creationId="{70478685-41B6-D553-06BB-8A469AF7896D}"/>
          </ac:spMkLst>
        </pc:spChg>
        <pc:spChg chg="mod">
          <ac:chgData name="Mayank Vashishth" userId="bd442ecd-7a5f-4ba0-b5b5-b72db20bc4d5" providerId="ADAL" clId="{44DBE994-9C7F-4232-83E0-33ADB8A1BB91}" dt="2026-07-16T16:48:31.453" v="2257" actId="1036"/>
          <ac:spMkLst>
            <pc:docMk/>
            <pc:sldMk cId="0" sldId="2147483162"/>
            <ac:spMk id="508" creationId="{C2A63FD0-62FC-43B7-44C6-3300973B7B8E}"/>
          </ac:spMkLst>
        </pc:spChg>
        <pc:spChg chg="mod">
          <ac:chgData name="Mayank Vashishth" userId="bd442ecd-7a5f-4ba0-b5b5-b72db20bc4d5" providerId="ADAL" clId="{44DBE994-9C7F-4232-83E0-33ADB8A1BB91}" dt="2026-07-16T16:48:31.453" v="2257" actId="1036"/>
          <ac:spMkLst>
            <pc:docMk/>
            <pc:sldMk cId="0" sldId="2147483162"/>
            <ac:spMk id="512" creationId="{B1D3D984-D8EF-2FCB-7E12-830F175CE38F}"/>
          </ac:spMkLst>
        </pc:spChg>
        <pc:spChg chg="add mod">
          <ac:chgData name="Mayank Vashishth" userId="bd442ecd-7a5f-4ba0-b5b5-b72db20bc4d5" providerId="ADAL" clId="{44DBE994-9C7F-4232-83E0-33ADB8A1BB91}" dt="2026-07-16T16:48:57.199" v="2288" actId="1036"/>
          <ac:spMkLst>
            <pc:docMk/>
            <pc:sldMk cId="0" sldId="2147483162"/>
            <ac:spMk id="514" creationId="{A32A36B2-85E1-E0A4-95D3-0B8DB973B278}"/>
          </ac:spMkLst>
        </pc:spChg>
        <pc:spChg chg="mod">
          <ac:chgData name="Mayank Vashishth" userId="bd442ecd-7a5f-4ba0-b5b5-b72db20bc4d5" providerId="ADAL" clId="{44DBE994-9C7F-4232-83E0-33ADB8A1BB91}" dt="2026-07-16T16:48:31.453" v="2257" actId="1036"/>
          <ac:spMkLst>
            <pc:docMk/>
            <pc:sldMk cId="0" sldId="2147483162"/>
            <ac:spMk id="516" creationId="{0A57B816-3FF0-C969-5C06-34C3233C555F}"/>
          </ac:spMkLst>
        </pc:spChg>
        <pc:spChg chg="mod">
          <ac:chgData name="Mayank Vashishth" userId="bd442ecd-7a5f-4ba0-b5b5-b72db20bc4d5" providerId="ADAL" clId="{44DBE994-9C7F-4232-83E0-33ADB8A1BB91}" dt="2026-07-16T16:48:31.453" v="2257" actId="1036"/>
          <ac:spMkLst>
            <pc:docMk/>
            <pc:sldMk cId="0" sldId="2147483162"/>
            <ac:spMk id="520" creationId="{B46F0AAA-678A-BF55-11DD-45BD8EDD622F}"/>
          </ac:spMkLst>
        </pc:spChg>
        <pc:spChg chg="mod">
          <ac:chgData name="Mayank Vashishth" userId="bd442ecd-7a5f-4ba0-b5b5-b72db20bc4d5" providerId="ADAL" clId="{44DBE994-9C7F-4232-83E0-33ADB8A1BB91}" dt="2026-07-16T16:48:31.453" v="2257" actId="1036"/>
          <ac:spMkLst>
            <pc:docMk/>
            <pc:sldMk cId="0" sldId="2147483162"/>
            <ac:spMk id="524" creationId="{A69267C0-3239-0F18-F632-9F9423C7D990}"/>
          </ac:spMkLst>
        </pc:spChg>
      </pc:sldChg>
      <pc:sldChg chg="del">
        <pc:chgData name="Mayank Vashishth" userId="bd442ecd-7a5f-4ba0-b5b5-b72db20bc4d5" providerId="ADAL" clId="{44DBE994-9C7F-4232-83E0-33ADB8A1BB91}" dt="2026-07-16T16:49:24.149" v="2290" actId="47"/>
        <pc:sldMkLst>
          <pc:docMk/>
          <pc:sldMk cId="2098867335" sldId="2147483163"/>
        </pc:sldMkLst>
      </pc:sldChg>
      <pc:sldChg chg="addSp delSp modSp add mod">
        <pc:chgData name="Mayank Vashishth" userId="bd442ecd-7a5f-4ba0-b5b5-b72db20bc4d5" providerId="ADAL" clId="{44DBE994-9C7F-4232-83E0-33ADB8A1BB91}" dt="2026-07-16T16:38:24.565" v="2199" actId="165"/>
        <pc:sldMkLst>
          <pc:docMk/>
          <pc:sldMk cId="0" sldId="2147483164"/>
        </pc:sldMkLst>
        <pc:spChg chg="del">
          <ac:chgData name="Mayank Vashishth" userId="bd442ecd-7a5f-4ba0-b5b5-b72db20bc4d5" providerId="ADAL" clId="{44DBE994-9C7F-4232-83E0-33ADB8A1BB91}" dt="2026-07-16T16:34:28.995" v="2104" actId="478"/>
          <ac:spMkLst>
            <pc:docMk/>
            <pc:sldMk cId="0" sldId="2147483164"/>
            <ac:spMk id="3" creationId="{00000000-0000-0000-0000-000000000000}"/>
          </ac:spMkLst>
        </pc:spChg>
        <pc:spChg chg="del">
          <ac:chgData name="Mayank Vashishth" userId="bd442ecd-7a5f-4ba0-b5b5-b72db20bc4d5" providerId="ADAL" clId="{44DBE994-9C7F-4232-83E0-33ADB8A1BB91}" dt="2026-07-16T16:37:06.392" v="2180" actId="478"/>
          <ac:spMkLst>
            <pc:docMk/>
            <pc:sldMk cId="0" sldId="2147483164"/>
            <ac:spMk id="4" creationId="{00000000-0000-0000-0000-000000000000}"/>
          </ac:spMkLst>
        </pc:spChg>
        <pc:spChg chg="del">
          <ac:chgData name="Mayank Vashishth" userId="bd442ecd-7a5f-4ba0-b5b5-b72db20bc4d5" providerId="ADAL" clId="{44DBE994-9C7F-4232-83E0-33ADB8A1BB91}" dt="2026-07-16T16:37:11.349" v="2181" actId="478"/>
          <ac:spMkLst>
            <pc:docMk/>
            <pc:sldMk cId="0" sldId="2147483164"/>
            <ac:spMk id="5" creationId="{00000000-0000-0000-0000-000000000000}"/>
          </ac:spMkLst>
        </pc:spChg>
        <pc:spChg chg="mod topLvl">
          <ac:chgData name="Mayank Vashishth" userId="bd442ecd-7a5f-4ba0-b5b5-b72db20bc4d5" providerId="ADAL" clId="{44DBE994-9C7F-4232-83E0-33ADB8A1BB91}" dt="2026-07-16T16:38:24.565" v="2199" actId="165"/>
          <ac:spMkLst>
            <pc:docMk/>
            <pc:sldMk cId="0" sldId="2147483164"/>
            <ac:spMk id="7" creationId="{00000000-0000-0000-0000-000000000000}"/>
          </ac:spMkLst>
        </pc:spChg>
        <pc:spChg chg="mod topLvl">
          <ac:chgData name="Mayank Vashishth" userId="bd442ecd-7a5f-4ba0-b5b5-b72db20bc4d5" providerId="ADAL" clId="{44DBE994-9C7F-4232-83E0-33ADB8A1BB91}" dt="2026-07-16T16:38:24.565" v="2199" actId="165"/>
          <ac:spMkLst>
            <pc:docMk/>
            <pc:sldMk cId="0" sldId="2147483164"/>
            <ac:spMk id="9" creationId="{00000000-0000-0000-0000-000000000000}"/>
          </ac:spMkLst>
        </pc:spChg>
        <pc:spChg chg="mod topLvl">
          <ac:chgData name="Mayank Vashishth" userId="bd442ecd-7a5f-4ba0-b5b5-b72db20bc4d5" providerId="ADAL" clId="{44DBE994-9C7F-4232-83E0-33ADB8A1BB91}" dt="2026-07-16T16:38:24.565" v="2199" actId="165"/>
          <ac:spMkLst>
            <pc:docMk/>
            <pc:sldMk cId="0" sldId="2147483164"/>
            <ac:spMk id="10" creationId="{00000000-0000-0000-0000-000000000000}"/>
          </ac:spMkLst>
        </pc:spChg>
        <pc:spChg chg="mod topLvl">
          <ac:chgData name="Mayank Vashishth" userId="bd442ecd-7a5f-4ba0-b5b5-b72db20bc4d5" providerId="ADAL" clId="{44DBE994-9C7F-4232-83E0-33ADB8A1BB91}" dt="2026-07-16T16:38:24.565" v="2199" actId="165"/>
          <ac:spMkLst>
            <pc:docMk/>
            <pc:sldMk cId="0" sldId="2147483164"/>
            <ac:spMk id="11" creationId="{00000000-0000-0000-0000-000000000000}"/>
          </ac:spMkLst>
        </pc:spChg>
        <pc:spChg chg="mod topLvl">
          <ac:chgData name="Mayank Vashishth" userId="bd442ecd-7a5f-4ba0-b5b5-b72db20bc4d5" providerId="ADAL" clId="{44DBE994-9C7F-4232-83E0-33ADB8A1BB91}" dt="2026-07-16T16:38:24.565" v="2199" actId="165"/>
          <ac:spMkLst>
            <pc:docMk/>
            <pc:sldMk cId="0" sldId="2147483164"/>
            <ac:spMk id="12" creationId="{00000000-0000-0000-0000-000000000000}"/>
          </ac:spMkLst>
        </pc:spChg>
        <pc:spChg chg="mod topLvl">
          <ac:chgData name="Mayank Vashishth" userId="bd442ecd-7a5f-4ba0-b5b5-b72db20bc4d5" providerId="ADAL" clId="{44DBE994-9C7F-4232-83E0-33ADB8A1BB91}" dt="2026-07-16T16:38:24.565" v="2199" actId="165"/>
          <ac:spMkLst>
            <pc:docMk/>
            <pc:sldMk cId="0" sldId="2147483164"/>
            <ac:spMk id="16" creationId="{00000000-0000-0000-0000-000000000000}"/>
          </ac:spMkLst>
        </pc:spChg>
        <pc:spChg chg="mod topLvl">
          <ac:chgData name="Mayank Vashishth" userId="bd442ecd-7a5f-4ba0-b5b5-b72db20bc4d5" providerId="ADAL" clId="{44DBE994-9C7F-4232-83E0-33ADB8A1BB91}" dt="2026-07-16T16:38:24.565" v="2199" actId="165"/>
          <ac:spMkLst>
            <pc:docMk/>
            <pc:sldMk cId="0" sldId="2147483164"/>
            <ac:spMk id="17" creationId="{00000000-0000-0000-0000-000000000000}"/>
          </ac:spMkLst>
        </pc:spChg>
        <pc:spChg chg="mod topLvl">
          <ac:chgData name="Mayank Vashishth" userId="bd442ecd-7a5f-4ba0-b5b5-b72db20bc4d5" providerId="ADAL" clId="{44DBE994-9C7F-4232-83E0-33ADB8A1BB91}" dt="2026-07-16T16:38:24.565" v="2199" actId="165"/>
          <ac:spMkLst>
            <pc:docMk/>
            <pc:sldMk cId="0" sldId="2147483164"/>
            <ac:spMk id="18" creationId="{00000000-0000-0000-0000-000000000000}"/>
          </ac:spMkLst>
        </pc:spChg>
        <pc:spChg chg="mod topLvl">
          <ac:chgData name="Mayank Vashishth" userId="bd442ecd-7a5f-4ba0-b5b5-b72db20bc4d5" providerId="ADAL" clId="{44DBE994-9C7F-4232-83E0-33ADB8A1BB91}" dt="2026-07-16T16:38:24.565" v="2199" actId="165"/>
          <ac:spMkLst>
            <pc:docMk/>
            <pc:sldMk cId="0" sldId="2147483164"/>
            <ac:spMk id="20" creationId="{00000000-0000-0000-0000-000000000000}"/>
          </ac:spMkLst>
        </pc:spChg>
        <pc:spChg chg="mod topLvl">
          <ac:chgData name="Mayank Vashishth" userId="bd442ecd-7a5f-4ba0-b5b5-b72db20bc4d5" providerId="ADAL" clId="{44DBE994-9C7F-4232-83E0-33ADB8A1BB91}" dt="2026-07-16T16:38:24.565" v="2199" actId="165"/>
          <ac:spMkLst>
            <pc:docMk/>
            <pc:sldMk cId="0" sldId="2147483164"/>
            <ac:spMk id="23" creationId="{00000000-0000-0000-0000-000000000000}"/>
          </ac:spMkLst>
        </pc:spChg>
        <pc:spChg chg="del">
          <ac:chgData name="Mayank Vashishth" userId="bd442ecd-7a5f-4ba0-b5b5-b72db20bc4d5" providerId="ADAL" clId="{44DBE994-9C7F-4232-83E0-33ADB8A1BB91}" dt="2026-07-16T16:36:01.747" v="2140" actId="478"/>
          <ac:spMkLst>
            <pc:docMk/>
            <pc:sldMk cId="0" sldId="2147483164"/>
            <ac:spMk id="24" creationId="{00000000-0000-0000-0000-000000000000}"/>
          </ac:spMkLst>
        </pc:spChg>
        <pc:spChg chg="del">
          <ac:chgData name="Mayank Vashishth" userId="bd442ecd-7a5f-4ba0-b5b5-b72db20bc4d5" providerId="ADAL" clId="{44DBE994-9C7F-4232-83E0-33ADB8A1BB91}" dt="2026-07-16T16:36:01.747" v="2140" actId="478"/>
          <ac:spMkLst>
            <pc:docMk/>
            <pc:sldMk cId="0" sldId="2147483164"/>
            <ac:spMk id="25" creationId="{00000000-0000-0000-0000-000000000000}"/>
          </ac:spMkLst>
        </pc:spChg>
        <pc:spChg chg="add mod">
          <ac:chgData name="Mayank Vashishth" userId="bd442ecd-7a5f-4ba0-b5b5-b72db20bc4d5" providerId="ADAL" clId="{44DBE994-9C7F-4232-83E0-33ADB8A1BB91}" dt="2026-07-16T16:34:34.671" v="2114" actId="20577"/>
          <ac:spMkLst>
            <pc:docMk/>
            <pc:sldMk cId="0" sldId="2147483164"/>
            <ac:spMk id="27" creationId="{C069227A-6128-D33F-B418-867FEDE9BA9E}"/>
          </ac:spMkLst>
        </pc:spChg>
        <pc:spChg chg="add">
          <ac:chgData name="Mayank Vashishth" userId="bd442ecd-7a5f-4ba0-b5b5-b72db20bc4d5" providerId="ADAL" clId="{44DBE994-9C7F-4232-83E0-33ADB8A1BB91}" dt="2026-07-16T16:36:02.341" v="2141" actId="22"/>
          <ac:spMkLst>
            <pc:docMk/>
            <pc:sldMk cId="0" sldId="2147483164"/>
            <ac:spMk id="29" creationId="{54E5F3E3-8341-D7A6-2217-501CE60BC7FC}"/>
          </ac:spMkLst>
        </pc:spChg>
        <pc:spChg chg="add mod">
          <ac:chgData name="Mayank Vashishth" userId="bd442ecd-7a5f-4ba0-b5b5-b72db20bc4d5" providerId="ADAL" clId="{44DBE994-9C7F-4232-83E0-33ADB8A1BB91}" dt="2026-07-16T16:37:04.695" v="2179"/>
          <ac:spMkLst>
            <pc:docMk/>
            <pc:sldMk cId="0" sldId="2147483164"/>
            <ac:spMk id="31" creationId="{06F6EE0B-FE70-F03E-47F5-A0CC9F9C8EF1}"/>
          </ac:spMkLst>
        </pc:spChg>
        <pc:spChg chg="add">
          <ac:chgData name="Mayank Vashishth" userId="bd442ecd-7a5f-4ba0-b5b5-b72db20bc4d5" providerId="ADAL" clId="{44DBE994-9C7F-4232-83E0-33ADB8A1BB91}" dt="2026-07-16T16:36:44.198" v="2172" actId="22"/>
          <ac:spMkLst>
            <pc:docMk/>
            <pc:sldMk cId="0" sldId="2147483164"/>
            <ac:spMk id="33" creationId="{D8F9AF5F-3CC4-A34A-075B-BDBC32C3D64D}"/>
          </ac:spMkLst>
        </pc:spChg>
        <pc:spChg chg="add del mod">
          <ac:chgData name="Mayank Vashishth" userId="bd442ecd-7a5f-4ba0-b5b5-b72db20bc4d5" providerId="ADAL" clId="{44DBE994-9C7F-4232-83E0-33ADB8A1BB91}" dt="2026-07-16T16:38:02.856" v="2194" actId="478"/>
          <ac:spMkLst>
            <pc:docMk/>
            <pc:sldMk cId="0" sldId="2147483164"/>
            <ac:spMk id="35" creationId="{5ECE5A8B-E611-AFBE-7335-53D386CF3F10}"/>
          </ac:spMkLst>
        </pc:spChg>
        <pc:grpChg chg="mod">
          <ac:chgData name="Mayank Vashishth" userId="bd442ecd-7a5f-4ba0-b5b5-b72db20bc4d5" providerId="ADAL" clId="{44DBE994-9C7F-4232-83E0-33ADB8A1BB91}" dt="2026-07-16T16:38:00.369" v="2193" actId="554"/>
          <ac:grpSpMkLst>
            <pc:docMk/>
            <pc:sldMk cId="0" sldId="2147483164"/>
            <ac:grpSpMk id="36" creationId="{A4F1F80E-50EA-3D93-2B8C-A34DED149518}"/>
          </ac:grpSpMkLst>
        </pc:grpChg>
      </pc:sldChg>
      <pc:sldMasterChg chg="del delSldLayout">
        <pc:chgData name="Mayank Vashishth" userId="bd442ecd-7a5f-4ba0-b5b5-b72db20bc4d5" providerId="ADAL" clId="{44DBE994-9C7F-4232-83E0-33ADB8A1BB91}" dt="2026-07-16T11:10:21.942" v="2037" actId="47"/>
        <pc:sldMasterMkLst>
          <pc:docMk/>
          <pc:sldMasterMk cId="4075527314" sldId="2147483664"/>
        </pc:sldMasterMkLst>
        <pc:sldLayoutChg chg="del">
          <pc:chgData name="Mayank Vashishth" userId="bd442ecd-7a5f-4ba0-b5b5-b72db20bc4d5" providerId="ADAL" clId="{44DBE994-9C7F-4232-83E0-33ADB8A1BB91}" dt="2026-07-16T11:10:21.942" v="2037" actId="47"/>
          <pc:sldLayoutMkLst>
            <pc:docMk/>
            <pc:sldMasterMk cId="4075527314" sldId="2147483664"/>
            <pc:sldLayoutMk cId="1059434767" sldId="2147483665"/>
          </pc:sldLayoutMkLst>
        </pc:sldLayoutChg>
        <pc:sldLayoutChg chg="del">
          <pc:chgData name="Mayank Vashishth" userId="bd442ecd-7a5f-4ba0-b5b5-b72db20bc4d5" providerId="ADAL" clId="{44DBE994-9C7F-4232-83E0-33ADB8A1BB91}" dt="2026-07-16T11:10:21.942" v="2037" actId="47"/>
          <pc:sldLayoutMkLst>
            <pc:docMk/>
            <pc:sldMasterMk cId="4075527314" sldId="2147483664"/>
            <pc:sldLayoutMk cId="103082381" sldId="2147483666"/>
          </pc:sldLayoutMkLst>
        </pc:sldLayoutChg>
        <pc:sldLayoutChg chg="del">
          <pc:chgData name="Mayank Vashishth" userId="bd442ecd-7a5f-4ba0-b5b5-b72db20bc4d5" providerId="ADAL" clId="{44DBE994-9C7F-4232-83E0-33ADB8A1BB91}" dt="2026-07-16T11:10:21.942" v="2037" actId="47"/>
          <pc:sldLayoutMkLst>
            <pc:docMk/>
            <pc:sldMasterMk cId="4075527314" sldId="2147483664"/>
            <pc:sldLayoutMk cId="1576030552" sldId="2147483667"/>
          </pc:sldLayoutMkLst>
        </pc:sldLayoutChg>
        <pc:sldLayoutChg chg="del">
          <pc:chgData name="Mayank Vashishth" userId="bd442ecd-7a5f-4ba0-b5b5-b72db20bc4d5" providerId="ADAL" clId="{44DBE994-9C7F-4232-83E0-33ADB8A1BB91}" dt="2026-07-16T11:10:21.942" v="2037" actId="47"/>
          <pc:sldLayoutMkLst>
            <pc:docMk/>
            <pc:sldMasterMk cId="4075527314" sldId="2147483664"/>
            <pc:sldLayoutMk cId="3266935911" sldId="2147483668"/>
          </pc:sldLayoutMkLst>
        </pc:sldLayoutChg>
        <pc:sldLayoutChg chg="del">
          <pc:chgData name="Mayank Vashishth" userId="bd442ecd-7a5f-4ba0-b5b5-b72db20bc4d5" providerId="ADAL" clId="{44DBE994-9C7F-4232-83E0-33ADB8A1BB91}" dt="2026-07-16T11:10:21.942" v="2037" actId="47"/>
          <pc:sldLayoutMkLst>
            <pc:docMk/>
            <pc:sldMasterMk cId="4075527314" sldId="2147483664"/>
            <pc:sldLayoutMk cId="3048977574" sldId="2147483669"/>
          </pc:sldLayoutMkLst>
        </pc:sldLayoutChg>
        <pc:sldLayoutChg chg="del">
          <pc:chgData name="Mayank Vashishth" userId="bd442ecd-7a5f-4ba0-b5b5-b72db20bc4d5" providerId="ADAL" clId="{44DBE994-9C7F-4232-83E0-33ADB8A1BB91}" dt="2026-07-16T11:10:21.942" v="2037" actId="47"/>
          <pc:sldLayoutMkLst>
            <pc:docMk/>
            <pc:sldMasterMk cId="4075527314" sldId="2147483664"/>
            <pc:sldLayoutMk cId="2907096917" sldId="2147483670"/>
          </pc:sldLayoutMkLst>
        </pc:sldLayoutChg>
        <pc:sldLayoutChg chg="del">
          <pc:chgData name="Mayank Vashishth" userId="bd442ecd-7a5f-4ba0-b5b5-b72db20bc4d5" providerId="ADAL" clId="{44DBE994-9C7F-4232-83E0-33ADB8A1BB91}" dt="2026-07-16T11:10:21.942" v="2037" actId="47"/>
          <pc:sldLayoutMkLst>
            <pc:docMk/>
            <pc:sldMasterMk cId="4075527314" sldId="2147483664"/>
            <pc:sldLayoutMk cId="4216510178" sldId="2147483671"/>
          </pc:sldLayoutMkLst>
        </pc:sldLayoutChg>
        <pc:sldLayoutChg chg="del">
          <pc:chgData name="Mayank Vashishth" userId="bd442ecd-7a5f-4ba0-b5b5-b72db20bc4d5" providerId="ADAL" clId="{44DBE994-9C7F-4232-83E0-33ADB8A1BB91}" dt="2026-07-16T11:10:21.942" v="2037" actId="47"/>
          <pc:sldLayoutMkLst>
            <pc:docMk/>
            <pc:sldMasterMk cId="4075527314" sldId="2147483664"/>
            <pc:sldLayoutMk cId="950341254" sldId="2147483672"/>
          </pc:sldLayoutMkLst>
        </pc:sldLayoutChg>
        <pc:sldLayoutChg chg="del">
          <pc:chgData name="Mayank Vashishth" userId="bd442ecd-7a5f-4ba0-b5b5-b72db20bc4d5" providerId="ADAL" clId="{44DBE994-9C7F-4232-83E0-33ADB8A1BB91}" dt="2026-07-16T11:10:21.942" v="2037" actId="47"/>
          <pc:sldLayoutMkLst>
            <pc:docMk/>
            <pc:sldMasterMk cId="4075527314" sldId="2147483664"/>
            <pc:sldLayoutMk cId="213891331" sldId="2147483673"/>
          </pc:sldLayoutMkLst>
        </pc:sldLayoutChg>
        <pc:sldLayoutChg chg="del">
          <pc:chgData name="Mayank Vashishth" userId="bd442ecd-7a5f-4ba0-b5b5-b72db20bc4d5" providerId="ADAL" clId="{44DBE994-9C7F-4232-83E0-33ADB8A1BB91}" dt="2026-07-16T11:10:21.942" v="2037" actId="47"/>
          <pc:sldLayoutMkLst>
            <pc:docMk/>
            <pc:sldMasterMk cId="4075527314" sldId="2147483664"/>
            <pc:sldLayoutMk cId="2220995027" sldId="2147483674"/>
          </pc:sldLayoutMkLst>
        </pc:sldLayoutChg>
        <pc:sldLayoutChg chg="del">
          <pc:chgData name="Mayank Vashishth" userId="bd442ecd-7a5f-4ba0-b5b5-b72db20bc4d5" providerId="ADAL" clId="{44DBE994-9C7F-4232-83E0-33ADB8A1BB91}" dt="2026-07-16T11:10:21.942" v="2037" actId="47"/>
          <pc:sldLayoutMkLst>
            <pc:docMk/>
            <pc:sldMasterMk cId="4075527314" sldId="2147483664"/>
            <pc:sldLayoutMk cId="3351630993" sldId="2147483675"/>
          </pc:sldLayoutMkLst>
        </pc:sldLayoutChg>
        <pc:sldLayoutChg chg="del">
          <pc:chgData name="Mayank Vashishth" userId="bd442ecd-7a5f-4ba0-b5b5-b72db20bc4d5" providerId="ADAL" clId="{44DBE994-9C7F-4232-83E0-33ADB8A1BB91}" dt="2026-07-16T11:10:21.942" v="2037" actId="47"/>
          <pc:sldLayoutMkLst>
            <pc:docMk/>
            <pc:sldMasterMk cId="4075527314" sldId="2147483664"/>
            <pc:sldLayoutMk cId="1431661549" sldId="2147483676"/>
          </pc:sldLayoutMkLst>
        </pc:sldLayoutChg>
        <pc:sldLayoutChg chg="del">
          <pc:chgData name="Mayank Vashishth" userId="bd442ecd-7a5f-4ba0-b5b5-b72db20bc4d5" providerId="ADAL" clId="{44DBE994-9C7F-4232-83E0-33ADB8A1BB91}" dt="2026-07-16T11:10:21.942" v="2037" actId="47"/>
          <pc:sldLayoutMkLst>
            <pc:docMk/>
            <pc:sldMasterMk cId="4075527314" sldId="2147483664"/>
            <pc:sldLayoutMk cId="282690294" sldId="2147483677"/>
          </pc:sldLayoutMkLst>
        </pc:sldLayoutChg>
      </pc:sldMasterChg>
    </pc:docChg>
  </pc:docChgLst>
  <pc:docChgLst>
    <pc:chgData name="Praveen Baburaya" userId="5216ca69-f0ef-4ffb-805b-d57fa5302213" providerId="ADAL" clId="{64582870-7085-4C7F-9E2F-A0ACBCD2342D}"/>
    <pc:docChg chg="undo redo custSel addSld delSld modSld sldOrd">
      <pc:chgData name="Praveen Baburaya" userId="5216ca69-f0ef-4ffb-805b-d57fa5302213" providerId="ADAL" clId="{64582870-7085-4C7F-9E2F-A0ACBCD2342D}" dt="2026-07-16T10:24:36.282" v="363" actId="14100"/>
      <pc:docMkLst>
        <pc:docMk/>
      </pc:docMkLst>
      <pc:sldChg chg="modSp mod">
        <pc:chgData name="Praveen Baburaya" userId="5216ca69-f0ef-4ffb-805b-d57fa5302213" providerId="ADAL" clId="{64582870-7085-4C7F-9E2F-A0ACBCD2342D}" dt="2026-07-16T08:05:39.359" v="3" actId="20577"/>
        <pc:sldMkLst>
          <pc:docMk/>
          <pc:sldMk cId="0" sldId="274"/>
        </pc:sldMkLst>
        <pc:spChg chg="mod">
          <ac:chgData name="Praveen Baburaya" userId="5216ca69-f0ef-4ffb-805b-d57fa5302213" providerId="ADAL" clId="{64582870-7085-4C7F-9E2F-A0ACBCD2342D}" dt="2026-07-16T08:05:35.613" v="1" actId="20577"/>
          <ac:spMkLst>
            <pc:docMk/>
            <pc:sldMk cId="0" sldId="274"/>
            <ac:spMk id="12" creationId="{00000000-0000-0000-0000-000000000000}"/>
          </ac:spMkLst>
        </pc:spChg>
        <pc:spChg chg="mod">
          <ac:chgData name="Praveen Baburaya" userId="5216ca69-f0ef-4ffb-805b-d57fa5302213" providerId="ADAL" clId="{64582870-7085-4C7F-9E2F-A0ACBCD2342D}" dt="2026-07-16T08:05:39.359" v="3" actId="20577"/>
          <ac:spMkLst>
            <pc:docMk/>
            <pc:sldMk cId="0" sldId="274"/>
            <ac:spMk id="21" creationId="{00000000-0000-0000-0000-000000000000}"/>
          </ac:spMkLst>
        </pc:spChg>
      </pc:sldChg>
      <pc:sldChg chg="addSp delSp modSp mod">
        <pc:chgData name="Praveen Baburaya" userId="5216ca69-f0ef-4ffb-805b-d57fa5302213" providerId="ADAL" clId="{64582870-7085-4C7F-9E2F-A0ACBCD2342D}" dt="2026-07-16T10:17:26.785" v="311" actId="20577"/>
        <pc:sldMkLst>
          <pc:docMk/>
          <pc:sldMk cId="0" sldId="278"/>
        </pc:sldMkLst>
        <pc:spChg chg="add mod">
          <ac:chgData name="Praveen Baburaya" userId="5216ca69-f0ef-4ffb-805b-d57fa5302213" providerId="ADAL" clId="{64582870-7085-4C7F-9E2F-A0ACBCD2342D}" dt="2026-07-16T08:12:55.096" v="173" actId="108"/>
          <ac:spMkLst>
            <pc:docMk/>
            <pc:sldMk cId="0" sldId="278"/>
            <ac:spMk id="2" creationId="{E3905408-A0CA-E90A-EA4B-BCE223E0CB6B}"/>
          </ac:spMkLst>
        </pc:spChg>
        <pc:spChg chg="add del mod">
          <ac:chgData name="Praveen Baburaya" userId="5216ca69-f0ef-4ffb-805b-d57fa5302213" providerId="ADAL" clId="{64582870-7085-4C7F-9E2F-A0ACBCD2342D}" dt="2026-07-16T08:15:08.687" v="255" actId="478"/>
          <ac:spMkLst>
            <pc:docMk/>
            <pc:sldMk cId="0" sldId="278"/>
            <ac:spMk id="3" creationId="{27B1FD2A-8EF8-270C-5ACA-5292C96F9263}"/>
          </ac:spMkLst>
        </pc:spChg>
        <pc:spChg chg="mod">
          <ac:chgData name="Praveen Baburaya" userId="5216ca69-f0ef-4ffb-805b-d57fa5302213" providerId="ADAL" clId="{64582870-7085-4C7F-9E2F-A0ACBCD2342D}" dt="2026-07-16T08:14:51.568" v="233" actId="20577"/>
          <ac:spMkLst>
            <pc:docMk/>
            <pc:sldMk cId="0" sldId="278"/>
            <ac:spMk id="4" creationId="{00000000-0000-0000-0000-000000000000}"/>
          </ac:spMkLst>
        </pc:spChg>
        <pc:spChg chg="mod">
          <ac:chgData name="Praveen Baburaya" userId="5216ca69-f0ef-4ffb-805b-d57fa5302213" providerId="ADAL" clId="{64582870-7085-4C7F-9E2F-A0ACBCD2342D}" dt="2026-07-16T08:15:03.343" v="254" actId="20577"/>
          <ac:spMkLst>
            <pc:docMk/>
            <pc:sldMk cId="0" sldId="278"/>
            <ac:spMk id="5" creationId="{00000000-0000-0000-0000-000000000000}"/>
          </ac:spMkLst>
        </pc:spChg>
        <pc:spChg chg="add mod">
          <ac:chgData name="Praveen Baburaya" userId="5216ca69-f0ef-4ffb-805b-d57fa5302213" providerId="ADAL" clId="{64582870-7085-4C7F-9E2F-A0ACBCD2342D}" dt="2026-07-16T08:12:19.056" v="165" actId="1035"/>
          <ac:spMkLst>
            <pc:docMk/>
            <pc:sldMk cId="0" sldId="278"/>
            <ac:spMk id="7" creationId="{410AAD89-185F-8AAA-6A58-4C98CD48C7EE}"/>
          </ac:spMkLst>
        </pc:spChg>
        <pc:spChg chg="del">
          <ac:chgData name="Praveen Baburaya" userId="5216ca69-f0ef-4ffb-805b-d57fa5302213" providerId="ADAL" clId="{64582870-7085-4C7F-9E2F-A0ACBCD2342D}" dt="2026-07-16T08:15:08.687" v="255" actId="478"/>
          <ac:spMkLst>
            <pc:docMk/>
            <pc:sldMk cId="0" sldId="278"/>
            <ac:spMk id="9" creationId="{00000000-0000-0000-0000-000000000000}"/>
          </ac:spMkLst>
        </pc:spChg>
        <pc:spChg chg="del mod">
          <ac:chgData name="Praveen Baburaya" userId="5216ca69-f0ef-4ffb-805b-d57fa5302213" providerId="ADAL" clId="{64582870-7085-4C7F-9E2F-A0ACBCD2342D}" dt="2026-07-16T08:15:08.687" v="255" actId="478"/>
          <ac:spMkLst>
            <pc:docMk/>
            <pc:sldMk cId="0" sldId="278"/>
            <ac:spMk id="12" creationId="{00000000-0000-0000-0000-000000000000}"/>
          </ac:spMkLst>
        </pc:spChg>
        <pc:spChg chg="del">
          <ac:chgData name="Praveen Baburaya" userId="5216ca69-f0ef-4ffb-805b-d57fa5302213" providerId="ADAL" clId="{64582870-7085-4C7F-9E2F-A0ACBCD2342D}" dt="2026-07-16T08:15:08.687" v="255" actId="478"/>
          <ac:spMkLst>
            <pc:docMk/>
            <pc:sldMk cId="0" sldId="278"/>
            <ac:spMk id="14" creationId="{00000000-0000-0000-0000-000000000000}"/>
          </ac:spMkLst>
        </pc:spChg>
        <pc:spChg chg="mod">
          <ac:chgData name="Praveen Baburaya" userId="5216ca69-f0ef-4ffb-805b-d57fa5302213" providerId="ADAL" clId="{64582870-7085-4C7F-9E2F-A0ACBCD2342D}" dt="2026-07-16T08:11:00.946" v="53" actId="1036"/>
          <ac:spMkLst>
            <pc:docMk/>
            <pc:sldMk cId="0" sldId="278"/>
            <ac:spMk id="16" creationId="{00000000-0000-0000-0000-000000000000}"/>
          </ac:spMkLst>
        </pc:spChg>
        <pc:spChg chg="mod">
          <ac:chgData name="Praveen Baburaya" userId="5216ca69-f0ef-4ffb-805b-d57fa5302213" providerId="ADAL" clId="{64582870-7085-4C7F-9E2F-A0ACBCD2342D}" dt="2026-07-16T08:11:00.946" v="53" actId="1036"/>
          <ac:spMkLst>
            <pc:docMk/>
            <pc:sldMk cId="0" sldId="278"/>
            <ac:spMk id="17" creationId="{00000000-0000-0000-0000-000000000000}"/>
          </ac:spMkLst>
        </pc:spChg>
        <pc:spChg chg="mod">
          <ac:chgData name="Praveen Baburaya" userId="5216ca69-f0ef-4ffb-805b-d57fa5302213" providerId="ADAL" clId="{64582870-7085-4C7F-9E2F-A0ACBCD2342D}" dt="2026-07-16T08:11:00.946" v="53" actId="1036"/>
          <ac:spMkLst>
            <pc:docMk/>
            <pc:sldMk cId="0" sldId="278"/>
            <ac:spMk id="18" creationId="{00000000-0000-0000-0000-000000000000}"/>
          </ac:spMkLst>
        </pc:spChg>
        <pc:spChg chg="del mod">
          <ac:chgData name="Praveen Baburaya" userId="5216ca69-f0ef-4ffb-805b-d57fa5302213" providerId="ADAL" clId="{64582870-7085-4C7F-9E2F-A0ACBCD2342D}" dt="2026-07-16T08:15:08.687" v="255" actId="478"/>
          <ac:spMkLst>
            <pc:docMk/>
            <pc:sldMk cId="0" sldId="278"/>
            <ac:spMk id="19" creationId="{00000000-0000-0000-0000-000000000000}"/>
          </ac:spMkLst>
        </pc:spChg>
        <pc:spChg chg="del">
          <ac:chgData name="Praveen Baburaya" userId="5216ca69-f0ef-4ffb-805b-d57fa5302213" providerId="ADAL" clId="{64582870-7085-4C7F-9E2F-A0ACBCD2342D}" dt="2026-07-16T08:15:08.687" v="255" actId="478"/>
          <ac:spMkLst>
            <pc:docMk/>
            <pc:sldMk cId="0" sldId="278"/>
            <ac:spMk id="20" creationId="{00000000-0000-0000-0000-000000000000}"/>
          </ac:spMkLst>
        </pc:spChg>
        <pc:spChg chg="mod">
          <ac:chgData name="Praveen Baburaya" userId="5216ca69-f0ef-4ffb-805b-d57fa5302213" providerId="ADAL" clId="{64582870-7085-4C7F-9E2F-A0ACBCD2342D}" dt="2026-07-16T08:11:09.171" v="68" actId="1035"/>
          <ac:spMkLst>
            <pc:docMk/>
            <pc:sldMk cId="0" sldId="278"/>
            <ac:spMk id="21" creationId="{00000000-0000-0000-0000-000000000000}"/>
          </ac:spMkLst>
        </pc:spChg>
        <pc:spChg chg="del mod">
          <ac:chgData name="Praveen Baburaya" userId="5216ca69-f0ef-4ffb-805b-d57fa5302213" providerId="ADAL" clId="{64582870-7085-4C7F-9E2F-A0ACBCD2342D}" dt="2026-07-16T08:15:08.687" v="255" actId="478"/>
          <ac:spMkLst>
            <pc:docMk/>
            <pc:sldMk cId="0" sldId="278"/>
            <ac:spMk id="22" creationId="{00000000-0000-0000-0000-000000000000}"/>
          </ac:spMkLst>
        </pc:spChg>
        <pc:spChg chg="mod">
          <ac:chgData name="Praveen Baburaya" userId="5216ca69-f0ef-4ffb-805b-d57fa5302213" providerId="ADAL" clId="{64582870-7085-4C7F-9E2F-A0ACBCD2342D}" dt="2026-07-16T08:11:09.171" v="68" actId="1035"/>
          <ac:spMkLst>
            <pc:docMk/>
            <pc:sldMk cId="0" sldId="278"/>
            <ac:spMk id="23" creationId="{00000000-0000-0000-0000-000000000000}"/>
          </ac:spMkLst>
        </pc:spChg>
        <pc:spChg chg="mod">
          <ac:chgData name="Praveen Baburaya" userId="5216ca69-f0ef-4ffb-805b-d57fa5302213" providerId="ADAL" clId="{64582870-7085-4C7F-9E2F-A0ACBCD2342D}" dt="2026-07-16T08:11:17.102" v="78" actId="1035"/>
          <ac:spMkLst>
            <pc:docMk/>
            <pc:sldMk cId="0" sldId="278"/>
            <ac:spMk id="24" creationId="{00000000-0000-0000-0000-000000000000}"/>
          </ac:spMkLst>
        </pc:spChg>
        <pc:spChg chg="mod">
          <ac:chgData name="Praveen Baburaya" userId="5216ca69-f0ef-4ffb-805b-d57fa5302213" providerId="ADAL" clId="{64582870-7085-4C7F-9E2F-A0ACBCD2342D}" dt="2026-07-16T08:11:17.102" v="78" actId="1035"/>
          <ac:spMkLst>
            <pc:docMk/>
            <pc:sldMk cId="0" sldId="278"/>
            <ac:spMk id="25" creationId="{00000000-0000-0000-0000-000000000000}"/>
          </ac:spMkLst>
        </pc:spChg>
        <pc:spChg chg="mod">
          <ac:chgData name="Praveen Baburaya" userId="5216ca69-f0ef-4ffb-805b-d57fa5302213" providerId="ADAL" clId="{64582870-7085-4C7F-9E2F-A0ACBCD2342D}" dt="2026-07-16T08:10:52.892" v="36" actId="14100"/>
          <ac:spMkLst>
            <pc:docMk/>
            <pc:sldMk cId="0" sldId="278"/>
            <ac:spMk id="26" creationId="{00000000-0000-0000-0000-000000000000}"/>
          </ac:spMkLst>
        </pc:spChg>
        <pc:spChg chg="mod">
          <ac:chgData name="Praveen Baburaya" userId="5216ca69-f0ef-4ffb-805b-d57fa5302213" providerId="ADAL" clId="{64582870-7085-4C7F-9E2F-A0ACBCD2342D}" dt="2026-07-16T08:10:52.892" v="36" actId="14100"/>
          <ac:spMkLst>
            <pc:docMk/>
            <pc:sldMk cId="0" sldId="278"/>
            <ac:spMk id="27" creationId="{00000000-0000-0000-0000-000000000000}"/>
          </ac:spMkLst>
        </pc:spChg>
        <pc:spChg chg="mod">
          <ac:chgData name="Praveen Baburaya" userId="5216ca69-f0ef-4ffb-805b-d57fa5302213" providerId="ADAL" clId="{64582870-7085-4C7F-9E2F-A0ACBCD2342D}" dt="2026-07-16T08:11:25.316" v="91" actId="1035"/>
          <ac:spMkLst>
            <pc:docMk/>
            <pc:sldMk cId="0" sldId="278"/>
            <ac:spMk id="28" creationId="{00000000-0000-0000-0000-000000000000}"/>
          </ac:spMkLst>
        </pc:spChg>
        <pc:spChg chg="mod">
          <ac:chgData name="Praveen Baburaya" userId="5216ca69-f0ef-4ffb-805b-d57fa5302213" providerId="ADAL" clId="{64582870-7085-4C7F-9E2F-A0ACBCD2342D}" dt="2026-07-16T08:11:25.316" v="91" actId="1035"/>
          <ac:spMkLst>
            <pc:docMk/>
            <pc:sldMk cId="0" sldId="278"/>
            <ac:spMk id="29" creationId="{00000000-0000-0000-0000-000000000000}"/>
          </ac:spMkLst>
        </pc:spChg>
        <pc:spChg chg="mod">
          <ac:chgData name="Praveen Baburaya" userId="5216ca69-f0ef-4ffb-805b-d57fa5302213" providerId="ADAL" clId="{64582870-7085-4C7F-9E2F-A0ACBCD2342D}" dt="2026-07-16T08:11:25.316" v="91" actId="1035"/>
          <ac:spMkLst>
            <pc:docMk/>
            <pc:sldMk cId="0" sldId="278"/>
            <ac:spMk id="30" creationId="{00000000-0000-0000-0000-000000000000}"/>
          </ac:spMkLst>
        </pc:spChg>
        <pc:spChg chg="mod">
          <ac:chgData name="Praveen Baburaya" userId="5216ca69-f0ef-4ffb-805b-d57fa5302213" providerId="ADAL" clId="{64582870-7085-4C7F-9E2F-A0ACBCD2342D}" dt="2026-07-16T08:11:25.316" v="91" actId="1035"/>
          <ac:spMkLst>
            <pc:docMk/>
            <pc:sldMk cId="0" sldId="278"/>
            <ac:spMk id="31" creationId="{00000000-0000-0000-0000-000000000000}"/>
          </ac:spMkLst>
        </pc:spChg>
        <pc:spChg chg="mod">
          <ac:chgData name="Praveen Baburaya" userId="5216ca69-f0ef-4ffb-805b-d57fa5302213" providerId="ADAL" clId="{64582870-7085-4C7F-9E2F-A0ACBCD2342D}" dt="2026-07-16T08:11:32.265" v="104" actId="1035"/>
          <ac:spMkLst>
            <pc:docMk/>
            <pc:sldMk cId="0" sldId="278"/>
            <ac:spMk id="32" creationId="{00000000-0000-0000-0000-000000000000}"/>
          </ac:spMkLst>
        </pc:spChg>
        <pc:spChg chg="mod">
          <ac:chgData name="Praveen Baburaya" userId="5216ca69-f0ef-4ffb-805b-d57fa5302213" providerId="ADAL" clId="{64582870-7085-4C7F-9E2F-A0ACBCD2342D}" dt="2026-07-16T08:11:32.265" v="104" actId="1035"/>
          <ac:spMkLst>
            <pc:docMk/>
            <pc:sldMk cId="0" sldId="278"/>
            <ac:spMk id="33" creationId="{00000000-0000-0000-0000-000000000000}"/>
          </ac:spMkLst>
        </pc:spChg>
        <pc:spChg chg="mod">
          <ac:chgData name="Praveen Baburaya" userId="5216ca69-f0ef-4ffb-805b-d57fa5302213" providerId="ADAL" clId="{64582870-7085-4C7F-9E2F-A0ACBCD2342D}" dt="2026-07-16T08:11:32.265" v="104" actId="1035"/>
          <ac:spMkLst>
            <pc:docMk/>
            <pc:sldMk cId="0" sldId="278"/>
            <ac:spMk id="34" creationId="{00000000-0000-0000-0000-000000000000}"/>
          </ac:spMkLst>
        </pc:spChg>
        <pc:spChg chg="mod">
          <ac:chgData name="Praveen Baburaya" userId="5216ca69-f0ef-4ffb-805b-d57fa5302213" providerId="ADAL" clId="{64582870-7085-4C7F-9E2F-A0ACBCD2342D}" dt="2026-07-16T08:11:32.265" v="104" actId="1035"/>
          <ac:spMkLst>
            <pc:docMk/>
            <pc:sldMk cId="0" sldId="278"/>
            <ac:spMk id="35" creationId="{00000000-0000-0000-0000-000000000000}"/>
          </ac:spMkLst>
        </pc:spChg>
        <pc:spChg chg="del mod">
          <ac:chgData name="Praveen Baburaya" userId="5216ca69-f0ef-4ffb-805b-d57fa5302213" providerId="ADAL" clId="{64582870-7085-4C7F-9E2F-A0ACBCD2342D}" dt="2026-07-16T08:15:08.687" v="255" actId="478"/>
          <ac:spMkLst>
            <pc:docMk/>
            <pc:sldMk cId="0" sldId="278"/>
            <ac:spMk id="36" creationId="{00000000-0000-0000-0000-000000000000}"/>
          </ac:spMkLst>
        </pc:spChg>
        <pc:spChg chg="del mod">
          <ac:chgData name="Praveen Baburaya" userId="5216ca69-f0ef-4ffb-805b-d57fa5302213" providerId="ADAL" clId="{64582870-7085-4C7F-9E2F-A0ACBCD2342D}" dt="2026-07-16T08:15:08.687" v="255" actId="478"/>
          <ac:spMkLst>
            <pc:docMk/>
            <pc:sldMk cId="0" sldId="278"/>
            <ac:spMk id="37" creationId="{00000000-0000-0000-0000-000000000000}"/>
          </ac:spMkLst>
        </pc:spChg>
        <pc:spChg chg="mod">
          <ac:chgData name="Praveen Baburaya" userId="5216ca69-f0ef-4ffb-805b-d57fa5302213" providerId="ADAL" clId="{64582870-7085-4C7F-9E2F-A0ACBCD2342D}" dt="2026-07-16T08:12:40.834" v="171" actId="1037"/>
          <ac:spMkLst>
            <pc:docMk/>
            <pc:sldMk cId="0" sldId="278"/>
            <ac:spMk id="38" creationId="{00000000-0000-0000-0000-000000000000}"/>
          </ac:spMkLst>
        </pc:spChg>
        <pc:spChg chg="mod">
          <ac:chgData name="Praveen Baburaya" userId="5216ca69-f0ef-4ffb-805b-d57fa5302213" providerId="ADAL" clId="{64582870-7085-4C7F-9E2F-A0ACBCD2342D}" dt="2026-07-16T08:12:40.834" v="171" actId="1037"/>
          <ac:spMkLst>
            <pc:docMk/>
            <pc:sldMk cId="0" sldId="278"/>
            <ac:spMk id="39" creationId="{00000000-0000-0000-0000-000000000000}"/>
          </ac:spMkLst>
        </pc:spChg>
        <pc:spChg chg="mod">
          <ac:chgData name="Praveen Baburaya" userId="5216ca69-f0ef-4ffb-805b-d57fa5302213" providerId="ADAL" clId="{64582870-7085-4C7F-9E2F-A0ACBCD2342D}" dt="2026-07-16T08:12:11.302" v="143" actId="1035"/>
          <ac:spMkLst>
            <pc:docMk/>
            <pc:sldMk cId="0" sldId="278"/>
            <ac:spMk id="40" creationId="{00000000-0000-0000-0000-000000000000}"/>
          </ac:spMkLst>
        </pc:spChg>
        <pc:spChg chg="add del mod">
          <ac:chgData name="Praveen Baburaya" userId="5216ca69-f0ef-4ffb-805b-d57fa5302213" providerId="ADAL" clId="{64582870-7085-4C7F-9E2F-A0ACBCD2342D}" dt="2026-07-16T08:15:08.687" v="255" actId="478"/>
          <ac:spMkLst>
            <pc:docMk/>
            <pc:sldMk cId="0" sldId="278"/>
            <ac:spMk id="42" creationId="{06FD3653-9669-F9BE-0458-0E33A19FA519}"/>
          </ac:spMkLst>
        </pc:spChg>
        <pc:spChg chg="mod">
          <ac:chgData name="Praveen Baburaya" userId="5216ca69-f0ef-4ffb-805b-d57fa5302213" providerId="ADAL" clId="{64582870-7085-4C7F-9E2F-A0ACBCD2342D}" dt="2026-07-16T10:16:02.834" v="279" actId="20577"/>
          <ac:spMkLst>
            <pc:docMk/>
            <pc:sldMk cId="0" sldId="278"/>
            <ac:spMk id="58" creationId="{1E62100C-9BEA-15A3-F8DF-F57D86158E45}"/>
          </ac:spMkLst>
        </pc:spChg>
        <pc:spChg chg="mod">
          <ac:chgData name="Praveen Baburaya" userId="5216ca69-f0ef-4ffb-805b-d57fa5302213" providerId="ADAL" clId="{64582870-7085-4C7F-9E2F-A0ACBCD2342D}" dt="2026-07-16T10:16:20.350" v="292" actId="20577"/>
          <ac:spMkLst>
            <pc:docMk/>
            <pc:sldMk cId="0" sldId="278"/>
            <ac:spMk id="66" creationId="{F0A0682F-8655-BF0A-41F6-E351B3F69E9D}"/>
          </ac:spMkLst>
        </pc:spChg>
        <pc:spChg chg="mod">
          <ac:chgData name="Praveen Baburaya" userId="5216ca69-f0ef-4ffb-805b-d57fa5302213" providerId="ADAL" clId="{64582870-7085-4C7F-9E2F-A0ACBCD2342D}" dt="2026-07-16T10:16:29.396" v="304" actId="20577"/>
          <ac:spMkLst>
            <pc:docMk/>
            <pc:sldMk cId="0" sldId="278"/>
            <ac:spMk id="74" creationId="{820AB25D-910D-2E44-4D3C-034F9F06B605}"/>
          </ac:spMkLst>
        </pc:spChg>
        <pc:spChg chg="mod">
          <ac:chgData name="Praveen Baburaya" userId="5216ca69-f0ef-4ffb-805b-d57fa5302213" providerId="ADAL" clId="{64582870-7085-4C7F-9E2F-A0ACBCD2342D}" dt="2026-07-16T10:16:10.008" v="280"/>
          <ac:spMkLst>
            <pc:docMk/>
            <pc:sldMk cId="0" sldId="278"/>
            <ac:spMk id="82" creationId="{E9FF169F-4CFD-EB78-56A1-F5851DFE3C8B}"/>
          </ac:spMkLst>
        </pc:spChg>
        <pc:spChg chg="mod">
          <ac:chgData name="Praveen Baburaya" userId="5216ca69-f0ef-4ffb-805b-d57fa5302213" providerId="ADAL" clId="{64582870-7085-4C7F-9E2F-A0ACBCD2342D}" dt="2026-07-16T10:17:26.785" v="311" actId="20577"/>
          <ac:spMkLst>
            <pc:docMk/>
            <pc:sldMk cId="0" sldId="278"/>
            <ac:spMk id="90" creationId="{DCA42499-6957-2169-C78D-9A170F524044}"/>
          </ac:spMkLst>
        </pc:spChg>
      </pc:sldChg>
      <pc:sldChg chg="delSp modSp add del mod">
        <pc:chgData name="Praveen Baburaya" userId="5216ca69-f0ef-4ffb-805b-d57fa5302213" providerId="ADAL" clId="{64582870-7085-4C7F-9E2F-A0ACBCD2342D}" dt="2026-07-16T10:19:52.148" v="317" actId="47"/>
        <pc:sldMkLst>
          <pc:docMk/>
          <pc:sldMk cId="0" sldId="2147483150"/>
        </pc:sldMkLst>
        <pc:spChg chg="mod">
          <ac:chgData name="Praveen Baburaya" userId="5216ca69-f0ef-4ffb-805b-d57fa5302213" providerId="ADAL" clId="{64582870-7085-4C7F-9E2F-A0ACBCD2342D}" dt="2026-07-16T10:01:11.701" v="264" actId="14100"/>
          <ac:spMkLst>
            <pc:docMk/>
            <pc:sldMk cId="0" sldId="2147483150"/>
            <ac:spMk id="62" creationId="{00000000-0000-0000-0000-000000000000}"/>
          </ac:spMkLst>
        </pc:spChg>
        <pc:spChg chg="mod">
          <ac:chgData name="Praveen Baburaya" userId="5216ca69-f0ef-4ffb-805b-d57fa5302213" providerId="ADAL" clId="{64582870-7085-4C7F-9E2F-A0ACBCD2342D}" dt="2026-07-16T10:01:02.831" v="263" actId="14100"/>
          <ac:spMkLst>
            <pc:docMk/>
            <pc:sldMk cId="0" sldId="2147483150"/>
            <ac:spMk id="63" creationId="{00000000-0000-0000-0000-000000000000}"/>
          </ac:spMkLst>
        </pc:spChg>
        <pc:spChg chg="del">
          <ac:chgData name="Praveen Baburaya" userId="5216ca69-f0ef-4ffb-805b-d57fa5302213" providerId="ADAL" clId="{64582870-7085-4C7F-9E2F-A0ACBCD2342D}" dt="2026-07-16T10:01:35.743" v="265" actId="478"/>
          <ac:spMkLst>
            <pc:docMk/>
            <pc:sldMk cId="0" sldId="2147483150"/>
            <ac:spMk id="65" creationId="{00000000-0000-0000-0000-000000000000}"/>
          </ac:spMkLst>
        </pc:spChg>
        <pc:spChg chg="del">
          <ac:chgData name="Praveen Baburaya" userId="5216ca69-f0ef-4ffb-805b-d57fa5302213" providerId="ADAL" clId="{64582870-7085-4C7F-9E2F-A0ACBCD2342D}" dt="2026-07-16T10:10:09.932" v="269" actId="478"/>
          <ac:spMkLst>
            <pc:docMk/>
            <pc:sldMk cId="0" sldId="2147483150"/>
            <ac:spMk id="66" creationId="{00000000-0000-0000-0000-000000000000}"/>
          </ac:spMkLst>
        </pc:spChg>
        <pc:spChg chg="del mod">
          <ac:chgData name="Praveen Baburaya" userId="5216ca69-f0ef-4ffb-805b-d57fa5302213" providerId="ADAL" clId="{64582870-7085-4C7F-9E2F-A0ACBCD2342D}" dt="2026-07-16T10:10:00.653" v="268" actId="478"/>
          <ac:spMkLst>
            <pc:docMk/>
            <pc:sldMk cId="0" sldId="2147483150"/>
            <ac:spMk id="67" creationId="{00000000-0000-0000-0000-000000000000}"/>
          </ac:spMkLst>
        </pc:spChg>
      </pc:sldChg>
      <pc:sldChg chg="add ord">
        <pc:chgData name="Praveen Baburaya" userId="5216ca69-f0ef-4ffb-805b-d57fa5302213" providerId="ADAL" clId="{64582870-7085-4C7F-9E2F-A0ACBCD2342D}" dt="2026-07-16T08:15:13.519" v="257"/>
        <pc:sldMkLst>
          <pc:docMk/>
          <pc:sldMk cId="1343308611" sldId="2147483159"/>
        </pc:sldMkLst>
      </pc:sldChg>
      <pc:sldChg chg="modSp add del mod">
        <pc:chgData name="Praveen Baburaya" userId="5216ca69-f0ef-4ffb-805b-d57fa5302213" providerId="ADAL" clId="{64582870-7085-4C7F-9E2F-A0ACBCD2342D}" dt="2026-07-16T10:24:36.282" v="363" actId="14100"/>
        <pc:sldMkLst>
          <pc:docMk/>
          <pc:sldMk cId="0" sldId="2147483162"/>
        </pc:sldMkLst>
        <pc:spChg chg="mod">
          <ac:chgData name="Praveen Baburaya" userId="5216ca69-f0ef-4ffb-805b-d57fa5302213" providerId="ADAL" clId="{64582870-7085-4C7F-9E2F-A0ACBCD2342D}" dt="2026-07-16T10:21:22.804" v="318" actId="14100"/>
          <ac:spMkLst>
            <pc:docMk/>
            <pc:sldMk cId="0" sldId="2147483162"/>
            <ac:spMk id="9" creationId="{00000000-0000-0000-0000-000000000000}"/>
          </ac:spMkLst>
        </pc:spChg>
        <pc:spChg chg="mod">
          <ac:chgData name="Praveen Baburaya" userId="5216ca69-f0ef-4ffb-805b-d57fa5302213" providerId="ADAL" clId="{64582870-7085-4C7F-9E2F-A0ACBCD2342D}" dt="2026-07-16T10:21:43.572" v="319" actId="14100"/>
          <ac:spMkLst>
            <pc:docMk/>
            <pc:sldMk cId="0" sldId="2147483162"/>
            <ac:spMk id="62" creationId="{00000000-0000-0000-0000-000000000000}"/>
          </ac:spMkLst>
        </pc:spChg>
        <pc:spChg chg="mod">
          <ac:chgData name="Praveen Baburaya" userId="5216ca69-f0ef-4ffb-805b-d57fa5302213" providerId="ADAL" clId="{64582870-7085-4C7F-9E2F-A0ACBCD2342D}" dt="2026-07-16T10:21:59.254" v="321" actId="14100"/>
          <ac:spMkLst>
            <pc:docMk/>
            <pc:sldMk cId="0" sldId="2147483162"/>
            <ac:spMk id="63" creationId="{00000000-0000-0000-0000-000000000000}"/>
          </ac:spMkLst>
        </pc:spChg>
        <pc:spChg chg="mod">
          <ac:chgData name="Praveen Baburaya" userId="5216ca69-f0ef-4ffb-805b-d57fa5302213" providerId="ADAL" clId="{64582870-7085-4C7F-9E2F-A0ACBCD2342D}" dt="2026-07-16T10:24:00.882" v="361" actId="1038"/>
          <ac:spMkLst>
            <pc:docMk/>
            <pc:sldMk cId="0" sldId="2147483162"/>
            <ac:spMk id="64" creationId="{00000000-0000-0000-0000-000000000000}"/>
          </ac:spMkLst>
        </pc:spChg>
        <pc:spChg chg="mod">
          <ac:chgData name="Praveen Baburaya" userId="5216ca69-f0ef-4ffb-805b-d57fa5302213" providerId="ADAL" clId="{64582870-7085-4C7F-9E2F-A0ACBCD2342D}" dt="2026-07-16T10:24:00.882" v="361" actId="1038"/>
          <ac:spMkLst>
            <pc:docMk/>
            <pc:sldMk cId="0" sldId="2147483162"/>
            <ac:spMk id="65" creationId="{00000000-0000-0000-0000-000000000000}"/>
          </ac:spMkLst>
        </pc:spChg>
        <pc:spChg chg="mod">
          <ac:chgData name="Praveen Baburaya" userId="5216ca69-f0ef-4ffb-805b-d57fa5302213" providerId="ADAL" clId="{64582870-7085-4C7F-9E2F-A0ACBCD2342D}" dt="2026-07-16T10:23:09.379" v="322" actId="14100"/>
          <ac:spMkLst>
            <pc:docMk/>
            <pc:sldMk cId="0" sldId="2147483162"/>
            <ac:spMk id="66" creationId="{00000000-0000-0000-0000-000000000000}"/>
          </ac:spMkLst>
        </pc:spChg>
        <pc:spChg chg="mod">
          <ac:chgData name="Praveen Baburaya" userId="5216ca69-f0ef-4ffb-805b-d57fa5302213" providerId="ADAL" clId="{64582870-7085-4C7F-9E2F-A0ACBCD2342D}" dt="2026-07-16T10:21:43.572" v="319" actId="14100"/>
          <ac:spMkLst>
            <pc:docMk/>
            <pc:sldMk cId="0" sldId="2147483162"/>
            <ac:spMk id="67" creationId="{00000000-0000-0000-0000-000000000000}"/>
          </ac:spMkLst>
        </pc:spChg>
        <pc:spChg chg="mod">
          <ac:chgData name="Praveen Baburaya" userId="5216ca69-f0ef-4ffb-805b-d57fa5302213" providerId="ADAL" clId="{64582870-7085-4C7F-9E2F-A0ACBCD2342D}" dt="2026-07-16T10:24:14.214" v="362" actId="14100"/>
          <ac:spMkLst>
            <pc:docMk/>
            <pc:sldMk cId="0" sldId="2147483162"/>
            <ac:spMk id="70" creationId="{00000000-0000-0000-0000-000000000000}"/>
          </ac:spMkLst>
        </pc:spChg>
        <pc:spChg chg="mod">
          <ac:chgData name="Praveen Baburaya" userId="5216ca69-f0ef-4ffb-805b-d57fa5302213" providerId="ADAL" clId="{64582870-7085-4C7F-9E2F-A0ACBCD2342D}" dt="2026-07-16T10:23:31.532" v="323" actId="14100"/>
          <ac:spMkLst>
            <pc:docMk/>
            <pc:sldMk cId="0" sldId="2147483162"/>
            <ac:spMk id="82" creationId="{00000000-0000-0000-0000-000000000000}"/>
          </ac:spMkLst>
        </pc:spChg>
        <pc:spChg chg="mod">
          <ac:chgData name="Praveen Baburaya" userId="5216ca69-f0ef-4ffb-805b-d57fa5302213" providerId="ADAL" clId="{64582870-7085-4C7F-9E2F-A0ACBCD2342D}" dt="2026-07-16T10:24:36.282" v="363" actId="14100"/>
          <ac:spMkLst>
            <pc:docMk/>
            <pc:sldMk cId="0" sldId="2147483162"/>
            <ac:spMk id="100" creationId="{00000000-0000-0000-0000-000000000000}"/>
          </ac:spMkLst>
        </pc:spChg>
        <pc:spChg chg="mod">
          <ac:chgData name="Praveen Baburaya" userId="5216ca69-f0ef-4ffb-805b-d57fa5302213" providerId="ADAL" clId="{64582870-7085-4C7F-9E2F-A0ACBCD2342D}" dt="2026-07-16T10:24:36.282" v="363" actId="14100"/>
          <ac:spMkLst>
            <pc:docMk/>
            <pc:sldMk cId="0" sldId="2147483162"/>
            <ac:spMk id="101" creationId="{00000000-0000-0000-0000-000000000000}"/>
          </ac:spMkLst>
        </pc:spChg>
        <pc:spChg chg="mod">
          <ac:chgData name="Praveen Baburaya" userId="5216ca69-f0ef-4ffb-805b-d57fa5302213" providerId="ADAL" clId="{64582870-7085-4C7F-9E2F-A0ACBCD2342D}" dt="2026-07-16T10:23:31.532" v="323" actId="14100"/>
          <ac:spMkLst>
            <pc:docMk/>
            <pc:sldMk cId="0" sldId="2147483162"/>
            <ac:spMk id="104" creationId="{00000000-0000-0000-0000-000000000000}"/>
          </ac:spMkLst>
        </pc:spChg>
        <pc:spChg chg="mod">
          <ac:chgData name="Praveen Baburaya" userId="5216ca69-f0ef-4ffb-805b-d57fa5302213" providerId="ADAL" clId="{64582870-7085-4C7F-9E2F-A0ACBCD2342D}" dt="2026-07-16T10:23:31.532" v="323" actId="14100"/>
          <ac:spMkLst>
            <pc:docMk/>
            <pc:sldMk cId="0" sldId="2147483162"/>
            <ac:spMk id="110" creationId="{00000000-0000-0000-0000-000000000000}"/>
          </ac:spMkLst>
        </pc:spChg>
      </pc:sldChg>
    </pc:docChg>
  </pc:docChgLst>
  <pc:docChgLst>
    <pc:chgData name="Bobby Bakshi" userId="f7511f42-7372-4b2e-9c1a-2fd31f00f0f1" providerId="ADAL" clId="{5E97BC1D-9651-4DD2-9403-CE475E36CD3D}"/>
    <pc:docChg chg="undo custSel addSld delSld addMainMaster delMainMaster">
      <pc:chgData name="Bobby Bakshi" userId="f7511f42-7372-4b2e-9c1a-2fd31f00f0f1" providerId="ADAL" clId="{5E97BC1D-9651-4DD2-9403-CE475E36CD3D}" dt="2026-07-16T01:58:09.464" v="1" actId="47"/>
      <pc:docMkLst>
        <pc:docMk/>
      </pc:docMkLst>
      <pc:sldChg chg="add del">
        <pc:chgData name="Bobby Bakshi" userId="f7511f42-7372-4b2e-9c1a-2fd31f00f0f1" providerId="ADAL" clId="{5E97BC1D-9651-4DD2-9403-CE475E36CD3D}" dt="2026-07-16T01:58:09.464" v="1" actId="47"/>
        <pc:sldMkLst>
          <pc:docMk/>
          <pc:sldMk cId="1867265941" sldId="257"/>
        </pc:sldMkLst>
      </pc:sldChg>
      <pc:sldChg chg="add del">
        <pc:chgData name="Bobby Bakshi" userId="f7511f42-7372-4b2e-9c1a-2fd31f00f0f1" providerId="ADAL" clId="{5E97BC1D-9651-4DD2-9403-CE475E36CD3D}" dt="2026-07-16T01:58:09.464" v="1" actId="47"/>
        <pc:sldMkLst>
          <pc:docMk/>
          <pc:sldMk cId="2398284401" sldId="259"/>
        </pc:sldMkLst>
      </pc:sldChg>
      <pc:sldChg chg="add del">
        <pc:chgData name="Bobby Bakshi" userId="f7511f42-7372-4b2e-9c1a-2fd31f00f0f1" providerId="ADAL" clId="{5E97BC1D-9651-4DD2-9403-CE475E36CD3D}" dt="2026-07-16T01:58:09.464" v="1" actId="47"/>
        <pc:sldMkLst>
          <pc:docMk/>
          <pc:sldMk cId="1810843093" sldId="260"/>
        </pc:sldMkLst>
      </pc:sldChg>
      <pc:sldChg chg="add del">
        <pc:chgData name="Bobby Bakshi" userId="f7511f42-7372-4b2e-9c1a-2fd31f00f0f1" providerId="ADAL" clId="{5E97BC1D-9651-4DD2-9403-CE475E36CD3D}" dt="2026-07-16T01:58:09.464" v="1" actId="47"/>
        <pc:sldMkLst>
          <pc:docMk/>
          <pc:sldMk cId="640490076" sldId="262"/>
        </pc:sldMkLst>
      </pc:sldChg>
      <pc:sldChg chg="add del">
        <pc:chgData name="Bobby Bakshi" userId="f7511f42-7372-4b2e-9c1a-2fd31f00f0f1" providerId="ADAL" clId="{5E97BC1D-9651-4DD2-9403-CE475E36CD3D}" dt="2026-07-16T01:58:09.464" v="1" actId="47"/>
        <pc:sldMkLst>
          <pc:docMk/>
          <pc:sldMk cId="1097904667" sldId="263"/>
        </pc:sldMkLst>
      </pc:sldChg>
      <pc:sldChg chg="add del">
        <pc:chgData name="Bobby Bakshi" userId="f7511f42-7372-4b2e-9c1a-2fd31f00f0f1" providerId="ADAL" clId="{5E97BC1D-9651-4DD2-9403-CE475E36CD3D}" dt="2026-07-16T01:58:09.464" v="1" actId="47"/>
        <pc:sldMkLst>
          <pc:docMk/>
          <pc:sldMk cId="2024842293" sldId="264"/>
        </pc:sldMkLst>
      </pc:sldChg>
      <pc:sldChg chg="add del">
        <pc:chgData name="Bobby Bakshi" userId="f7511f42-7372-4b2e-9c1a-2fd31f00f0f1" providerId="ADAL" clId="{5E97BC1D-9651-4DD2-9403-CE475E36CD3D}" dt="2026-07-16T01:58:09.464" v="1" actId="47"/>
        <pc:sldMkLst>
          <pc:docMk/>
          <pc:sldMk cId="2552800035" sldId="266"/>
        </pc:sldMkLst>
      </pc:sldChg>
      <pc:sldChg chg="add del">
        <pc:chgData name="Bobby Bakshi" userId="f7511f42-7372-4b2e-9c1a-2fd31f00f0f1" providerId="ADAL" clId="{5E97BC1D-9651-4DD2-9403-CE475E36CD3D}" dt="2026-07-16T01:58:09.464" v="1" actId="47"/>
        <pc:sldMkLst>
          <pc:docMk/>
          <pc:sldMk cId="3508507256" sldId="267"/>
        </pc:sldMkLst>
      </pc:sldChg>
      <pc:sldChg chg="add del">
        <pc:chgData name="Bobby Bakshi" userId="f7511f42-7372-4b2e-9c1a-2fd31f00f0f1" providerId="ADAL" clId="{5E97BC1D-9651-4DD2-9403-CE475E36CD3D}" dt="2026-07-16T01:58:09.464" v="1" actId="47"/>
        <pc:sldMkLst>
          <pc:docMk/>
          <pc:sldMk cId="2359472717" sldId="269"/>
        </pc:sldMkLst>
      </pc:sldChg>
      <pc:sldChg chg="add del">
        <pc:chgData name="Bobby Bakshi" userId="f7511f42-7372-4b2e-9c1a-2fd31f00f0f1" providerId="ADAL" clId="{5E97BC1D-9651-4DD2-9403-CE475E36CD3D}" dt="2026-07-16T01:58:09.464" v="1" actId="47"/>
        <pc:sldMkLst>
          <pc:docMk/>
          <pc:sldMk cId="511031761" sldId="270"/>
        </pc:sldMkLst>
      </pc:sldChg>
      <pc:sldChg chg="add del">
        <pc:chgData name="Bobby Bakshi" userId="f7511f42-7372-4b2e-9c1a-2fd31f00f0f1" providerId="ADAL" clId="{5E97BC1D-9651-4DD2-9403-CE475E36CD3D}" dt="2026-07-16T01:58:09.464" v="1" actId="47"/>
        <pc:sldMkLst>
          <pc:docMk/>
          <pc:sldMk cId="0" sldId="287"/>
        </pc:sldMkLst>
      </pc:sldChg>
      <pc:sldChg chg="add del">
        <pc:chgData name="Bobby Bakshi" userId="f7511f42-7372-4b2e-9c1a-2fd31f00f0f1" providerId="ADAL" clId="{5E97BC1D-9651-4DD2-9403-CE475E36CD3D}" dt="2026-07-16T01:58:09.464" v="1" actId="47"/>
        <pc:sldMkLst>
          <pc:docMk/>
          <pc:sldMk cId="0" sldId="288"/>
        </pc:sldMkLst>
      </pc:sldChg>
      <pc:sldChg chg="add del">
        <pc:chgData name="Bobby Bakshi" userId="f7511f42-7372-4b2e-9c1a-2fd31f00f0f1" providerId="ADAL" clId="{5E97BC1D-9651-4DD2-9403-CE475E36CD3D}" dt="2026-07-16T01:58:09.464" v="1" actId="47"/>
        <pc:sldMkLst>
          <pc:docMk/>
          <pc:sldMk cId="3163356626" sldId="2147483136"/>
        </pc:sldMkLst>
      </pc:sldChg>
      <pc:sldChg chg="add del">
        <pc:chgData name="Bobby Bakshi" userId="f7511f42-7372-4b2e-9c1a-2fd31f00f0f1" providerId="ADAL" clId="{5E97BC1D-9651-4DD2-9403-CE475E36CD3D}" dt="2026-07-16T01:58:09.464" v="1" actId="47"/>
        <pc:sldMkLst>
          <pc:docMk/>
          <pc:sldMk cId="737272833" sldId="2147483137"/>
        </pc:sldMkLst>
      </pc:sldChg>
      <pc:sldMasterChg chg="add del addSldLayout delSldLayout">
        <pc:chgData name="Bobby Bakshi" userId="f7511f42-7372-4b2e-9c1a-2fd31f00f0f1" providerId="ADAL" clId="{5E97BC1D-9651-4DD2-9403-CE475E36CD3D}" dt="2026-07-16T01:58:09.464" v="1" actId="47"/>
        <pc:sldMasterMkLst>
          <pc:docMk/>
          <pc:sldMasterMk cId="4075527314" sldId="2147483664"/>
        </pc:sldMasterMkLst>
        <pc:sldLayoutChg chg="add del">
          <pc:chgData name="Bobby Bakshi" userId="f7511f42-7372-4b2e-9c1a-2fd31f00f0f1" providerId="ADAL" clId="{5E97BC1D-9651-4DD2-9403-CE475E36CD3D}" dt="2026-07-16T01:58:09.464" v="1" actId="47"/>
          <pc:sldLayoutMkLst>
            <pc:docMk/>
            <pc:sldMasterMk cId="4075527314" sldId="2147483664"/>
            <pc:sldLayoutMk cId="1059434767" sldId="2147483665"/>
          </pc:sldLayoutMkLst>
        </pc:sldLayoutChg>
        <pc:sldLayoutChg chg="add del">
          <pc:chgData name="Bobby Bakshi" userId="f7511f42-7372-4b2e-9c1a-2fd31f00f0f1" providerId="ADAL" clId="{5E97BC1D-9651-4DD2-9403-CE475E36CD3D}" dt="2026-07-16T01:58:09.464" v="1" actId="47"/>
          <pc:sldLayoutMkLst>
            <pc:docMk/>
            <pc:sldMasterMk cId="4075527314" sldId="2147483664"/>
            <pc:sldLayoutMk cId="103082381" sldId="2147483666"/>
          </pc:sldLayoutMkLst>
        </pc:sldLayoutChg>
        <pc:sldLayoutChg chg="add del">
          <pc:chgData name="Bobby Bakshi" userId="f7511f42-7372-4b2e-9c1a-2fd31f00f0f1" providerId="ADAL" clId="{5E97BC1D-9651-4DD2-9403-CE475E36CD3D}" dt="2026-07-16T01:58:09.464" v="1" actId="47"/>
          <pc:sldLayoutMkLst>
            <pc:docMk/>
            <pc:sldMasterMk cId="4075527314" sldId="2147483664"/>
            <pc:sldLayoutMk cId="1576030552" sldId="2147483667"/>
          </pc:sldLayoutMkLst>
        </pc:sldLayoutChg>
        <pc:sldLayoutChg chg="add del">
          <pc:chgData name="Bobby Bakshi" userId="f7511f42-7372-4b2e-9c1a-2fd31f00f0f1" providerId="ADAL" clId="{5E97BC1D-9651-4DD2-9403-CE475E36CD3D}" dt="2026-07-16T01:58:09.464" v="1" actId="47"/>
          <pc:sldLayoutMkLst>
            <pc:docMk/>
            <pc:sldMasterMk cId="4075527314" sldId="2147483664"/>
            <pc:sldLayoutMk cId="3266935911" sldId="2147483668"/>
          </pc:sldLayoutMkLst>
        </pc:sldLayoutChg>
        <pc:sldLayoutChg chg="add del">
          <pc:chgData name="Bobby Bakshi" userId="f7511f42-7372-4b2e-9c1a-2fd31f00f0f1" providerId="ADAL" clId="{5E97BC1D-9651-4DD2-9403-CE475E36CD3D}" dt="2026-07-16T01:58:09.464" v="1" actId="47"/>
          <pc:sldLayoutMkLst>
            <pc:docMk/>
            <pc:sldMasterMk cId="4075527314" sldId="2147483664"/>
            <pc:sldLayoutMk cId="3048977574" sldId="2147483669"/>
          </pc:sldLayoutMkLst>
        </pc:sldLayoutChg>
        <pc:sldLayoutChg chg="add del">
          <pc:chgData name="Bobby Bakshi" userId="f7511f42-7372-4b2e-9c1a-2fd31f00f0f1" providerId="ADAL" clId="{5E97BC1D-9651-4DD2-9403-CE475E36CD3D}" dt="2026-07-16T01:58:09.464" v="1" actId="47"/>
          <pc:sldLayoutMkLst>
            <pc:docMk/>
            <pc:sldMasterMk cId="4075527314" sldId="2147483664"/>
            <pc:sldLayoutMk cId="2907096917" sldId="2147483670"/>
          </pc:sldLayoutMkLst>
        </pc:sldLayoutChg>
        <pc:sldLayoutChg chg="add del">
          <pc:chgData name="Bobby Bakshi" userId="f7511f42-7372-4b2e-9c1a-2fd31f00f0f1" providerId="ADAL" clId="{5E97BC1D-9651-4DD2-9403-CE475E36CD3D}" dt="2026-07-16T01:58:09.464" v="1" actId="47"/>
          <pc:sldLayoutMkLst>
            <pc:docMk/>
            <pc:sldMasterMk cId="4075527314" sldId="2147483664"/>
            <pc:sldLayoutMk cId="4216510178" sldId="2147483671"/>
          </pc:sldLayoutMkLst>
        </pc:sldLayoutChg>
        <pc:sldLayoutChg chg="add del">
          <pc:chgData name="Bobby Bakshi" userId="f7511f42-7372-4b2e-9c1a-2fd31f00f0f1" providerId="ADAL" clId="{5E97BC1D-9651-4DD2-9403-CE475E36CD3D}" dt="2026-07-16T01:58:09.464" v="1" actId="47"/>
          <pc:sldLayoutMkLst>
            <pc:docMk/>
            <pc:sldMasterMk cId="4075527314" sldId="2147483664"/>
            <pc:sldLayoutMk cId="950341254" sldId="2147483672"/>
          </pc:sldLayoutMkLst>
        </pc:sldLayoutChg>
        <pc:sldLayoutChg chg="add del">
          <pc:chgData name="Bobby Bakshi" userId="f7511f42-7372-4b2e-9c1a-2fd31f00f0f1" providerId="ADAL" clId="{5E97BC1D-9651-4DD2-9403-CE475E36CD3D}" dt="2026-07-16T01:58:09.464" v="1" actId="47"/>
          <pc:sldLayoutMkLst>
            <pc:docMk/>
            <pc:sldMasterMk cId="4075527314" sldId="2147483664"/>
            <pc:sldLayoutMk cId="213891331" sldId="2147483673"/>
          </pc:sldLayoutMkLst>
        </pc:sldLayoutChg>
        <pc:sldLayoutChg chg="add del">
          <pc:chgData name="Bobby Bakshi" userId="f7511f42-7372-4b2e-9c1a-2fd31f00f0f1" providerId="ADAL" clId="{5E97BC1D-9651-4DD2-9403-CE475E36CD3D}" dt="2026-07-16T01:58:09.464" v="1" actId="47"/>
          <pc:sldLayoutMkLst>
            <pc:docMk/>
            <pc:sldMasterMk cId="4075527314" sldId="2147483664"/>
            <pc:sldLayoutMk cId="2220995027" sldId="2147483674"/>
          </pc:sldLayoutMkLst>
        </pc:sldLayoutChg>
        <pc:sldLayoutChg chg="add del">
          <pc:chgData name="Bobby Bakshi" userId="f7511f42-7372-4b2e-9c1a-2fd31f00f0f1" providerId="ADAL" clId="{5E97BC1D-9651-4DD2-9403-CE475E36CD3D}" dt="2026-07-16T01:58:09.464" v="1" actId="47"/>
          <pc:sldLayoutMkLst>
            <pc:docMk/>
            <pc:sldMasterMk cId="4075527314" sldId="2147483664"/>
            <pc:sldLayoutMk cId="3351630993" sldId="2147483675"/>
          </pc:sldLayoutMkLst>
        </pc:sldLayoutChg>
        <pc:sldLayoutChg chg="add del">
          <pc:chgData name="Bobby Bakshi" userId="f7511f42-7372-4b2e-9c1a-2fd31f00f0f1" providerId="ADAL" clId="{5E97BC1D-9651-4DD2-9403-CE475E36CD3D}" dt="2026-07-16T01:58:09.464" v="1" actId="47"/>
          <pc:sldLayoutMkLst>
            <pc:docMk/>
            <pc:sldMasterMk cId="4075527314" sldId="2147483664"/>
            <pc:sldLayoutMk cId="1431661549" sldId="2147483676"/>
          </pc:sldLayoutMkLst>
        </pc:sldLayoutChg>
        <pc:sldLayoutChg chg="add del">
          <pc:chgData name="Bobby Bakshi" userId="f7511f42-7372-4b2e-9c1a-2fd31f00f0f1" providerId="ADAL" clId="{5E97BC1D-9651-4DD2-9403-CE475E36CD3D}" dt="2026-07-16T01:58:09.464" v="1" actId="47"/>
          <pc:sldLayoutMkLst>
            <pc:docMk/>
            <pc:sldMasterMk cId="4075527314" sldId="2147483664"/>
            <pc:sldLayoutMk cId="282690294" sldId="2147483677"/>
          </pc:sldLayoutMkLst>
        </pc:sldLayoutChg>
      </pc:sldMasterChg>
    </pc:docChg>
  </pc:docChgLst>
  <pc:docChgLst>
    <pc:chgData name="Swarup Dutta" userId="eba1f449-e12c-4305-8cd5-74e7d55e24cc" providerId="ADAL" clId="{E6C33AE7-C035-4A3A-96C2-CAFCA5F8A21E}"/>
    <pc:docChg chg="custSel addSld delSld modSld sldOrd">
      <pc:chgData name="Swarup Dutta" userId="eba1f449-e12c-4305-8cd5-74e7d55e24cc" providerId="ADAL" clId="{E6C33AE7-C035-4A3A-96C2-CAFCA5F8A21E}" dt="2026-07-16T06:54:30.677" v="90" actId="6549"/>
      <pc:docMkLst>
        <pc:docMk/>
      </pc:docMkLst>
      <pc:sldChg chg="del">
        <pc:chgData name="Swarup Dutta" userId="eba1f449-e12c-4305-8cd5-74e7d55e24cc" providerId="ADAL" clId="{E6C33AE7-C035-4A3A-96C2-CAFCA5F8A21E}" dt="2026-07-15T19:20:04.554" v="10" actId="47"/>
        <pc:sldMkLst>
          <pc:docMk/>
          <pc:sldMk cId="0" sldId="256"/>
        </pc:sldMkLst>
      </pc:sldChg>
      <pc:sldChg chg="del">
        <pc:chgData name="Swarup Dutta" userId="eba1f449-e12c-4305-8cd5-74e7d55e24cc" providerId="ADAL" clId="{E6C33AE7-C035-4A3A-96C2-CAFCA5F8A21E}" dt="2026-07-15T19:21:42.890" v="15" actId="2696"/>
        <pc:sldMkLst>
          <pc:docMk/>
          <pc:sldMk cId="0" sldId="257"/>
        </pc:sldMkLst>
      </pc:sldChg>
      <pc:sldChg chg="add">
        <pc:chgData name="Swarup Dutta" userId="eba1f449-e12c-4305-8cd5-74e7d55e24cc" providerId="ADAL" clId="{E6C33AE7-C035-4A3A-96C2-CAFCA5F8A21E}" dt="2026-07-15T19:21:48.063" v="16"/>
        <pc:sldMkLst>
          <pc:docMk/>
          <pc:sldMk cId="1867265941" sldId="257"/>
        </pc:sldMkLst>
      </pc:sldChg>
      <pc:sldChg chg="delSp modSp add mod setBg">
        <pc:chgData name="Swarup Dutta" userId="eba1f449-e12c-4305-8cd5-74e7d55e24cc" providerId="ADAL" clId="{E6C33AE7-C035-4A3A-96C2-CAFCA5F8A21E}" dt="2026-07-15T19:23:02.012" v="23" actId="21"/>
        <pc:sldMkLst>
          <pc:docMk/>
          <pc:sldMk cId="0" sldId="258"/>
        </pc:sldMkLst>
        <pc:spChg chg="mod">
          <ac:chgData name="Swarup Dutta" userId="eba1f449-e12c-4305-8cd5-74e7d55e24cc" providerId="ADAL" clId="{E6C33AE7-C035-4A3A-96C2-CAFCA5F8A21E}" dt="2026-07-15T19:22:54.590" v="22" actId="20577"/>
          <ac:spMkLst>
            <pc:docMk/>
            <pc:sldMk cId="0" sldId="258"/>
            <ac:spMk id="14" creationId="{00000000-0000-0000-0000-000000000000}"/>
          </ac:spMkLst>
        </pc:spChg>
        <pc:spChg chg="del">
          <ac:chgData name="Swarup Dutta" userId="eba1f449-e12c-4305-8cd5-74e7d55e24cc" providerId="ADAL" clId="{E6C33AE7-C035-4A3A-96C2-CAFCA5F8A21E}" dt="2026-07-15T19:23:02.012" v="23" actId="21"/>
          <ac:spMkLst>
            <pc:docMk/>
            <pc:sldMk cId="0" sldId="258"/>
            <ac:spMk id="16" creationId="{00000000-0000-0000-0000-000000000000}"/>
          </ac:spMkLst>
        </pc:spChg>
      </pc:sldChg>
      <pc:sldChg chg="del">
        <pc:chgData name="Swarup Dutta" userId="eba1f449-e12c-4305-8cd5-74e7d55e24cc" providerId="ADAL" clId="{E6C33AE7-C035-4A3A-96C2-CAFCA5F8A21E}" dt="2026-07-15T19:22:19.949" v="17" actId="2696"/>
        <pc:sldMkLst>
          <pc:docMk/>
          <pc:sldMk cId="0" sldId="259"/>
        </pc:sldMkLst>
      </pc:sldChg>
      <pc:sldChg chg="add">
        <pc:chgData name="Swarup Dutta" userId="eba1f449-e12c-4305-8cd5-74e7d55e24cc" providerId="ADAL" clId="{E6C33AE7-C035-4A3A-96C2-CAFCA5F8A21E}" dt="2026-07-15T19:22:25.561" v="18"/>
        <pc:sldMkLst>
          <pc:docMk/>
          <pc:sldMk cId="2398284401" sldId="259"/>
        </pc:sldMkLst>
      </pc:sldChg>
      <pc:sldChg chg="del">
        <pc:chgData name="Swarup Dutta" userId="eba1f449-e12c-4305-8cd5-74e7d55e24cc" providerId="ADAL" clId="{E6C33AE7-C035-4A3A-96C2-CAFCA5F8A21E}" dt="2026-07-15T19:23:16.358" v="24" actId="2696"/>
        <pc:sldMkLst>
          <pc:docMk/>
          <pc:sldMk cId="0" sldId="260"/>
        </pc:sldMkLst>
      </pc:sldChg>
      <pc:sldChg chg="add">
        <pc:chgData name="Swarup Dutta" userId="eba1f449-e12c-4305-8cd5-74e7d55e24cc" providerId="ADAL" clId="{E6C33AE7-C035-4A3A-96C2-CAFCA5F8A21E}" dt="2026-07-15T19:23:21.838" v="25"/>
        <pc:sldMkLst>
          <pc:docMk/>
          <pc:sldMk cId="1810843093" sldId="260"/>
        </pc:sldMkLst>
      </pc:sldChg>
      <pc:sldChg chg="del">
        <pc:chgData name="Swarup Dutta" userId="eba1f449-e12c-4305-8cd5-74e7d55e24cc" providerId="ADAL" clId="{E6C33AE7-C035-4A3A-96C2-CAFCA5F8A21E}" dt="2026-07-15T19:28:29.691" v="29" actId="2696"/>
        <pc:sldMkLst>
          <pc:docMk/>
          <pc:sldMk cId="0" sldId="262"/>
        </pc:sldMkLst>
      </pc:sldChg>
      <pc:sldChg chg="add">
        <pc:chgData name="Swarup Dutta" userId="eba1f449-e12c-4305-8cd5-74e7d55e24cc" providerId="ADAL" clId="{E6C33AE7-C035-4A3A-96C2-CAFCA5F8A21E}" dt="2026-07-15T19:28:35.245" v="30"/>
        <pc:sldMkLst>
          <pc:docMk/>
          <pc:sldMk cId="640490076" sldId="262"/>
        </pc:sldMkLst>
      </pc:sldChg>
      <pc:sldChg chg="del">
        <pc:chgData name="Swarup Dutta" userId="eba1f449-e12c-4305-8cd5-74e7d55e24cc" providerId="ADAL" clId="{E6C33AE7-C035-4A3A-96C2-CAFCA5F8A21E}" dt="2026-07-15T19:31:33.293" v="46" actId="2696"/>
        <pc:sldMkLst>
          <pc:docMk/>
          <pc:sldMk cId="0" sldId="263"/>
        </pc:sldMkLst>
      </pc:sldChg>
      <pc:sldChg chg="add">
        <pc:chgData name="Swarup Dutta" userId="eba1f449-e12c-4305-8cd5-74e7d55e24cc" providerId="ADAL" clId="{E6C33AE7-C035-4A3A-96C2-CAFCA5F8A21E}" dt="2026-07-15T19:31:37.996" v="47"/>
        <pc:sldMkLst>
          <pc:docMk/>
          <pc:sldMk cId="1097904667" sldId="263"/>
        </pc:sldMkLst>
      </pc:sldChg>
      <pc:sldChg chg="del">
        <pc:chgData name="Swarup Dutta" userId="eba1f449-e12c-4305-8cd5-74e7d55e24cc" providerId="ADAL" clId="{E6C33AE7-C035-4A3A-96C2-CAFCA5F8A21E}" dt="2026-07-15T20:26:41.072" v="51" actId="2696"/>
        <pc:sldMkLst>
          <pc:docMk/>
          <pc:sldMk cId="0" sldId="264"/>
        </pc:sldMkLst>
      </pc:sldChg>
      <pc:sldChg chg="add">
        <pc:chgData name="Swarup Dutta" userId="eba1f449-e12c-4305-8cd5-74e7d55e24cc" providerId="ADAL" clId="{E6C33AE7-C035-4A3A-96C2-CAFCA5F8A21E}" dt="2026-07-15T20:26:46.862" v="52"/>
        <pc:sldMkLst>
          <pc:docMk/>
          <pc:sldMk cId="2024842293" sldId="264"/>
        </pc:sldMkLst>
      </pc:sldChg>
      <pc:sldChg chg="del">
        <pc:chgData name="Swarup Dutta" userId="eba1f449-e12c-4305-8cd5-74e7d55e24cc" providerId="ADAL" clId="{E6C33AE7-C035-4A3A-96C2-CAFCA5F8A21E}" dt="2026-07-15T22:01:34.151" v="69" actId="47"/>
        <pc:sldMkLst>
          <pc:docMk/>
          <pc:sldMk cId="0" sldId="265"/>
        </pc:sldMkLst>
      </pc:sldChg>
      <pc:sldChg chg="del">
        <pc:chgData name="Swarup Dutta" userId="eba1f449-e12c-4305-8cd5-74e7d55e24cc" providerId="ADAL" clId="{E6C33AE7-C035-4A3A-96C2-CAFCA5F8A21E}" dt="2026-07-15T22:04:40.528" v="87" actId="2696"/>
        <pc:sldMkLst>
          <pc:docMk/>
          <pc:sldMk cId="0" sldId="266"/>
        </pc:sldMkLst>
      </pc:sldChg>
      <pc:sldChg chg="add">
        <pc:chgData name="Swarup Dutta" userId="eba1f449-e12c-4305-8cd5-74e7d55e24cc" providerId="ADAL" clId="{E6C33AE7-C035-4A3A-96C2-CAFCA5F8A21E}" dt="2026-07-15T22:04:45.664" v="88"/>
        <pc:sldMkLst>
          <pc:docMk/>
          <pc:sldMk cId="2552800035" sldId="266"/>
        </pc:sldMkLst>
      </pc:sldChg>
      <pc:sldChg chg="del">
        <pc:chgData name="Swarup Dutta" userId="eba1f449-e12c-4305-8cd5-74e7d55e24cc" providerId="ADAL" clId="{E6C33AE7-C035-4A3A-96C2-CAFCA5F8A21E}" dt="2026-07-15T22:04:40.528" v="87" actId="2696"/>
        <pc:sldMkLst>
          <pc:docMk/>
          <pc:sldMk cId="0" sldId="267"/>
        </pc:sldMkLst>
      </pc:sldChg>
      <pc:sldChg chg="add">
        <pc:chgData name="Swarup Dutta" userId="eba1f449-e12c-4305-8cd5-74e7d55e24cc" providerId="ADAL" clId="{E6C33AE7-C035-4A3A-96C2-CAFCA5F8A21E}" dt="2026-07-15T22:04:45.664" v="88"/>
        <pc:sldMkLst>
          <pc:docMk/>
          <pc:sldMk cId="3508507256" sldId="267"/>
        </pc:sldMkLst>
      </pc:sldChg>
      <pc:sldChg chg="del">
        <pc:chgData name="Swarup Dutta" userId="eba1f449-e12c-4305-8cd5-74e7d55e24cc" providerId="ADAL" clId="{E6C33AE7-C035-4A3A-96C2-CAFCA5F8A21E}" dt="2026-07-15T22:01:43.605" v="70" actId="47"/>
        <pc:sldMkLst>
          <pc:docMk/>
          <pc:sldMk cId="0" sldId="268"/>
        </pc:sldMkLst>
      </pc:sldChg>
      <pc:sldChg chg="del">
        <pc:chgData name="Swarup Dutta" userId="eba1f449-e12c-4305-8cd5-74e7d55e24cc" providerId="ADAL" clId="{E6C33AE7-C035-4A3A-96C2-CAFCA5F8A21E}" dt="2026-07-15T22:04:40.528" v="87" actId="2696"/>
        <pc:sldMkLst>
          <pc:docMk/>
          <pc:sldMk cId="0" sldId="269"/>
        </pc:sldMkLst>
      </pc:sldChg>
      <pc:sldChg chg="add">
        <pc:chgData name="Swarup Dutta" userId="eba1f449-e12c-4305-8cd5-74e7d55e24cc" providerId="ADAL" clId="{E6C33AE7-C035-4A3A-96C2-CAFCA5F8A21E}" dt="2026-07-15T22:04:45.664" v="88"/>
        <pc:sldMkLst>
          <pc:docMk/>
          <pc:sldMk cId="2359472717" sldId="269"/>
        </pc:sldMkLst>
      </pc:sldChg>
      <pc:sldChg chg="del">
        <pc:chgData name="Swarup Dutta" userId="eba1f449-e12c-4305-8cd5-74e7d55e24cc" providerId="ADAL" clId="{E6C33AE7-C035-4A3A-96C2-CAFCA5F8A21E}" dt="2026-07-15T22:04:40.528" v="87" actId="2696"/>
        <pc:sldMkLst>
          <pc:docMk/>
          <pc:sldMk cId="0" sldId="270"/>
        </pc:sldMkLst>
      </pc:sldChg>
      <pc:sldChg chg="add">
        <pc:chgData name="Swarup Dutta" userId="eba1f449-e12c-4305-8cd5-74e7d55e24cc" providerId="ADAL" clId="{E6C33AE7-C035-4A3A-96C2-CAFCA5F8A21E}" dt="2026-07-15T22:04:45.664" v="88"/>
        <pc:sldMkLst>
          <pc:docMk/>
          <pc:sldMk cId="511031761" sldId="270"/>
        </pc:sldMkLst>
      </pc:sldChg>
      <pc:sldChg chg="modSp add mod setBg">
        <pc:chgData name="Swarup Dutta" userId="eba1f449-e12c-4305-8cd5-74e7d55e24cc" providerId="ADAL" clId="{E6C33AE7-C035-4A3A-96C2-CAFCA5F8A21E}" dt="2026-07-15T21:53:21.951" v="67" actId="6549"/>
        <pc:sldMkLst>
          <pc:docMk/>
          <pc:sldMk cId="0" sldId="272"/>
        </pc:sldMkLst>
        <pc:spChg chg="mod">
          <ac:chgData name="Swarup Dutta" userId="eba1f449-e12c-4305-8cd5-74e7d55e24cc" providerId="ADAL" clId="{E6C33AE7-C035-4A3A-96C2-CAFCA5F8A21E}" dt="2026-07-15T21:53:21.951" v="67" actId="6549"/>
          <ac:spMkLst>
            <pc:docMk/>
            <pc:sldMk cId="0" sldId="272"/>
            <ac:spMk id="4" creationId="{00000000-0000-0000-0000-000000000000}"/>
          </ac:spMkLst>
        </pc:spChg>
      </pc:sldChg>
      <pc:sldChg chg="add setBg">
        <pc:chgData name="Swarup Dutta" userId="eba1f449-e12c-4305-8cd5-74e7d55e24cc" providerId="ADAL" clId="{E6C33AE7-C035-4A3A-96C2-CAFCA5F8A21E}" dt="2026-07-15T22:01:29.514" v="68"/>
        <pc:sldMkLst>
          <pc:docMk/>
          <pc:sldMk cId="0" sldId="274"/>
        </pc:sldMkLst>
      </pc:sldChg>
      <pc:sldChg chg="modSp add mod setBg">
        <pc:chgData name="Swarup Dutta" userId="eba1f449-e12c-4305-8cd5-74e7d55e24cc" providerId="ADAL" clId="{E6C33AE7-C035-4A3A-96C2-CAFCA5F8A21E}" dt="2026-07-16T06:54:04.322" v="89" actId="6549"/>
        <pc:sldMkLst>
          <pc:docMk/>
          <pc:sldMk cId="0" sldId="275"/>
        </pc:sldMkLst>
        <pc:spChg chg="mod">
          <ac:chgData name="Swarup Dutta" userId="eba1f449-e12c-4305-8cd5-74e7d55e24cc" providerId="ADAL" clId="{E6C33AE7-C035-4A3A-96C2-CAFCA5F8A21E}" dt="2026-07-16T06:54:04.322" v="89" actId="6549"/>
          <ac:spMkLst>
            <pc:docMk/>
            <pc:sldMk cId="0" sldId="275"/>
            <ac:spMk id="4" creationId="{00000000-0000-0000-0000-000000000000}"/>
          </ac:spMkLst>
        </pc:spChg>
      </pc:sldChg>
      <pc:sldChg chg="modSp add mod setBg">
        <pc:chgData name="Swarup Dutta" userId="eba1f449-e12c-4305-8cd5-74e7d55e24cc" providerId="ADAL" clId="{E6C33AE7-C035-4A3A-96C2-CAFCA5F8A21E}" dt="2026-07-16T06:54:30.677" v="90" actId="6549"/>
        <pc:sldMkLst>
          <pc:docMk/>
          <pc:sldMk cId="0" sldId="276"/>
        </pc:sldMkLst>
        <pc:spChg chg="mod">
          <ac:chgData name="Swarup Dutta" userId="eba1f449-e12c-4305-8cd5-74e7d55e24cc" providerId="ADAL" clId="{E6C33AE7-C035-4A3A-96C2-CAFCA5F8A21E}" dt="2026-07-16T06:54:30.677" v="90" actId="6549"/>
          <ac:spMkLst>
            <pc:docMk/>
            <pc:sldMk cId="0" sldId="276"/>
            <ac:spMk id="4" creationId="{00000000-0000-0000-0000-000000000000}"/>
          </ac:spMkLst>
        </pc:spChg>
      </pc:sldChg>
      <pc:sldChg chg="add setBg">
        <pc:chgData name="Swarup Dutta" userId="eba1f449-e12c-4305-8cd5-74e7d55e24cc" providerId="ADAL" clId="{E6C33AE7-C035-4A3A-96C2-CAFCA5F8A21E}" dt="2026-07-15T22:01:29.514" v="68"/>
        <pc:sldMkLst>
          <pc:docMk/>
          <pc:sldMk cId="0" sldId="277"/>
        </pc:sldMkLst>
      </pc:sldChg>
      <pc:sldChg chg="delSp modSp add mod setBg">
        <pc:chgData name="Swarup Dutta" userId="eba1f449-e12c-4305-8cd5-74e7d55e24cc" providerId="ADAL" clId="{E6C33AE7-C035-4A3A-96C2-CAFCA5F8A21E}" dt="2026-07-15T22:03:41.805" v="86" actId="6549"/>
        <pc:sldMkLst>
          <pc:docMk/>
          <pc:sldMk cId="0" sldId="278"/>
        </pc:sldMkLst>
        <pc:spChg chg="mod">
          <ac:chgData name="Swarup Dutta" userId="eba1f449-e12c-4305-8cd5-74e7d55e24cc" providerId="ADAL" clId="{E6C33AE7-C035-4A3A-96C2-CAFCA5F8A21E}" dt="2026-07-15T22:03:41.805" v="86" actId="6549"/>
          <ac:spMkLst>
            <pc:docMk/>
            <pc:sldMk cId="0" sldId="278"/>
            <ac:spMk id="4" creationId="{00000000-0000-0000-0000-000000000000}"/>
          </ac:spMkLst>
        </pc:spChg>
        <pc:spChg chg="mod">
          <ac:chgData name="Swarup Dutta" userId="eba1f449-e12c-4305-8cd5-74e7d55e24cc" providerId="ADAL" clId="{E6C33AE7-C035-4A3A-96C2-CAFCA5F8A21E}" dt="2026-07-15T22:03:24.184" v="85" actId="20577"/>
          <ac:spMkLst>
            <pc:docMk/>
            <pc:sldMk cId="0" sldId="278"/>
            <ac:spMk id="5" creationId="{00000000-0000-0000-0000-000000000000}"/>
          </ac:spMkLst>
        </pc:spChg>
        <pc:spChg chg="del">
          <ac:chgData name="Swarup Dutta" userId="eba1f449-e12c-4305-8cd5-74e7d55e24cc" providerId="ADAL" clId="{E6C33AE7-C035-4A3A-96C2-CAFCA5F8A21E}" dt="2026-07-15T22:02:25.458" v="71" actId="21"/>
          <ac:spMkLst>
            <pc:docMk/>
            <pc:sldMk cId="0" sldId="278"/>
            <ac:spMk id="7" creationId="{00000000-0000-0000-0000-000000000000}"/>
          </ac:spMkLst>
        </pc:spChg>
      </pc:sldChg>
      <pc:sldChg chg="del">
        <pc:chgData name="Swarup Dutta" userId="eba1f449-e12c-4305-8cd5-74e7d55e24cc" providerId="ADAL" clId="{E6C33AE7-C035-4A3A-96C2-CAFCA5F8A21E}" dt="2026-07-15T19:20:14.010" v="11" actId="2696"/>
        <pc:sldMkLst>
          <pc:docMk/>
          <pc:sldMk cId="0" sldId="2147483136"/>
        </pc:sldMkLst>
      </pc:sldChg>
      <pc:sldChg chg="add del">
        <pc:chgData name="Swarup Dutta" userId="eba1f449-e12c-4305-8cd5-74e7d55e24cc" providerId="ADAL" clId="{E6C33AE7-C035-4A3A-96C2-CAFCA5F8A21E}" dt="2026-07-15T19:20:24.564" v="13"/>
        <pc:sldMkLst>
          <pc:docMk/>
          <pc:sldMk cId="666804691" sldId="2147483136"/>
        </pc:sldMkLst>
      </pc:sldChg>
      <pc:sldChg chg="add">
        <pc:chgData name="Swarup Dutta" userId="eba1f449-e12c-4305-8cd5-74e7d55e24cc" providerId="ADAL" clId="{E6C33AE7-C035-4A3A-96C2-CAFCA5F8A21E}" dt="2026-07-15T19:20:28.472" v="14"/>
        <pc:sldMkLst>
          <pc:docMk/>
          <pc:sldMk cId="3163356626" sldId="2147483136"/>
        </pc:sldMkLst>
      </pc:sldChg>
      <pc:sldChg chg="del">
        <pc:chgData name="Swarup Dutta" userId="eba1f449-e12c-4305-8cd5-74e7d55e24cc" providerId="ADAL" clId="{E6C33AE7-C035-4A3A-96C2-CAFCA5F8A21E}" dt="2026-07-15T19:20:14.010" v="11" actId="2696"/>
        <pc:sldMkLst>
          <pc:docMk/>
          <pc:sldMk cId="0" sldId="2147483137"/>
        </pc:sldMkLst>
      </pc:sldChg>
      <pc:sldChg chg="add">
        <pc:chgData name="Swarup Dutta" userId="eba1f449-e12c-4305-8cd5-74e7d55e24cc" providerId="ADAL" clId="{E6C33AE7-C035-4A3A-96C2-CAFCA5F8A21E}" dt="2026-07-15T19:20:28.472" v="14"/>
        <pc:sldMkLst>
          <pc:docMk/>
          <pc:sldMk cId="737272833" sldId="2147483137"/>
        </pc:sldMkLst>
      </pc:sldChg>
      <pc:sldChg chg="add del setBg">
        <pc:chgData name="Swarup Dutta" userId="eba1f449-e12c-4305-8cd5-74e7d55e24cc" providerId="ADAL" clId="{E6C33AE7-C035-4A3A-96C2-CAFCA5F8A21E}" dt="2026-07-15T19:20:24.564" v="13"/>
        <pc:sldMkLst>
          <pc:docMk/>
          <pc:sldMk cId="909905856" sldId="2147483137"/>
        </pc:sldMkLst>
      </pc:sldChg>
      <pc:sldChg chg="modSp add del mod setBg">
        <pc:chgData name="Swarup Dutta" userId="eba1f449-e12c-4305-8cd5-74e7d55e24cc" providerId="ADAL" clId="{E6C33AE7-C035-4A3A-96C2-CAFCA5F8A21E}" dt="2026-07-15T19:23:43.469" v="26" actId="47"/>
        <pc:sldMkLst>
          <pc:docMk/>
          <pc:sldMk cId="0" sldId="2147483138"/>
        </pc:sldMkLst>
        <pc:spChg chg="mod">
          <ac:chgData name="Swarup Dutta" userId="eba1f449-e12c-4305-8cd5-74e7d55e24cc" providerId="ADAL" clId="{E6C33AE7-C035-4A3A-96C2-CAFCA5F8A21E}" dt="2026-07-15T18:19:18.940" v="4" actId="6549"/>
          <ac:spMkLst>
            <pc:docMk/>
            <pc:sldMk cId="0" sldId="2147483138"/>
            <ac:spMk id="4" creationId="{00000000-0000-0000-0000-000000000000}"/>
          </ac:spMkLst>
        </pc:spChg>
      </pc:sldChg>
      <pc:sldChg chg="add setBg">
        <pc:chgData name="Swarup Dutta" userId="eba1f449-e12c-4305-8cd5-74e7d55e24cc" providerId="ADAL" clId="{E6C33AE7-C035-4A3A-96C2-CAFCA5F8A21E}" dt="2026-07-15T18:18:44.652" v="3"/>
        <pc:sldMkLst>
          <pc:docMk/>
          <pc:sldMk cId="0" sldId="2147483139"/>
        </pc:sldMkLst>
      </pc:sldChg>
      <pc:sldChg chg="add del setBg">
        <pc:chgData name="Swarup Dutta" userId="eba1f449-e12c-4305-8cd5-74e7d55e24cc" providerId="ADAL" clId="{E6C33AE7-C035-4A3A-96C2-CAFCA5F8A21E}" dt="2026-07-15T19:19:51.341" v="9"/>
        <pc:sldMkLst>
          <pc:docMk/>
          <pc:sldMk cId="0" sldId="2147483140"/>
        </pc:sldMkLst>
      </pc:sldChg>
      <pc:sldChg chg="add setBg">
        <pc:chgData name="Swarup Dutta" userId="eba1f449-e12c-4305-8cd5-74e7d55e24cc" providerId="ADAL" clId="{E6C33AE7-C035-4A3A-96C2-CAFCA5F8A21E}" dt="2026-07-15T19:27:51.372" v="27"/>
        <pc:sldMkLst>
          <pc:docMk/>
          <pc:sldMk cId="0" sldId="2147483141"/>
        </pc:sldMkLst>
      </pc:sldChg>
      <pc:sldChg chg="modSp add mod setBg">
        <pc:chgData name="Swarup Dutta" userId="eba1f449-e12c-4305-8cd5-74e7d55e24cc" providerId="ADAL" clId="{E6C33AE7-C035-4A3A-96C2-CAFCA5F8A21E}" dt="2026-07-15T19:29:13.520" v="34" actId="20577"/>
        <pc:sldMkLst>
          <pc:docMk/>
          <pc:sldMk cId="0" sldId="2147483142"/>
        </pc:sldMkLst>
        <pc:spChg chg="mod">
          <ac:chgData name="Swarup Dutta" userId="eba1f449-e12c-4305-8cd5-74e7d55e24cc" providerId="ADAL" clId="{E6C33AE7-C035-4A3A-96C2-CAFCA5F8A21E}" dt="2026-07-15T19:29:13.520" v="34" actId="20577"/>
          <ac:spMkLst>
            <pc:docMk/>
            <pc:sldMk cId="0" sldId="2147483142"/>
            <ac:spMk id="4" creationId="{00000000-0000-0000-0000-000000000000}"/>
          </ac:spMkLst>
        </pc:spChg>
      </pc:sldChg>
      <pc:sldChg chg="modSp add mod setBg">
        <pc:chgData name="Swarup Dutta" userId="eba1f449-e12c-4305-8cd5-74e7d55e24cc" providerId="ADAL" clId="{E6C33AE7-C035-4A3A-96C2-CAFCA5F8A21E}" dt="2026-07-15T19:29:39.156" v="39" actId="20577"/>
        <pc:sldMkLst>
          <pc:docMk/>
          <pc:sldMk cId="0" sldId="2147483143"/>
        </pc:sldMkLst>
        <pc:spChg chg="mod">
          <ac:chgData name="Swarup Dutta" userId="eba1f449-e12c-4305-8cd5-74e7d55e24cc" providerId="ADAL" clId="{E6C33AE7-C035-4A3A-96C2-CAFCA5F8A21E}" dt="2026-07-15T19:29:39.156" v="39" actId="20577"/>
          <ac:spMkLst>
            <pc:docMk/>
            <pc:sldMk cId="0" sldId="2147483143"/>
            <ac:spMk id="4" creationId="{00000000-0000-0000-0000-000000000000}"/>
          </ac:spMkLst>
        </pc:spChg>
      </pc:sldChg>
      <pc:sldChg chg="add setBg">
        <pc:chgData name="Swarup Dutta" userId="eba1f449-e12c-4305-8cd5-74e7d55e24cc" providerId="ADAL" clId="{E6C33AE7-C035-4A3A-96C2-CAFCA5F8A21E}" dt="2026-07-15T19:29:53.625" v="40"/>
        <pc:sldMkLst>
          <pc:docMk/>
          <pc:sldMk cId="0" sldId="2147483144"/>
        </pc:sldMkLst>
      </pc:sldChg>
      <pc:sldChg chg="add setBg">
        <pc:chgData name="Swarup Dutta" userId="eba1f449-e12c-4305-8cd5-74e7d55e24cc" providerId="ADAL" clId="{E6C33AE7-C035-4A3A-96C2-CAFCA5F8A21E}" dt="2026-07-15T19:30:14.216" v="41"/>
        <pc:sldMkLst>
          <pc:docMk/>
          <pc:sldMk cId="0" sldId="2147483145"/>
        </pc:sldMkLst>
      </pc:sldChg>
      <pc:sldChg chg="add setBg">
        <pc:chgData name="Swarup Dutta" userId="eba1f449-e12c-4305-8cd5-74e7d55e24cc" providerId="ADAL" clId="{E6C33AE7-C035-4A3A-96C2-CAFCA5F8A21E}" dt="2026-07-15T19:30:25.911" v="42"/>
        <pc:sldMkLst>
          <pc:docMk/>
          <pc:sldMk cId="0" sldId="2147483146"/>
        </pc:sldMkLst>
      </pc:sldChg>
      <pc:sldChg chg="add setBg">
        <pc:chgData name="Swarup Dutta" userId="eba1f449-e12c-4305-8cd5-74e7d55e24cc" providerId="ADAL" clId="{E6C33AE7-C035-4A3A-96C2-CAFCA5F8A21E}" dt="2026-07-15T19:30:40.339" v="43"/>
        <pc:sldMkLst>
          <pc:docMk/>
          <pc:sldMk cId="0" sldId="2147483147"/>
        </pc:sldMkLst>
      </pc:sldChg>
      <pc:sldChg chg="add setBg">
        <pc:chgData name="Swarup Dutta" userId="eba1f449-e12c-4305-8cd5-74e7d55e24cc" providerId="ADAL" clId="{E6C33AE7-C035-4A3A-96C2-CAFCA5F8A21E}" dt="2026-07-15T19:30:53.258" v="44"/>
        <pc:sldMkLst>
          <pc:docMk/>
          <pc:sldMk cId="0" sldId="2147483148"/>
        </pc:sldMkLst>
      </pc:sldChg>
      <pc:sldChg chg="add del ord setBg">
        <pc:chgData name="Swarup Dutta" userId="eba1f449-e12c-4305-8cd5-74e7d55e24cc" providerId="ADAL" clId="{E6C33AE7-C035-4A3A-96C2-CAFCA5F8A21E}" dt="2026-07-15T21:47:25.278" v="62" actId="47"/>
        <pc:sldMkLst>
          <pc:docMk/>
          <pc:sldMk cId="0" sldId="2147483149"/>
        </pc:sldMkLst>
      </pc:sldChg>
      <pc:sldChg chg="add del setBg">
        <pc:chgData name="Swarup Dutta" userId="eba1f449-e12c-4305-8cd5-74e7d55e24cc" providerId="ADAL" clId="{E6C33AE7-C035-4A3A-96C2-CAFCA5F8A21E}" dt="2026-07-15T20:25:43.924" v="50"/>
        <pc:sldMkLst>
          <pc:docMk/>
          <pc:sldMk cId="0" sldId="2147483150"/>
        </pc:sldMkLst>
      </pc:sldChg>
      <pc:sldChg chg="modSp add mod setBg">
        <pc:chgData name="Swarup Dutta" userId="eba1f449-e12c-4305-8cd5-74e7d55e24cc" providerId="ADAL" clId="{E6C33AE7-C035-4A3A-96C2-CAFCA5F8A21E}" dt="2026-07-15T21:41:44.499" v="57" actId="6549"/>
        <pc:sldMkLst>
          <pc:docMk/>
          <pc:sldMk cId="0" sldId="2147483151"/>
        </pc:sldMkLst>
        <pc:spChg chg="mod">
          <ac:chgData name="Swarup Dutta" userId="eba1f449-e12c-4305-8cd5-74e7d55e24cc" providerId="ADAL" clId="{E6C33AE7-C035-4A3A-96C2-CAFCA5F8A21E}" dt="2026-07-15T21:41:30.653" v="56" actId="20577"/>
          <ac:spMkLst>
            <pc:docMk/>
            <pc:sldMk cId="0" sldId="2147483151"/>
            <ac:spMk id="4" creationId="{00000000-0000-0000-0000-000000000000}"/>
          </ac:spMkLst>
        </pc:spChg>
        <pc:spChg chg="mod">
          <ac:chgData name="Swarup Dutta" userId="eba1f449-e12c-4305-8cd5-74e7d55e24cc" providerId="ADAL" clId="{E6C33AE7-C035-4A3A-96C2-CAFCA5F8A21E}" dt="2026-07-15T21:41:44.499" v="57" actId="6549"/>
          <ac:spMkLst>
            <pc:docMk/>
            <pc:sldMk cId="0" sldId="2147483151"/>
            <ac:spMk id="7" creationId="{00000000-0000-0000-0000-000000000000}"/>
          </ac:spMkLst>
        </pc:spChg>
      </pc:sldChg>
      <pc:sldChg chg="modSp add mod setBg">
        <pc:chgData name="Swarup Dutta" userId="eba1f449-e12c-4305-8cd5-74e7d55e24cc" providerId="ADAL" clId="{E6C33AE7-C035-4A3A-96C2-CAFCA5F8A21E}" dt="2026-07-15T21:46:36.092" v="59" actId="6549"/>
        <pc:sldMkLst>
          <pc:docMk/>
          <pc:sldMk cId="0" sldId="2147483152"/>
        </pc:sldMkLst>
        <pc:spChg chg="mod">
          <ac:chgData name="Swarup Dutta" userId="eba1f449-e12c-4305-8cd5-74e7d55e24cc" providerId="ADAL" clId="{E6C33AE7-C035-4A3A-96C2-CAFCA5F8A21E}" dt="2026-07-15T21:46:36.092" v="59" actId="6549"/>
          <ac:spMkLst>
            <pc:docMk/>
            <pc:sldMk cId="0" sldId="2147483152"/>
            <ac:spMk id="4" creationId="{00000000-0000-0000-0000-000000000000}"/>
          </ac:spMkLst>
        </pc:spChg>
      </pc:sldChg>
      <pc:sldChg chg="modSp add mod setBg">
        <pc:chgData name="Swarup Dutta" userId="eba1f449-e12c-4305-8cd5-74e7d55e24cc" providerId="ADAL" clId="{E6C33AE7-C035-4A3A-96C2-CAFCA5F8A21E}" dt="2026-07-15T21:53:02.985" v="64" actId="6549"/>
        <pc:sldMkLst>
          <pc:docMk/>
          <pc:sldMk cId="0" sldId="2147483153"/>
        </pc:sldMkLst>
        <pc:spChg chg="mod">
          <ac:chgData name="Swarup Dutta" userId="eba1f449-e12c-4305-8cd5-74e7d55e24cc" providerId="ADAL" clId="{E6C33AE7-C035-4A3A-96C2-CAFCA5F8A21E}" dt="2026-07-15T21:53:02.985" v="64" actId="6549"/>
          <ac:spMkLst>
            <pc:docMk/>
            <pc:sldMk cId="0" sldId="2147483153"/>
            <ac:spMk id="4" creationId="{00000000-0000-0000-0000-000000000000}"/>
          </ac:spMkLst>
        </pc:spChg>
      </pc:sldChg>
      <pc:sldChg chg="modSp add mod setBg">
        <pc:chgData name="Swarup Dutta" userId="eba1f449-e12c-4305-8cd5-74e7d55e24cc" providerId="ADAL" clId="{E6C33AE7-C035-4A3A-96C2-CAFCA5F8A21E}" dt="2026-07-15T21:53:08.915" v="65" actId="6549"/>
        <pc:sldMkLst>
          <pc:docMk/>
          <pc:sldMk cId="0" sldId="2147483154"/>
        </pc:sldMkLst>
        <pc:spChg chg="mod">
          <ac:chgData name="Swarup Dutta" userId="eba1f449-e12c-4305-8cd5-74e7d55e24cc" providerId="ADAL" clId="{E6C33AE7-C035-4A3A-96C2-CAFCA5F8A21E}" dt="2026-07-15T21:53:08.915" v="65" actId="6549"/>
          <ac:spMkLst>
            <pc:docMk/>
            <pc:sldMk cId="0" sldId="2147483154"/>
            <ac:spMk id="4" creationId="{00000000-0000-0000-0000-000000000000}"/>
          </ac:spMkLst>
        </pc:spChg>
      </pc:sldChg>
      <pc:sldChg chg="modSp add mod setBg">
        <pc:chgData name="Swarup Dutta" userId="eba1f449-e12c-4305-8cd5-74e7d55e24cc" providerId="ADAL" clId="{E6C33AE7-C035-4A3A-96C2-CAFCA5F8A21E}" dt="2026-07-15T21:53:14.340" v="66" actId="6549"/>
        <pc:sldMkLst>
          <pc:docMk/>
          <pc:sldMk cId="0" sldId="2147483155"/>
        </pc:sldMkLst>
        <pc:spChg chg="mod">
          <ac:chgData name="Swarup Dutta" userId="eba1f449-e12c-4305-8cd5-74e7d55e24cc" providerId="ADAL" clId="{E6C33AE7-C035-4A3A-96C2-CAFCA5F8A21E}" dt="2026-07-15T21:53:14.340" v="66" actId="6549"/>
          <ac:spMkLst>
            <pc:docMk/>
            <pc:sldMk cId="0" sldId="2147483155"/>
            <ac:spMk id="4" creationId="{00000000-0000-0000-0000-000000000000}"/>
          </ac:spMkLst>
        </pc:spChg>
      </pc:sldChg>
      <pc:sldMasterChg chg="delSldLayout">
        <pc:chgData name="Swarup Dutta" userId="eba1f449-e12c-4305-8cd5-74e7d55e24cc" providerId="ADAL" clId="{E6C33AE7-C035-4A3A-96C2-CAFCA5F8A21E}" dt="2026-07-15T19:23:43.469" v="26" actId="47"/>
        <pc:sldMasterMkLst>
          <pc:docMk/>
          <pc:sldMasterMk cId="2209977519" sldId="2147483648"/>
        </pc:sldMasterMkLst>
        <pc:sldLayoutChg chg="del">
          <pc:chgData name="Swarup Dutta" userId="eba1f449-e12c-4305-8cd5-74e7d55e24cc" providerId="ADAL" clId="{E6C33AE7-C035-4A3A-96C2-CAFCA5F8A21E}" dt="2026-07-15T19:20:14.010" v="11" actId="2696"/>
          <pc:sldLayoutMkLst>
            <pc:docMk/>
            <pc:sldMasterMk cId="2209977519" sldId="2147483648"/>
            <pc:sldLayoutMk cId="3259258785" sldId="2147483660"/>
          </pc:sldLayoutMkLst>
        </pc:sldLayoutChg>
        <pc:sldLayoutChg chg="del">
          <pc:chgData name="Swarup Dutta" userId="eba1f449-e12c-4305-8cd5-74e7d55e24cc" providerId="ADAL" clId="{E6C33AE7-C035-4A3A-96C2-CAFCA5F8A21E}" dt="2026-07-15T19:23:43.469" v="26" actId="47"/>
          <pc:sldLayoutMkLst>
            <pc:docMk/>
            <pc:sldMasterMk cId="2209977519" sldId="2147483648"/>
            <pc:sldLayoutMk cId="2157177156" sldId="2147483663"/>
          </pc:sldLayoutMkLst>
        </pc:sldLayoutChg>
      </pc:sldMasterChg>
    </pc:docChg>
  </pc:docChgLst>
  <pc:docChgLst>
    <pc:chgData name="Rambabu Bagati" userId="S::rambabub@nousinfo.com::0d22a5c8-44fe-405b-ae7f-4f6413a816a5" providerId="AD" clId="Web-{ADA6C6F9-A15C-8820-FAB1-1247D5715B9E}"/>
    <pc:docChg chg="sldOrd">
      <pc:chgData name="Rambabu Bagati" userId="S::rambabub@nousinfo.com::0d22a5c8-44fe-405b-ae7f-4f6413a816a5" providerId="AD" clId="Web-{ADA6C6F9-A15C-8820-FAB1-1247D5715B9E}" dt="2026-07-16T10:52:19.185" v="1"/>
      <pc:docMkLst>
        <pc:docMk/>
      </pc:docMkLst>
      <pc:sldChg chg="ord">
        <pc:chgData name="Rambabu Bagati" userId="S::rambabub@nousinfo.com::0d22a5c8-44fe-405b-ae7f-4f6413a816a5" providerId="AD" clId="Web-{ADA6C6F9-A15C-8820-FAB1-1247D5715B9E}" dt="2026-07-16T10:52:19.185" v="1"/>
        <pc:sldMkLst>
          <pc:docMk/>
          <pc:sldMk cId="0" sldId="2147483139"/>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Spend ($)</c:v>
                </c:pt>
              </c:strCache>
            </c:strRef>
          </c:tx>
          <c:spPr>
            <a:solidFill>
              <a:srgbClr val="1F6F7A"/>
            </a:solidFill>
            <a:effectLst/>
          </c:spPr>
          <c:invertIfNegative val="0"/>
          <c:dLbls>
            <c:numFmt formatCode="\$#,##0" sourceLinked="0"/>
            <c:spPr>
              <a:noFill/>
              <a:ln>
                <a:noFill/>
              </a:ln>
              <a:effectLst/>
            </c:spPr>
            <c:txPr>
              <a:bodyPr/>
              <a:lstStyle/>
              <a:p>
                <a:pPr>
                  <a:defRPr sz="800" b="0" i="0" u="none" strike="noStrike">
                    <a:solidFill>
                      <a:srgbClr val="1F293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GPT-4o-mini</c:v>
                </c:pt>
                <c:pt idx="1">
                  <c:v>GPT-4o</c:v>
                </c:pt>
                <c:pt idx="2">
                  <c:v>o4-mini (reasoning)</c:v>
                </c:pt>
                <c:pt idx="3">
                  <c:v>Copilot</c:v>
                </c:pt>
                <c:pt idx="4">
                  <c:v>Azure Speech (voice)</c:v>
                </c:pt>
              </c:strCache>
            </c:strRef>
          </c:cat>
          <c:val>
            <c:numRef>
              <c:f>Sheet1!$B$2:$B$6</c:f>
              <c:numCache>
                <c:formatCode>General</c:formatCode>
                <c:ptCount val="5"/>
                <c:pt idx="0">
                  <c:v>14</c:v>
                </c:pt>
                <c:pt idx="1">
                  <c:v>199</c:v>
                </c:pt>
                <c:pt idx="2">
                  <c:v>189</c:v>
                </c:pt>
                <c:pt idx="3">
                  <c:v>0</c:v>
                </c:pt>
                <c:pt idx="4">
                  <c:v>63</c:v>
                </c:pt>
              </c:numCache>
            </c:numRef>
          </c:val>
          <c:extLst>
            <c:ext xmlns:c16="http://schemas.microsoft.com/office/drawing/2014/chart" uri="{C3380CC4-5D6E-409C-BE32-E72D297353CC}">
              <c16:uniqueId val="{00000000-27BB-4939-BACF-9225C037E77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8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F38C1B-B95A-45AC-9202-8422971B2239}" type="datetimeFigureOut">
              <a:rPr lang="en-US" smtClean="0"/>
              <a:t>8/16/2026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7A1387-5F31-47C5-80EE-2F1C82718456}" type="slidenum">
              <a:rPr lang="en-US" smtClean="0"/>
              <a:t>‹#›</a:t>
            </a:fld>
            <a:endParaRPr lang="en-US"/>
          </a:p>
        </p:txBody>
      </p:sp>
    </p:spTree>
    <p:extLst>
      <p:ext uri="{BB962C8B-B14F-4D97-AF65-F5344CB8AC3E}">
        <p14:creationId xmlns:p14="http://schemas.microsoft.com/office/powerpoint/2010/main" val="32617332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AEBE7-FD2B-88F5-E931-A518D71682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94AA6D-E9CD-0705-60ED-6BCA440BF0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B62F94-B806-5C40-B6CD-A3B36A512CE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18F4ABC-1012-EFB2-213B-9197C99E72B5}"/>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22121981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8485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20724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12293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9"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4285562"/>
      </p:ext>
    </p:extLst>
  </p:cSld>
  <p:clrMap bg1="lt1" tx1="dk1" bg2="lt2" tx2="dk2" accent1="accent1" accent2="accent2" accent3="accent3" accent4="accent4" accent5="accent5" accent6="accent6" hlink="hlink" folHlink="folHlink"/>
  <p:sldLayoutIdLst>
    <p:sldLayoutId id="2147483662" r:id="rId1"/>
    <p:sldLayoutId id="2147483678"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B8913B"/>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731520" y="777240"/>
            <a:ext cx="10058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a:ln>
                  <a:noFill/>
                </a:ln>
                <a:solidFill>
                  <a:srgbClr val="B8913B"/>
                </a:solidFill>
                <a:effectLst/>
                <a:uLnTx/>
                <a:uFillTx/>
                <a:latin typeface="Calibri" pitchFamily="34" charset="0"/>
                <a:ea typeface="Calibri" pitchFamily="34" charset="-122"/>
                <a:cs typeface="Calibri" pitchFamily="34" charset="-120"/>
              </a:rPr>
              <a:t>ARTIZENT  ·  DATA &amp; AI PRACTICE  ·  MICROSOFT FABRIC FEATURED PARTNER</a:t>
            </a:r>
            <a:endParaRPr kumimoji="0" lang="en-US" sz="11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 2"/>
          <p:cNvSpPr/>
          <p:nvPr/>
        </p:nvSpPr>
        <p:spPr>
          <a:xfrm>
            <a:off x="731520" y="1965960"/>
            <a:ext cx="10698480" cy="1737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A1628"/>
                </a:solidFill>
                <a:effectLst/>
                <a:uLnTx/>
                <a:uFillTx/>
                <a:latin typeface="Georgia" pitchFamily="34" charset="0"/>
                <a:ea typeface="Georgia" pitchFamily="34" charset="-122"/>
                <a:cs typeface="Georgia" pitchFamily="34" charset="-120"/>
              </a:rPr>
              <a:t>Autonomous Agentic AI</a:t>
            </a:r>
            <a:endParaRPr kumimoji="0" lang="en-US" sz="4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rgbClr val="0A1628"/>
                </a:solidFill>
                <a:effectLst/>
                <a:uLnTx/>
                <a:uFillTx/>
                <a:latin typeface="Georgia" pitchFamily="34" charset="0"/>
                <a:ea typeface="Georgia" pitchFamily="34" charset="-122"/>
                <a:cs typeface="Georgia" pitchFamily="34" charset="-120"/>
              </a:rPr>
              <a:t>on Microsoft Fabric</a:t>
            </a:r>
            <a:endParaRPr kumimoji="0" lang="en-US" sz="40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p:cNvSpPr/>
          <p:nvPr/>
        </p:nvSpPr>
        <p:spPr>
          <a:xfrm>
            <a:off x="731520" y="3794760"/>
            <a:ext cx="987552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srgbClr val="2BA3B3"/>
                </a:solidFill>
                <a:effectLst/>
                <a:uLnTx/>
                <a:uFillTx/>
                <a:latin typeface="Georgia" pitchFamily="34" charset="0"/>
                <a:ea typeface="Georgia" pitchFamily="34" charset="-122"/>
                <a:cs typeface="Georgia" pitchFamily="34" charset="-120"/>
              </a:rPr>
              <a:t>Artizent's proposal for Project ELEVATE — governed, conversational analytics for Better Companies</a:t>
            </a: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731520" y="4709160"/>
            <a:ext cx="98755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a:ln>
                  <a:noFill/>
                </a:ln>
                <a:solidFill>
                  <a:srgbClr val="0A1628"/>
                </a:solidFill>
                <a:effectLst/>
                <a:uLnTx/>
                <a:uFillTx/>
                <a:latin typeface="Calibri" pitchFamily="34" charset="0"/>
                <a:ea typeface="Calibri" pitchFamily="34" charset="-122"/>
                <a:cs typeface="Calibri" pitchFamily="34" charset="-120"/>
              </a:rPr>
              <a:t>In response to the Better Companies RFP: Autonomous Agentic AI Capabilities on Microsoft Fabric</a:t>
            </a:r>
            <a:endParaRPr kumimoji="0" lang="en-US" sz="1250" b="0" i="0" u="none" strike="noStrike" kern="1200" cap="none" spc="0" normalizeH="0" baseline="0" noProof="0">
              <a:ln>
                <a:noFill/>
              </a:ln>
              <a:solidFill>
                <a:srgbClr val="0A1628"/>
              </a:solidFill>
              <a:effectLst/>
              <a:uLnTx/>
              <a:uFillTx/>
              <a:latin typeface="Calibri" panose="020F0502020204030204"/>
              <a:ea typeface="+mn-ea"/>
              <a:cs typeface="+mn-cs"/>
            </a:endParaRPr>
          </a:p>
        </p:txBody>
      </p:sp>
      <p:sp>
        <p:nvSpPr>
          <p:cNvPr id="7" name="Text 5"/>
          <p:cNvSpPr/>
          <p:nvPr/>
        </p:nvSpPr>
        <p:spPr>
          <a:xfrm>
            <a:off x="731520" y="5806440"/>
            <a:ext cx="96012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A1628"/>
                </a:solidFill>
                <a:effectLst/>
                <a:uLnTx/>
                <a:uFillTx/>
                <a:latin typeface="Calibri" pitchFamily="34" charset="0"/>
                <a:ea typeface="Calibri" pitchFamily="34" charset="-122"/>
                <a:cs typeface="Calibri" pitchFamily="34" charset="-120"/>
              </a:rPr>
              <a:t>Prepared for Better Companies LLC   ·   Submitted July 2026   ·   Confidential</a:t>
            </a:r>
            <a:endParaRPr kumimoji="0" lang="en-US" sz="1200" b="0" i="0" u="none" strike="noStrike" kern="1200" cap="none" spc="0" normalizeH="0" baseline="0" noProof="0">
              <a:ln>
                <a:noFill/>
              </a:ln>
              <a:solidFill>
                <a:srgbClr val="0A1628"/>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INTRODUCTION</a:t>
            </a:r>
            <a:endParaRPr lang="en-US" sz="1000"/>
          </a:p>
        </p:txBody>
      </p:sp>
      <p:sp>
        <p:nvSpPr>
          <p:cNvPr id="5" name="Text 3"/>
          <p:cNvSpPr/>
          <p:nvPr/>
        </p:nvSpPr>
        <p:spPr>
          <a:xfrm>
            <a:off x="548640" y="457200"/>
            <a:ext cx="11064240" cy="548640"/>
          </a:xfrm>
          <a:prstGeom prst="rect">
            <a:avLst/>
          </a:prstGeom>
          <a:noFill/>
          <a:ln/>
        </p:spPr>
        <p:txBody>
          <a:bodyPr wrap="square" lIns="0" tIns="0" rIns="0" bIns="0" rtlCol="0" anchor="ctr"/>
          <a:lstStyle/>
          <a:p>
            <a:pPr marL="0" indent="0">
              <a:buNone/>
            </a:pPr>
            <a:r>
              <a:rPr lang="en-US" sz="2500" b="1">
                <a:solidFill>
                  <a:srgbClr val="0A1628"/>
                </a:solidFill>
                <a:latin typeface="Georgia" pitchFamily="34" charset="0"/>
                <a:ea typeface="Georgia" pitchFamily="34" charset="-122"/>
                <a:cs typeface="Georgia" pitchFamily="34" charset="-120"/>
              </a:rPr>
              <a:t>You built the foundation. Now let people talk to it.</a:t>
            </a:r>
            <a:endParaRPr lang="en-US" sz="2500"/>
          </a:p>
        </p:txBody>
      </p:sp>
      <p:sp>
        <p:nvSpPr>
          <p:cNvPr id="6" name="Shape 4"/>
          <p:cNvSpPr/>
          <p:nvPr/>
        </p:nvSpPr>
        <p:spPr>
          <a:xfrm>
            <a:off x="566928" y="1024128"/>
            <a:ext cx="1371600" cy="32004"/>
          </a:xfrm>
          <a:prstGeom prst="rect">
            <a:avLst/>
          </a:prstGeom>
          <a:solidFill>
            <a:srgbClr val="B8913B"/>
          </a:solidFill>
          <a:ln/>
        </p:spPr>
        <p:txBody>
          <a:bodyPr/>
          <a:lstStyle/>
          <a:p>
            <a:endParaRPr lang="en-IN"/>
          </a:p>
        </p:txBody>
      </p:sp>
      <p:sp>
        <p:nvSpPr>
          <p:cNvPr id="7" name="Text 5"/>
          <p:cNvSpPr/>
          <p:nvPr/>
        </p:nvSpPr>
        <p:spPr>
          <a:xfrm>
            <a:off x="548640" y="1115568"/>
            <a:ext cx="11064240" cy="310896"/>
          </a:xfrm>
          <a:prstGeom prst="rect">
            <a:avLst/>
          </a:prstGeom>
          <a:noFill/>
          <a:ln/>
        </p:spPr>
        <p:txBody>
          <a:bodyPr wrap="square" lIns="0" tIns="0" rIns="0" bIns="0" rtlCol="0" anchor="ctr"/>
          <a:lstStyle/>
          <a:p>
            <a:pPr marL="0" indent="0">
              <a:buNone/>
            </a:pPr>
            <a:r>
              <a:rPr lang="en-US" sz="1200">
                <a:solidFill>
                  <a:srgbClr val="1F6F7A"/>
                </a:solidFill>
                <a:latin typeface="Calibri" pitchFamily="34" charset="0"/>
                <a:ea typeface="Calibri" pitchFamily="34" charset="-122"/>
                <a:cs typeface="Calibri" pitchFamily="34" charset="-120"/>
              </a:rPr>
              <a:t>Our understanding of what Better Companies is asking for — and why we're the natural partner to deliver it</a:t>
            </a:r>
            <a:endParaRPr lang="en-US" sz="1200"/>
          </a:p>
        </p:txBody>
      </p:sp>
      <p:sp>
        <p:nvSpPr>
          <p:cNvPr id="8" name="Text 6"/>
          <p:cNvSpPr/>
          <p:nvPr/>
        </p:nvSpPr>
        <p:spPr>
          <a:xfrm>
            <a:off x="548640" y="1572768"/>
            <a:ext cx="11064240" cy="777240"/>
          </a:xfrm>
          <a:prstGeom prst="rect">
            <a:avLst/>
          </a:prstGeom>
          <a:noFill/>
          <a:ln/>
        </p:spPr>
        <p:txBody>
          <a:bodyPr wrap="square" lIns="0" tIns="0" rIns="0" bIns="0" rtlCol="0" anchor="ctr"/>
          <a:lstStyle/>
          <a:p>
            <a:pPr marL="0" indent="0">
              <a:buNone/>
            </a:pPr>
            <a:r>
              <a:rPr lang="en-US" sz="1300">
                <a:solidFill>
                  <a:srgbClr val="1F2937"/>
                </a:solidFill>
                <a:latin typeface="Calibri" pitchFamily="34" charset="0"/>
                <a:ea typeface="Calibri" pitchFamily="34" charset="-122"/>
                <a:cs typeface="Calibri" pitchFamily="34" charset="-120"/>
              </a:rPr>
              <a:t>Project ELEVATE has done the hard part: a working Fabric platform, a governed Gold layer, sixty-plus reports the business actually uses. What's missing is the last step — and it's the one your executives feel every day. </a:t>
            </a:r>
            <a:r>
              <a:rPr lang="en-US" sz="1300" b="1">
                <a:solidFill>
                  <a:srgbClr val="0A1628"/>
                </a:solidFill>
                <a:latin typeface="Calibri" pitchFamily="34" charset="0"/>
                <a:ea typeface="Calibri" pitchFamily="34" charset="-122"/>
                <a:cs typeface="Calibri" pitchFamily="34" charset="-120"/>
              </a:rPr>
              <a:t>A manager shouldn't need to know which dashboard holds the answer. They should just ask.</a:t>
            </a:r>
            <a:endParaRPr lang="en-US" sz="1300"/>
          </a:p>
        </p:txBody>
      </p:sp>
      <p:sp>
        <p:nvSpPr>
          <p:cNvPr id="9" name="Shape 7"/>
          <p:cNvSpPr/>
          <p:nvPr/>
        </p:nvSpPr>
        <p:spPr>
          <a:xfrm>
            <a:off x="548640" y="2487168"/>
            <a:ext cx="5440680" cy="1682496"/>
          </a:xfrm>
          <a:prstGeom prst="roundRect">
            <a:avLst>
              <a:gd name="adj" fmla="val 3261"/>
            </a:avLst>
          </a:prstGeom>
          <a:solidFill>
            <a:srgbClr val="F8F7F3"/>
          </a:solidFill>
          <a:ln w="9525">
            <a:solidFill>
              <a:srgbClr val="E5E7EB"/>
            </a:solidFill>
            <a:prstDash val="solid"/>
          </a:ln>
        </p:spPr>
        <p:txBody>
          <a:bodyPr/>
          <a:lstStyle/>
          <a:p>
            <a:endParaRPr lang="en-IN"/>
          </a:p>
        </p:txBody>
      </p:sp>
      <p:sp>
        <p:nvSpPr>
          <p:cNvPr id="10" name="Shape 8"/>
          <p:cNvSpPr/>
          <p:nvPr/>
        </p:nvSpPr>
        <p:spPr>
          <a:xfrm>
            <a:off x="548640" y="2596896"/>
            <a:ext cx="64008" cy="1463040"/>
          </a:xfrm>
          <a:prstGeom prst="rect">
            <a:avLst/>
          </a:prstGeom>
          <a:solidFill>
            <a:srgbClr val="1F6F7A"/>
          </a:solidFill>
          <a:ln/>
        </p:spPr>
        <p:txBody>
          <a:bodyPr/>
          <a:lstStyle/>
          <a:p>
            <a:endParaRPr lang="en-IN"/>
          </a:p>
        </p:txBody>
      </p:sp>
      <p:sp>
        <p:nvSpPr>
          <p:cNvPr id="11" name="Text 9"/>
          <p:cNvSpPr/>
          <p:nvPr/>
        </p:nvSpPr>
        <p:spPr>
          <a:xfrm>
            <a:off x="804672" y="2596896"/>
            <a:ext cx="5029200" cy="310896"/>
          </a:xfrm>
          <a:prstGeom prst="rect">
            <a:avLst/>
          </a:prstGeom>
          <a:noFill/>
          <a:ln/>
        </p:spPr>
        <p:txBody>
          <a:bodyPr wrap="square" lIns="0" tIns="0" rIns="0" bIns="0" rtlCol="0" anchor="ctr"/>
          <a:lstStyle/>
          <a:p>
            <a:pPr marL="0" indent="0">
              <a:buNone/>
            </a:pPr>
            <a:r>
              <a:rPr lang="en-US" sz="1350" b="1">
                <a:solidFill>
                  <a:srgbClr val="0A1628"/>
                </a:solidFill>
                <a:latin typeface="Calibri" pitchFamily="34" charset="0"/>
                <a:ea typeface="Calibri" pitchFamily="34" charset="-122"/>
                <a:cs typeface="Calibri" pitchFamily="34" charset="-120"/>
              </a:rPr>
              <a:t>The RFP ask</a:t>
            </a:r>
            <a:endParaRPr lang="en-US" sz="1350"/>
          </a:p>
        </p:txBody>
      </p:sp>
      <p:sp>
        <p:nvSpPr>
          <p:cNvPr id="12" name="Text 10"/>
          <p:cNvSpPr/>
          <p:nvPr/>
        </p:nvSpPr>
        <p:spPr>
          <a:xfrm>
            <a:off x="804672" y="2961940"/>
            <a:ext cx="5047488" cy="936000"/>
          </a:xfrm>
          <a:prstGeom prst="rect">
            <a:avLst/>
          </a:prstGeom>
          <a:noFill/>
          <a:ln/>
        </p:spPr>
        <p:txBody>
          <a:bodyPr wrap="square" lIns="0" tIns="0" rIns="0" bIns="0" rtlCol="0" anchor="ctr"/>
          <a:lstStyle/>
          <a:p>
            <a:pPr marL="0" indent="0">
              <a:lnSpc>
                <a:spcPct val="110000"/>
              </a:lnSpc>
              <a:buNone/>
            </a:pPr>
            <a:r>
              <a:rPr lang="en-US" sz="1100">
                <a:solidFill>
                  <a:srgbClr val="1F2937"/>
                </a:solidFill>
                <a:latin typeface="Calibri" pitchFamily="34" charset="0"/>
                <a:ea typeface="Calibri" pitchFamily="34" charset="-122"/>
                <a:cs typeface="Calibri" pitchFamily="34" charset="-120"/>
              </a:rPr>
              <a:t>A production agent that answers plain-English (and spoken) questions over your Gold layer — with trends, variance, and predictions built in as reasoning, not canned reports. Delivered in Slack first, because that's where your people already are.</a:t>
            </a:r>
            <a:endParaRPr lang="en-US" sz="1100"/>
          </a:p>
        </p:txBody>
      </p:sp>
      <p:sp>
        <p:nvSpPr>
          <p:cNvPr id="13" name="Shape 11"/>
          <p:cNvSpPr/>
          <p:nvPr/>
        </p:nvSpPr>
        <p:spPr>
          <a:xfrm>
            <a:off x="6217920" y="2487168"/>
            <a:ext cx="5440680" cy="1682496"/>
          </a:xfrm>
          <a:prstGeom prst="roundRect">
            <a:avLst>
              <a:gd name="adj" fmla="val 3261"/>
            </a:avLst>
          </a:prstGeom>
          <a:solidFill>
            <a:srgbClr val="F8F7F3"/>
          </a:solidFill>
          <a:ln w="9525">
            <a:solidFill>
              <a:srgbClr val="E5E7EB"/>
            </a:solidFill>
            <a:prstDash val="solid"/>
          </a:ln>
        </p:spPr>
        <p:txBody>
          <a:bodyPr/>
          <a:lstStyle/>
          <a:p>
            <a:endParaRPr lang="en-IN"/>
          </a:p>
        </p:txBody>
      </p:sp>
      <p:sp>
        <p:nvSpPr>
          <p:cNvPr id="14" name="Shape 12"/>
          <p:cNvSpPr/>
          <p:nvPr/>
        </p:nvSpPr>
        <p:spPr>
          <a:xfrm>
            <a:off x="6217920" y="2596896"/>
            <a:ext cx="64008" cy="1463040"/>
          </a:xfrm>
          <a:prstGeom prst="rect">
            <a:avLst/>
          </a:prstGeom>
          <a:solidFill>
            <a:srgbClr val="1F6F7A"/>
          </a:solidFill>
          <a:ln/>
        </p:spPr>
        <p:txBody>
          <a:bodyPr/>
          <a:lstStyle/>
          <a:p>
            <a:endParaRPr lang="en-IN"/>
          </a:p>
        </p:txBody>
      </p:sp>
      <p:sp>
        <p:nvSpPr>
          <p:cNvPr id="15" name="Text 13"/>
          <p:cNvSpPr/>
          <p:nvPr/>
        </p:nvSpPr>
        <p:spPr>
          <a:xfrm>
            <a:off x="6473952" y="2596896"/>
            <a:ext cx="5029200" cy="310896"/>
          </a:xfrm>
          <a:prstGeom prst="rect">
            <a:avLst/>
          </a:prstGeom>
          <a:noFill/>
          <a:ln/>
        </p:spPr>
        <p:txBody>
          <a:bodyPr wrap="square" lIns="0" tIns="0" rIns="0" bIns="0" rtlCol="0" anchor="ctr"/>
          <a:lstStyle/>
          <a:p>
            <a:pPr marL="0" indent="0">
              <a:buNone/>
            </a:pPr>
            <a:r>
              <a:rPr lang="en-US" sz="1350" b="1">
                <a:solidFill>
                  <a:srgbClr val="0A1628"/>
                </a:solidFill>
                <a:latin typeface="Calibri" pitchFamily="34" charset="0"/>
                <a:ea typeface="Calibri" pitchFamily="34" charset="-122"/>
                <a:cs typeface="Calibri" pitchFamily="34" charset="-120"/>
              </a:rPr>
              <a:t>Governed from day one</a:t>
            </a:r>
            <a:endParaRPr lang="en-US" sz="1350"/>
          </a:p>
        </p:txBody>
      </p:sp>
      <p:sp>
        <p:nvSpPr>
          <p:cNvPr id="16" name="Text 14"/>
          <p:cNvSpPr/>
          <p:nvPr/>
        </p:nvSpPr>
        <p:spPr>
          <a:xfrm>
            <a:off x="6473952" y="2961940"/>
            <a:ext cx="5047488" cy="936000"/>
          </a:xfrm>
          <a:prstGeom prst="rect">
            <a:avLst/>
          </a:prstGeom>
          <a:noFill/>
          <a:ln/>
        </p:spPr>
        <p:txBody>
          <a:bodyPr wrap="square" lIns="0" tIns="0" rIns="0" bIns="0" rtlCol="0" anchor="ctr"/>
          <a:lstStyle/>
          <a:p>
            <a:pPr marL="0" indent="0">
              <a:lnSpc>
                <a:spcPct val="110000"/>
              </a:lnSpc>
              <a:buNone/>
            </a:pPr>
            <a:r>
              <a:rPr lang="en-US" sz="1100">
                <a:solidFill>
                  <a:srgbClr val="1F2937"/>
                </a:solidFill>
                <a:latin typeface="Calibri" pitchFamily="34" charset="0"/>
                <a:ea typeface="Calibri" pitchFamily="34" charset="-122"/>
                <a:cs typeface="Calibri" pitchFamily="34" charset="-120"/>
              </a:rPr>
              <a:t>Your three-tier RBAC stays exactly as it is — the agent inherits it, never bypasses it. PII never reaches a prompt unmasked. Every question and answer is logged, auditable, and grounded in your data, with guardrails tested before a single user touches it.</a:t>
            </a:r>
            <a:endParaRPr lang="en-US" sz="1100"/>
          </a:p>
        </p:txBody>
      </p:sp>
      <p:sp>
        <p:nvSpPr>
          <p:cNvPr id="17" name="Shape 15"/>
          <p:cNvSpPr/>
          <p:nvPr/>
        </p:nvSpPr>
        <p:spPr>
          <a:xfrm>
            <a:off x="548640" y="4297680"/>
            <a:ext cx="5440680" cy="1682496"/>
          </a:xfrm>
          <a:prstGeom prst="roundRect">
            <a:avLst>
              <a:gd name="adj" fmla="val 3261"/>
            </a:avLst>
          </a:prstGeom>
          <a:solidFill>
            <a:srgbClr val="F8F7F3"/>
          </a:solidFill>
          <a:ln w="9525">
            <a:solidFill>
              <a:srgbClr val="E5E7EB"/>
            </a:solidFill>
            <a:prstDash val="solid"/>
          </a:ln>
        </p:spPr>
        <p:txBody>
          <a:bodyPr/>
          <a:lstStyle/>
          <a:p>
            <a:endParaRPr lang="en-IN"/>
          </a:p>
        </p:txBody>
      </p:sp>
      <p:sp>
        <p:nvSpPr>
          <p:cNvPr id="18" name="Shape 16"/>
          <p:cNvSpPr/>
          <p:nvPr/>
        </p:nvSpPr>
        <p:spPr>
          <a:xfrm>
            <a:off x="548640" y="4407408"/>
            <a:ext cx="64008" cy="1463040"/>
          </a:xfrm>
          <a:prstGeom prst="rect">
            <a:avLst/>
          </a:prstGeom>
          <a:solidFill>
            <a:srgbClr val="B8913B"/>
          </a:solidFill>
          <a:ln/>
        </p:spPr>
        <p:txBody>
          <a:bodyPr/>
          <a:lstStyle/>
          <a:p>
            <a:endParaRPr lang="en-IN"/>
          </a:p>
        </p:txBody>
      </p:sp>
      <p:sp>
        <p:nvSpPr>
          <p:cNvPr id="19" name="Text 17"/>
          <p:cNvSpPr/>
          <p:nvPr/>
        </p:nvSpPr>
        <p:spPr>
          <a:xfrm>
            <a:off x="804672" y="4407408"/>
            <a:ext cx="5029200" cy="310896"/>
          </a:xfrm>
          <a:prstGeom prst="rect">
            <a:avLst/>
          </a:prstGeom>
          <a:noFill/>
          <a:ln/>
        </p:spPr>
        <p:txBody>
          <a:bodyPr wrap="square" lIns="0" tIns="0" rIns="0" bIns="0" rtlCol="0" anchor="ctr"/>
          <a:lstStyle/>
          <a:p>
            <a:pPr marL="0" indent="0">
              <a:buNone/>
            </a:pPr>
            <a:r>
              <a:rPr lang="en-US" sz="1350" b="1">
                <a:solidFill>
                  <a:srgbClr val="0A1628"/>
                </a:solidFill>
                <a:latin typeface="Calibri" pitchFamily="34" charset="0"/>
                <a:ea typeface="Calibri" pitchFamily="34" charset="-122"/>
                <a:cs typeface="Calibri" pitchFamily="34" charset="-120"/>
              </a:rPr>
              <a:t>We have fair idea on estate</a:t>
            </a:r>
            <a:endParaRPr lang="en-US" sz="1350"/>
          </a:p>
        </p:txBody>
      </p:sp>
      <p:sp>
        <p:nvSpPr>
          <p:cNvPr id="20" name="Text 18"/>
          <p:cNvSpPr/>
          <p:nvPr/>
        </p:nvSpPr>
        <p:spPr>
          <a:xfrm>
            <a:off x="804672" y="4772452"/>
            <a:ext cx="5047488" cy="936000"/>
          </a:xfrm>
          <a:prstGeom prst="rect">
            <a:avLst/>
          </a:prstGeom>
          <a:noFill/>
          <a:ln/>
        </p:spPr>
        <p:txBody>
          <a:bodyPr wrap="square" lIns="0" tIns="0" rIns="0" bIns="0" rtlCol="0" anchor="ctr"/>
          <a:lstStyle/>
          <a:p>
            <a:pPr marL="0" indent="0">
              <a:lnSpc>
                <a:spcPct val="110000"/>
              </a:lnSpc>
              <a:buNone/>
            </a:pPr>
            <a:r>
              <a:rPr lang="en-US" sz="1100">
                <a:solidFill>
                  <a:srgbClr val="1F2937"/>
                </a:solidFill>
                <a:latin typeface="Calibri" pitchFamily="34" charset="0"/>
                <a:ea typeface="Calibri" pitchFamily="34" charset="-122"/>
                <a:cs typeface="Calibri" pitchFamily="34" charset="-120"/>
              </a:rPr>
              <a:t>We have discussed about your Fabric environment at length. Our Discovery phase will validate rather than explore — which is why we can commit to a fixed price and a 16-week path to production.</a:t>
            </a:r>
            <a:endParaRPr lang="en-US" sz="1100"/>
          </a:p>
        </p:txBody>
      </p:sp>
      <p:sp>
        <p:nvSpPr>
          <p:cNvPr id="21" name="Shape 19"/>
          <p:cNvSpPr/>
          <p:nvPr/>
        </p:nvSpPr>
        <p:spPr>
          <a:xfrm>
            <a:off x="6217920" y="4297680"/>
            <a:ext cx="5440680" cy="1682496"/>
          </a:xfrm>
          <a:prstGeom prst="roundRect">
            <a:avLst>
              <a:gd name="adj" fmla="val 3261"/>
            </a:avLst>
          </a:prstGeom>
          <a:solidFill>
            <a:srgbClr val="F8F7F3"/>
          </a:solidFill>
          <a:ln w="9525">
            <a:solidFill>
              <a:srgbClr val="E5E7EB"/>
            </a:solidFill>
            <a:prstDash val="solid"/>
          </a:ln>
        </p:spPr>
        <p:txBody>
          <a:bodyPr/>
          <a:lstStyle/>
          <a:p>
            <a:endParaRPr lang="en-IN"/>
          </a:p>
        </p:txBody>
      </p:sp>
      <p:sp>
        <p:nvSpPr>
          <p:cNvPr id="22" name="Shape 20"/>
          <p:cNvSpPr/>
          <p:nvPr/>
        </p:nvSpPr>
        <p:spPr>
          <a:xfrm>
            <a:off x="6217920" y="4407408"/>
            <a:ext cx="64008" cy="1463040"/>
          </a:xfrm>
          <a:prstGeom prst="rect">
            <a:avLst/>
          </a:prstGeom>
          <a:solidFill>
            <a:srgbClr val="1F6F7A"/>
          </a:solidFill>
          <a:ln/>
        </p:spPr>
        <p:txBody>
          <a:bodyPr/>
          <a:lstStyle/>
          <a:p>
            <a:endParaRPr lang="en-IN"/>
          </a:p>
        </p:txBody>
      </p:sp>
      <p:sp>
        <p:nvSpPr>
          <p:cNvPr id="23" name="Text 21"/>
          <p:cNvSpPr/>
          <p:nvPr/>
        </p:nvSpPr>
        <p:spPr>
          <a:xfrm>
            <a:off x="6473952" y="4407408"/>
            <a:ext cx="5029200" cy="310896"/>
          </a:xfrm>
          <a:prstGeom prst="rect">
            <a:avLst/>
          </a:prstGeom>
          <a:noFill/>
          <a:ln/>
        </p:spPr>
        <p:txBody>
          <a:bodyPr wrap="square" lIns="0" tIns="0" rIns="0" bIns="0" rtlCol="0" anchor="ctr"/>
          <a:lstStyle/>
          <a:p>
            <a:pPr marL="0" indent="0">
              <a:buNone/>
            </a:pPr>
            <a:r>
              <a:rPr lang="en-US" sz="1350" b="1">
                <a:solidFill>
                  <a:srgbClr val="0A1628"/>
                </a:solidFill>
                <a:latin typeface="Calibri" pitchFamily="34" charset="0"/>
                <a:ea typeface="Calibri" pitchFamily="34" charset="-122"/>
                <a:cs typeface="Calibri" pitchFamily="34" charset="-120"/>
              </a:rPr>
              <a:t>Cost-aware by design</a:t>
            </a:r>
            <a:endParaRPr lang="en-US" sz="1350"/>
          </a:p>
        </p:txBody>
      </p:sp>
      <p:sp>
        <p:nvSpPr>
          <p:cNvPr id="24" name="Text 22"/>
          <p:cNvSpPr/>
          <p:nvPr/>
        </p:nvSpPr>
        <p:spPr>
          <a:xfrm>
            <a:off x="6473952" y="4772452"/>
            <a:ext cx="5047488" cy="936000"/>
          </a:xfrm>
          <a:prstGeom prst="rect">
            <a:avLst/>
          </a:prstGeom>
          <a:noFill/>
          <a:ln/>
        </p:spPr>
        <p:txBody>
          <a:bodyPr wrap="square" lIns="0" tIns="0" rIns="0" bIns="0" rtlCol="0" anchor="ctr"/>
          <a:lstStyle/>
          <a:p>
            <a:pPr marL="0" indent="0">
              <a:lnSpc>
                <a:spcPct val="110000"/>
              </a:lnSpc>
              <a:buNone/>
            </a:pPr>
            <a:r>
              <a:rPr lang="en-US" sz="1100">
                <a:solidFill>
                  <a:srgbClr val="1F2937"/>
                </a:solidFill>
                <a:latin typeface="Calibri" pitchFamily="34" charset="0"/>
                <a:ea typeface="Calibri" pitchFamily="34" charset="-122"/>
                <a:cs typeface="Calibri" pitchFamily="34" charset="-120"/>
              </a:rPr>
              <a:t>A routing engine sends each question to the cheapest model that can answer it well. At your stated 500 queries a day, we estimate roughly 2–4 cents per query — with an admin console that shows your team the spend, by model, in real time.</a:t>
            </a:r>
            <a:endParaRPr lang="en-US" sz="1100"/>
          </a:p>
        </p:txBody>
      </p:sp>
      <p:sp>
        <p:nvSpPr>
          <p:cNvPr id="26" name="Text 1">
            <a:extLst>
              <a:ext uri="{FF2B5EF4-FFF2-40B4-BE49-F238E27FC236}">
                <a16:creationId xmlns:a16="http://schemas.microsoft.com/office/drawing/2014/main" id="{B369F7CD-DE5F-63D0-4686-911D332C8C17}"/>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2</a:t>
            </a:fld>
            <a:endParaRPr lang="en-US"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OUR UNDERSTANDING OF THE SCOPE</a:t>
            </a:r>
            <a:endParaRPr lang="en-US" sz="1000"/>
          </a:p>
        </p:txBody>
      </p:sp>
      <p:sp>
        <p:nvSpPr>
          <p:cNvPr id="5" name="Text 3"/>
          <p:cNvSpPr/>
          <p:nvPr/>
        </p:nvSpPr>
        <p:spPr>
          <a:xfrm>
            <a:off x="548640" y="457200"/>
            <a:ext cx="11064240" cy="548640"/>
          </a:xfrm>
          <a:prstGeom prst="rect">
            <a:avLst/>
          </a:prstGeom>
          <a:noFill/>
          <a:ln/>
        </p:spPr>
        <p:txBody>
          <a:bodyPr wrap="square" lIns="0" tIns="0" rIns="0" bIns="0" rtlCol="0" anchor="ctr"/>
          <a:lstStyle/>
          <a:p>
            <a:pPr marL="0" indent="0">
              <a:buNone/>
            </a:pPr>
            <a:r>
              <a:rPr lang="en-US" sz="2500" b="1">
                <a:solidFill>
                  <a:srgbClr val="0A1628"/>
                </a:solidFill>
                <a:latin typeface="Georgia" pitchFamily="34" charset="0"/>
                <a:ea typeface="Georgia" pitchFamily="34" charset="-122"/>
                <a:cs typeface="Georgia" pitchFamily="34" charset="-120"/>
              </a:rPr>
              <a:t>What we will build — and what we deliberately won't</a:t>
            </a:r>
            <a:endParaRPr lang="en-US" sz="2500"/>
          </a:p>
        </p:txBody>
      </p:sp>
      <p:sp>
        <p:nvSpPr>
          <p:cNvPr id="6" name="Shape 4"/>
          <p:cNvSpPr/>
          <p:nvPr/>
        </p:nvSpPr>
        <p:spPr>
          <a:xfrm>
            <a:off x="566928" y="1024128"/>
            <a:ext cx="1371600" cy="32004"/>
          </a:xfrm>
          <a:prstGeom prst="rect">
            <a:avLst/>
          </a:prstGeom>
          <a:solidFill>
            <a:srgbClr val="B8913B"/>
          </a:solidFill>
          <a:ln/>
        </p:spPr>
        <p:txBody>
          <a:bodyPr/>
          <a:lstStyle/>
          <a:p>
            <a:endParaRPr lang="en-IN"/>
          </a:p>
        </p:txBody>
      </p:sp>
      <p:sp>
        <p:nvSpPr>
          <p:cNvPr id="7" name="Text 5"/>
          <p:cNvSpPr/>
          <p:nvPr/>
        </p:nvSpPr>
        <p:spPr>
          <a:xfrm>
            <a:off x="548640" y="1115568"/>
            <a:ext cx="11064240" cy="310896"/>
          </a:xfrm>
          <a:prstGeom prst="rect">
            <a:avLst/>
          </a:prstGeom>
          <a:noFill/>
          <a:ln/>
        </p:spPr>
        <p:txBody>
          <a:bodyPr wrap="square" lIns="0" tIns="0" rIns="0" bIns="0" rtlCol="0" anchor="ctr"/>
          <a:lstStyle/>
          <a:p>
            <a:pPr marL="0" indent="0">
              <a:buNone/>
            </a:pPr>
            <a:r>
              <a:rPr lang="en-US" sz="1200">
                <a:solidFill>
                  <a:srgbClr val="1F6F7A"/>
                </a:solidFill>
                <a:latin typeface="Calibri" pitchFamily="34" charset="0"/>
                <a:ea typeface="Calibri" pitchFamily="34" charset="-122"/>
                <a:cs typeface="Calibri" pitchFamily="34" charset="-120"/>
              </a:rPr>
              <a:t>Scope of the Engagement</a:t>
            </a:r>
            <a:endParaRPr lang="en-US" sz="1200"/>
          </a:p>
        </p:txBody>
      </p:sp>
      <p:sp>
        <p:nvSpPr>
          <p:cNvPr id="8" name="Shape 6"/>
          <p:cNvSpPr/>
          <p:nvPr/>
        </p:nvSpPr>
        <p:spPr>
          <a:xfrm>
            <a:off x="548640" y="1572768"/>
            <a:ext cx="7223760" cy="4320000"/>
          </a:xfrm>
          <a:prstGeom prst="roundRect">
            <a:avLst>
              <a:gd name="adj" fmla="val 1132"/>
            </a:avLst>
          </a:prstGeom>
          <a:solidFill>
            <a:srgbClr val="F8F7F3"/>
          </a:solidFill>
          <a:ln w="9525">
            <a:solidFill>
              <a:srgbClr val="E5E7EB"/>
            </a:solidFill>
            <a:prstDash val="solid"/>
          </a:ln>
        </p:spPr>
        <p:txBody>
          <a:bodyPr/>
          <a:lstStyle/>
          <a:p>
            <a:endParaRPr lang="en-IN"/>
          </a:p>
        </p:txBody>
      </p:sp>
      <p:sp>
        <p:nvSpPr>
          <p:cNvPr id="9" name="Shape 7"/>
          <p:cNvSpPr/>
          <p:nvPr/>
        </p:nvSpPr>
        <p:spPr>
          <a:xfrm>
            <a:off x="548640" y="1716768"/>
            <a:ext cx="64008" cy="4032000"/>
          </a:xfrm>
          <a:prstGeom prst="rect">
            <a:avLst/>
          </a:prstGeom>
          <a:solidFill>
            <a:srgbClr val="1F6F7A"/>
          </a:solidFill>
          <a:ln/>
        </p:spPr>
        <p:txBody>
          <a:bodyPr/>
          <a:lstStyle/>
          <a:p>
            <a:endParaRPr lang="en-IN"/>
          </a:p>
        </p:txBody>
      </p:sp>
      <p:sp>
        <p:nvSpPr>
          <p:cNvPr id="10" name="Text 8"/>
          <p:cNvSpPr/>
          <p:nvPr/>
        </p:nvSpPr>
        <p:spPr>
          <a:xfrm>
            <a:off x="804672" y="1790792"/>
            <a:ext cx="6766560" cy="324000"/>
          </a:xfrm>
          <a:prstGeom prst="rect">
            <a:avLst/>
          </a:prstGeom>
          <a:noFill/>
          <a:ln/>
        </p:spPr>
        <p:txBody>
          <a:bodyPr wrap="square" lIns="0" tIns="0" rIns="0" bIns="0" rtlCol="0" anchor="ctr"/>
          <a:lstStyle/>
          <a:p>
            <a:pPr marL="0" indent="0">
              <a:buNone/>
            </a:pPr>
            <a:r>
              <a:rPr lang="en-US" sz="1250" b="1">
                <a:solidFill>
                  <a:srgbClr val="1F6F7A"/>
                </a:solidFill>
                <a:latin typeface="Calibri" pitchFamily="34" charset="0"/>
                <a:ea typeface="Calibri" pitchFamily="34" charset="-122"/>
                <a:cs typeface="Calibri" pitchFamily="34" charset="-120"/>
              </a:rPr>
              <a:t>IN SCOPE — the capability we will put in production</a:t>
            </a:r>
            <a:endParaRPr lang="en-US" sz="1250"/>
          </a:p>
        </p:txBody>
      </p:sp>
      <p:sp>
        <p:nvSpPr>
          <p:cNvPr id="11" name="Text 9"/>
          <p:cNvSpPr/>
          <p:nvPr/>
        </p:nvSpPr>
        <p:spPr>
          <a:xfrm>
            <a:off x="804672" y="2309307"/>
            <a:ext cx="6766560" cy="3240000"/>
          </a:xfrm>
          <a:prstGeom prst="rect">
            <a:avLst/>
          </a:prstGeom>
          <a:noFill/>
          <a:ln/>
        </p:spPr>
        <p:txBody>
          <a:bodyPr wrap="square" lIns="0" tIns="0" rIns="0" bIns="0" rtlCol="0" anchor="t"/>
          <a:lstStyle/>
          <a:p>
            <a:pPr marL="171450" indent="-171450">
              <a:lnSpc>
                <a:spcPct val="110000"/>
              </a:lnSpc>
              <a:spcAft>
                <a:spcPts val="700"/>
              </a:spcAft>
              <a:buSzPct val="100000"/>
              <a:buFont typeface="Arial" panose="020B0604020202020204" pitchFamily="34" charset="0"/>
              <a:buChar char="•"/>
            </a:pPr>
            <a:r>
              <a:rPr lang="en-US" sz="1100">
                <a:solidFill>
                  <a:srgbClr val="1F2937"/>
                </a:solidFill>
                <a:ea typeface="Calibri" pitchFamily="34" charset="-122"/>
                <a:cs typeface="Calibri" pitchFamily="34" charset="-120"/>
              </a:rPr>
              <a:t>Conversational NLQ over the Gold layer — plain-English answers, charts and trend visuals when asked</a:t>
            </a:r>
            <a:endParaRPr lang="en-US" sz="1100"/>
          </a:p>
          <a:p>
            <a:pPr marL="171450" indent="-171450">
              <a:lnSpc>
                <a:spcPct val="110000"/>
              </a:lnSpc>
              <a:spcAft>
                <a:spcPts val="700"/>
              </a:spcAft>
              <a:buSzPct val="100000"/>
              <a:buFont typeface="Arial" panose="020B0604020202020204" pitchFamily="34" charset="0"/>
              <a:buChar char="•"/>
            </a:pPr>
            <a:r>
              <a:rPr lang="en-US" sz="1100">
                <a:solidFill>
                  <a:srgbClr val="1F2937"/>
                </a:solidFill>
                <a:ea typeface="Calibri" pitchFamily="34" charset="-122"/>
                <a:cs typeface="Calibri" pitchFamily="34" charset="-120"/>
              </a:rPr>
              <a:t>Trend &amp; variance analytics — month-over-month, quarter-over-quarter, year-over-year — computed live, not pre-built</a:t>
            </a:r>
            <a:endParaRPr lang="en-US" sz="1100"/>
          </a:p>
          <a:p>
            <a:pPr marL="171450" indent="-171450">
              <a:lnSpc>
                <a:spcPct val="110000"/>
              </a:lnSpc>
              <a:spcAft>
                <a:spcPts val="700"/>
              </a:spcAft>
              <a:buSzPct val="100000"/>
              <a:buFont typeface="Arial" panose="020B0604020202020204" pitchFamily="34" charset="0"/>
              <a:buChar char="•"/>
            </a:pPr>
            <a:r>
              <a:rPr lang="en-US" sz="1100">
                <a:solidFill>
                  <a:srgbClr val="1F2937"/>
                </a:solidFill>
                <a:ea typeface="Calibri" pitchFamily="34" charset="-122"/>
                <a:cs typeface="Calibri" pitchFamily="34" charset="-120"/>
              </a:rPr>
              <a:t>Predictive models trained on your Gold history — forward-looking answers, clearly labeled as predictions</a:t>
            </a:r>
            <a:endParaRPr lang="en-US" sz="1100"/>
          </a:p>
          <a:p>
            <a:pPr marL="171450" indent="-171450">
              <a:lnSpc>
                <a:spcPct val="110000"/>
              </a:lnSpc>
              <a:spcAft>
                <a:spcPts val="700"/>
              </a:spcAft>
              <a:buSzPct val="100000"/>
              <a:buFont typeface="Arial" panose="020B0604020202020204" pitchFamily="34" charset="0"/>
              <a:buChar char="•"/>
            </a:pPr>
            <a:r>
              <a:rPr lang="en-US" sz="1100">
                <a:solidFill>
                  <a:srgbClr val="1F2937"/>
                </a:solidFill>
                <a:ea typeface="Calibri" pitchFamily="34" charset="-122"/>
                <a:cs typeface="Calibri" pitchFamily="34" charset="-120"/>
              </a:rPr>
              <a:t>Agent, customer/account, and team analytics for the three personas — deals signed, resolution rate, first payment rate and more</a:t>
            </a:r>
            <a:endParaRPr lang="en-US" sz="1100"/>
          </a:p>
          <a:p>
            <a:pPr marL="171450" indent="-171450">
              <a:lnSpc>
                <a:spcPct val="110000"/>
              </a:lnSpc>
              <a:spcAft>
                <a:spcPts val="700"/>
              </a:spcAft>
              <a:buSzPct val="100000"/>
              <a:buFont typeface="Arial" panose="020B0604020202020204" pitchFamily="34" charset="0"/>
              <a:buChar char="•"/>
            </a:pPr>
            <a:r>
              <a:rPr lang="en-US" sz="1100">
                <a:solidFill>
                  <a:srgbClr val="1F2937"/>
                </a:solidFill>
                <a:ea typeface="Calibri" pitchFamily="34" charset="-122"/>
                <a:cs typeface="Calibri" pitchFamily="34" charset="-120"/>
              </a:rPr>
              <a:t>Three-tier RBAC (Agent / Manager / Executive) preserved and enforced on every interaction</a:t>
            </a:r>
            <a:endParaRPr lang="en-US" sz="1100"/>
          </a:p>
          <a:p>
            <a:pPr marL="171450" indent="-171450">
              <a:lnSpc>
                <a:spcPct val="110000"/>
              </a:lnSpc>
              <a:spcAft>
                <a:spcPts val="700"/>
              </a:spcAft>
              <a:buSzPct val="100000"/>
              <a:buFont typeface="Arial" panose="020B0604020202020204" pitchFamily="34" charset="0"/>
              <a:buChar char="•"/>
            </a:pPr>
            <a:r>
              <a:rPr lang="en-US" sz="1100">
                <a:solidFill>
                  <a:srgbClr val="1F2937"/>
                </a:solidFill>
                <a:ea typeface="Calibri" pitchFamily="34" charset="-122"/>
                <a:cs typeface="Calibri" pitchFamily="34" charset="-120"/>
              </a:rPr>
              <a:t>Slack as the primary channel, plus a GPT-style chat client and a lightweight admin console</a:t>
            </a:r>
            <a:endParaRPr lang="en-US" sz="1100"/>
          </a:p>
          <a:p>
            <a:pPr marL="171450" indent="-171450">
              <a:lnSpc>
                <a:spcPct val="110000"/>
              </a:lnSpc>
              <a:spcAft>
                <a:spcPts val="700"/>
              </a:spcAft>
              <a:buSzPct val="100000"/>
              <a:buFont typeface="Arial" panose="020B0604020202020204" pitchFamily="34" charset="0"/>
              <a:buChar char="•"/>
            </a:pPr>
            <a:r>
              <a:rPr lang="en-US" sz="1100">
                <a:solidFill>
                  <a:srgbClr val="1F2937"/>
                </a:solidFill>
                <a:ea typeface="Calibri" pitchFamily="34" charset="-122"/>
                <a:cs typeface="Calibri" pitchFamily="34" charset="-120"/>
              </a:rPr>
              <a:t>Voice in and voice out — a real spoken conversation, not voice-to-text bolted on</a:t>
            </a:r>
            <a:endParaRPr lang="en-US" sz="1100"/>
          </a:p>
          <a:p>
            <a:pPr marL="171450" indent="-171450">
              <a:lnSpc>
                <a:spcPct val="110000"/>
              </a:lnSpc>
              <a:spcAft>
                <a:spcPts val="700"/>
              </a:spcAft>
              <a:buSzPct val="100000"/>
              <a:buFont typeface="Arial" panose="020B0604020202020204" pitchFamily="34" charset="0"/>
              <a:buChar char="•"/>
            </a:pPr>
            <a:r>
              <a:rPr lang="en-US" sz="1100">
                <a:solidFill>
                  <a:srgbClr val="1F2937"/>
                </a:solidFill>
                <a:ea typeface="Calibri" pitchFamily="34" charset="-122"/>
                <a:cs typeface="Calibri" pitchFamily="34" charset="-120"/>
              </a:rPr>
              <a:t>Model-agnostic, cost-aware routing with token-threshold rules and manual overrides</a:t>
            </a:r>
            <a:endParaRPr lang="en-US" sz="1100"/>
          </a:p>
          <a:p>
            <a:pPr marL="171450" indent="-171450">
              <a:lnSpc>
                <a:spcPct val="110000"/>
              </a:lnSpc>
              <a:spcAft>
                <a:spcPts val="700"/>
              </a:spcAft>
              <a:buSzPct val="100000"/>
              <a:buFont typeface="Arial" panose="020B0604020202020204" pitchFamily="34" charset="0"/>
              <a:buChar char="•"/>
            </a:pPr>
            <a:r>
              <a:rPr lang="en-US" sz="1100">
                <a:solidFill>
                  <a:srgbClr val="1F2937"/>
                </a:solidFill>
                <a:ea typeface="Calibri" pitchFamily="34" charset="-122"/>
                <a:cs typeface="Calibri" pitchFamily="34" charset="-120"/>
              </a:rPr>
              <a:t>Discovery hardening: data dictionary refinement, dataset grouping, Power BI reverse engineering, and the 20–50 question bank as the QA baseline</a:t>
            </a:r>
            <a:endParaRPr lang="en-US" sz="1100"/>
          </a:p>
        </p:txBody>
      </p:sp>
      <p:sp>
        <p:nvSpPr>
          <p:cNvPr id="12" name="Shape 10"/>
          <p:cNvSpPr/>
          <p:nvPr/>
        </p:nvSpPr>
        <p:spPr>
          <a:xfrm>
            <a:off x="8001000" y="1572768"/>
            <a:ext cx="3611880" cy="4320000"/>
          </a:xfrm>
          <a:prstGeom prst="roundRect">
            <a:avLst>
              <a:gd name="adj" fmla="val 1519"/>
            </a:avLst>
          </a:prstGeom>
          <a:solidFill>
            <a:srgbClr val="F4F1EA"/>
          </a:solidFill>
          <a:ln w="9525">
            <a:solidFill>
              <a:srgbClr val="E5E7EB"/>
            </a:solidFill>
            <a:prstDash val="solid"/>
          </a:ln>
        </p:spPr>
        <p:txBody>
          <a:bodyPr/>
          <a:lstStyle/>
          <a:p>
            <a:endParaRPr lang="en-IN"/>
          </a:p>
        </p:txBody>
      </p:sp>
      <p:sp>
        <p:nvSpPr>
          <p:cNvPr id="13" name="Shape 11"/>
          <p:cNvSpPr/>
          <p:nvPr/>
        </p:nvSpPr>
        <p:spPr>
          <a:xfrm>
            <a:off x="8001000" y="1716768"/>
            <a:ext cx="64008" cy="4032000"/>
          </a:xfrm>
          <a:prstGeom prst="rect">
            <a:avLst/>
          </a:prstGeom>
          <a:solidFill>
            <a:srgbClr val="B8913B"/>
          </a:solidFill>
          <a:ln/>
        </p:spPr>
        <p:txBody>
          <a:bodyPr/>
          <a:lstStyle/>
          <a:p>
            <a:endParaRPr lang="en-IN"/>
          </a:p>
        </p:txBody>
      </p:sp>
      <p:sp>
        <p:nvSpPr>
          <p:cNvPr id="14" name="Text 12"/>
          <p:cNvSpPr/>
          <p:nvPr/>
        </p:nvSpPr>
        <p:spPr>
          <a:xfrm>
            <a:off x="8247888" y="1790792"/>
            <a:ext cx="3200400" cy="324000"/>
          </a:xfrm>
          <a:prstGeom prst="rect">
            <a:avLst/>
          </a:prstGeom>
          <a:noFill/>
          <a:ln/>
        </p:spPr>
        <p:txBody>
          <a:bodyPr wrap="square" lIns="0" tIns="0" rIns="0" bIns="0" rtlCol="0" anchor="ctr"/>
          <a:lstStyle/>
          <a:p>
            <a:pPr marL="0" indent="0">
              <a:buNone/>
            </a:pPr>
            <a:r>
              <a:rPr lang="en-US" sz="1250" b="1">
                <a:solidFill>
                  <a:srgbClr val="8A6A25"/>
                </a:solidFill>
                <a:latin typeface="Calibri" pitchFamily="34" charset="0"/>
                <a:ea typeface="Calibri" pitchFamily="34" charset="-122"/>
                <a:cs typeface="Calibri" pitchFamily="34" charset="-120"/>
              </a:rPr>
              <a:t>OUT OF SCOPE</a:t>
            </a:r>
            <a:endParaRPr lang="en-US" sz="1250"/>
          </a:p>
        </p:txBody>
      </p:sp>
      <p:sp>
        <p:nvSpPr>
          <p:cNvPr id="15" name="Text 13"/>
          <p:cNvSpPr/>
          <p:nvPr/>
        </p:nvSpPr>
        <p:spPr>
          <a:xfrm>
            <a:off x="8247888" y="2309307"/>
            <a:ext cx="3200400" cy="3240000"/>
          </a:xfrm>
          <a:prstGeom prst="rect">
            <a:avLst/>
          </a:prstGeom>
          <a:noFill/>
          <a:ln/>
        </p:spPr>
        <p:txBody>
          <a:bodyPr wrap="square" lIns="0" tIns="0" rIns="0" bIns="0" rtlCol="0" anchor="t"/>
          <a:lstStyle/>
          <a:p>
            <a:pPr marL="171450" indent="-171450">
              <a:lnSpc>
                <a:spcPct val="110000"/>
              </a:lnSpc>
              <a:spcAft>
                <a:spcPts val="800"/>
              </a:spcAft>
              <a:buSzPct val="100000"/>
              <a:buFont typeface="Arial" panose="020B0604020202020204" pitchFamily="34" charset="0"/>
              <a:buChar char="•"/>
            </a:pPr>
            <a:r>
              <a:rPr lang="en-US" sz="1100">
                <a:solidFill>
                  <a:srgbClr val="1F2937"/>
                </a:solidFill>
                <a:ea typeface="Calibri" pitchFamily="34" charset="-122"/>
                <a:cs typeface="Calibri" pitchFamily="34" charset="-120"/>
              </a:rPr>
              <a:t>External / macroeconomic data feeds</a:t>
            </a:r>
            <a:endParaRPr lang="en-US" sz="1100"/>
          </a:p>
          <a:p>
            <a:pPr marL="171450" indent="-171450">
              <a:lnSpc>
                <a:spcPct val="110000"/>
              </a:lnSpc>
              <a:spcAft>
                <a:spcPts val="800"/>
              </a:spcAft>
              <a:buSzPct val="100000"/>
              <a:buFont typeface="Arial" panose="020B0604020202020204" pitchFamily="34" charset="0"/>
              <a:buChar char="•"/>
            </a:pPr>
            <a:r>
              <a:rPr lang="en-US" sz="1100">
                <a:solidFill>
                  <a:srgbClr val="1F2937"/>
                </a:solidFill>
                <a:ea typeface="Calibri" pitchFamily="34" charset="-122"/>
                <a:cs typeface="Calibri" pitchFamily="34" charset="-120"/>
              </a:rPr>
              <a:t>NetSuite and ERP financials (not yet in Gold)</a:t>
            </a:r>
            <a:endParaRPr lang="en-US" sz="1100"/>
          </a:p>
          <a:p>
            <a:pPr marL="171450" indent="-171450">
              <a:lnSpc>
                <a:spcPct val="110000"/>
              </a:lnSpc>
              <a:spcAft>
                <a:spcPts val="800"/>
              </a:spcAft>
              <a:buSzPct val="100000"/>
              <a:buFont typeface="Arial" panose="020B0604020202020204" pitchFamily="34" charset="0"/>
              <a:buChar char="•"/>
            </a:pPr>
            <a:r>
              <a:rPr lang="en-US" sz="1100">
                <a:solidFill>
                  <a:srgbClr val="1F2937"/>
                </a:solidFill>
                <a:ea typeface="Calibri" pitchFamily="34" charset="-122"/>
                <a:cs typeface="Calibri" pitchFamily="34" charset="-120"/>
              </a:rPr>
              <a:t>Unstructured data sources</a:t>
            </a:r>
            <a:endParaRPr lang="en-US" sz="1100"/>
          </a:p>
          <a:p>
            <a:pPr marL="171450" indent="-171450">
              <a:lnSpc>
                <a:spcPct val="110000"/>
              </a:lnSpc>
              <a:spcAft>
                <a:spcPts val="800"/>
              </a:spcAft>
              <a:buSzPct val="100000"/>
              <a:buFont typeface="Arial" panose="020B0604020202020204" pitchFamily="34" charset="0"/>
              <a:buChar char="•"/>
            </a:pPr>
            <a:r>
              <a:rPr lang="en-US" sz="1100">
                <a:solidFill>
                  <a:srgbClr val="1F2937"/>
                </a:solidFill>
                <a:ea typeface="Calibri" pitchFamily="34" charset="-122"/>
                <a:cs typeface="Calibri" pitchFamily="34" charset="-120"/>
              </a:rPr>
              <a:t>Net-new Power BI reports — existing reports are reused and reverse-engineered, not rebuilt</a:t>
            </a:r>
            <a:endParaRPr lang="en-US" sz="1100"/>
          </a:p>
          <a:p>
            <a:pPr marL="171450" indent="-171450">
              <a:lnSpc>
                <a:spcPct val="110000"/>
              </a:lnSpc>
              <a:spcAft>
                <a:spcPts val="800"/>
              </a:spcAft>
              <a:buSzPct val="100000"/>
              <a:buFont typeface="Arial" panose="020B0604020202020204" pitchFamily="34" charset="0"/>
              <a:buChar char="•"/>
            </a:pPr>
            <a:r>
              <a:rPr lang="en-US" sz="1100">
                <a:solidFill>
                  <a:srgbClr val="1F2937"/>
                </a:solidFill>
                <a:ea typeface="Calibri" pitchFamily="34" charset="-122"/>
                <a:cs typeface="Calibri" pitchFamily="34" charset="-120"/>
              </a:rPr>
              <a:t>Changes to the core Fabric platform</a:t>
            </a:r>
            <a:endParaRPr lang="en-US" sz="1100"/>
          </a:p>
        </p:txBody>
      </p:sp>
      <p:sp>
        <p:nvSpPr>
          <p:cNvPr id="17" name="Text 1">
            <a:extLst>
              <a:ext uri="{FF2B5EF4-FFF2-40B4-BE49-F238E27FC236}">
                <a16:creationId xmlns:a16="http://schemas.microsoft.com/office/drawing/2014/main" id="{24C31CE9-5C9D-9B70-74AA-41DC40523792}"/>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3</a:t>
            </a:fld>
            <a:endParaRPr lang="en-US"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48640" y="384048"/>
            <a:ext cx="11094415" cy="274320"/>
          </a:xfrm>
          <a:prstGeom prst="rect">
            <a:avLst/>
          </a:prstGeom>
          <a:noFill/>
        </p:spPr>
        <p:txBody>
          <a:bodyPr wrap="square" lIns="45720" tIns="18288" rIns="45720" bIns="18288" anchor="t">
            <a:spAutoFit/>
          </a:bodyPr>
          <a:lstStyle/>
          <a:p>
            <a:pPr algn="l"/>
            <a:r>
              <a:rPr sz="1100" b="1" i="0">
                <a:solidFill>
                  <a:srgbClr val="1F6F7A"/>
                </a:solidFill>
                <a:latin typeface="Calibri"/>
              </a:rPr>
              <a:t>PROPOSED SOLUTION AND AI APPROACH</a:t>
            </a:r>
          </a:p>
        </p:txBody>
      </p:sp>
      <p:sp>
        <p:nvSpPr>
          <p:cNvPr id="4" name="TextBox 3"/>
          <p:cNvSpPr txBox="1"/>
          <p:nvPr/>
        </p:nvSpPr>
        <p:spPr>
          <a:xfrm>
            <a:off x="548640" y="658368"/>
            <a:ext cx="11094415" cy="822960"/>
          </a:xfrm>
          <a:prstGeom prst="rect">
            <a:avLst/>
          </a:prstGeom>
          <a:noFill/>
        </p:spPr>
        <p:txBody>
          <a:bodyPr wrap="square" lIns="45720" tIns="18288" rIns="45720" bIns="18288" anchor="t">
            <a:spAutoFit/>
          </a:bodyPr>
          <a:lstStyle/>
          <a:p>
            <a:pPr algn="l"/>
            <a:r>
              <a:rPr sz="2800" b="1" i="0">
                <a:solidFill>
                  <a:srgbClr val="0A1628"/>
                </a:solidFill>
                <a:latin typeface="Cambria"/>
              </a:rPr>
              <a:t>Six capabilities that reason over live Gold layer data</a:t>
            </a:r>
          </a:p>
        </p:txBody>
      </p:sp>
      <p:sp>
        <p:nvSpPr>
          <p:cNvPr id="5" name="Rounded Rectangle 4"/>
          <p:cNvSpPr/>
          <p:nvPr/>
        </p:nvSpPr>
        <p:spPr>
          <a:xfrm>
            <a:off x="548640" y="1600200"/>
            <a:ext cx="3515258" cy="2148840"/>
          </a:xfrm>
          <a:prstGeom prst="roundRect">
            <a:avLst>
              <a:gd name="adj" fmla="val 6365"/>
            </a:avLst>
          </a:prstGeom>
          <a:solidFill>
            <a:srgbClr val="F8F7F3"/>
          </a:solidFill>
          <a:ln w="9525">
            <a:solidFill>
              <a:srgbClr val="E5E7EB"/>
            </a:solidFill>
            <a:prstDash val="solid"/>
          </a:ln>
        </p:spPr>
        <p:txBody>
          <a:bodyPr/>
          <a:lstStyle/>
          <a:p>
            <a:endParaRPr>
              <a:solidFill>
                <a:schemeClr val="tx1"/>
              </a:solidFill>
            </a:endParaRPr>
          </a:p>
        </p:txBody>
      </p:sp>
      <p:sp>
        <p:nvSpPr>
          <p:cNvPr id="6" name="Oval 5"/>
          <p:cNvSpPr/>
          <p:nvPr/>
        </p:nvSpPr>
        <p:spPr>
          <a:xfrm>
            <a:off x="839995" y="1828800"/>
            <a:ext cx="402336" cy="402336"/>
          </a:xfrm>
          <a:prstGeom prst="ellipse">
            <a:avLst/>
          </a:prstGeom>
          <a:solidFill>
            <a:srgbClr val="0A1628"/>
          </a:solidFill>
          <a:ln w="19050">
            <a:solidFill>
              <a:srgbClr val="B891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7163" y="1922245"/>
            <a:ext cx="288000" cy="215444"/>
          </a:xfrm>
          <a:prstGeom prst="rect">
            <a:avLst/>
          </a:prstGeom>
          <a:noFill/>
        </p:spPr>
        <p:txBody>
          <a:bodyPr wrap="square" lIns="0" tIns="0" rIns="0" bIns="0" anchor="ctr">
            <a:spAutoFit/>
          </a:bodyPr>
          <a:lstStyle/>
          <a:p>
            <a:pPr algn="ctr"/>
            <a:r>
              <a:rPr sz="1400" b="1" i="0">
                <a:solidFill>
                  <a:srgbClr val="B8913B"/>
                </a:solidFill>
                <a:latin typeface="Cambria"/>
              </a:rPr>
              <a:t>1</a:t>
            </a:r>
          </a:p>
        </p:txBody>
      </p:sp>
      <p:sp>
        <p:nvSpPr>
          <p:cNvPr id="8" name="TextBox 7"/>
          <p:cNvSpPr txBox="1"/>
          <p:nvPr/>
        </p:nvSpPr>
        <p:spPr>
          <a:xfrm>
            <a:off x="1361203" y="1819656"/>
            <a:ext cx="2376000" cy="457200"/>
          </a:xfrm>
          <a:prstGeom prst="rect">
            <a:avLst/>
          </a:prstGeom>
          <a:noFill/>
        </p:spPr>
        <p:txBody>
          <a:bodyPr wrap="square" lIns="45720" tIns="18288" rIns="45720" bIns="18288" anchor="ctr">
            <a:spAutoFit/>
          </a:bodyPr>
          <a:lstStyle/>
          <a:p>
            <a:pPr algn="l"/>
            <a:r>
              <a:rPr sz="1500" b="1" i="0">
                <a:solidFill>
                  <a:srgbClr val="1F2937"/>
                </a:solidFill>
                <a:latin typeface="Cambria"/>
              </a:rPr>
              <a:t>Conversational NLQ</a:t>
            </a:r>
          </a:p>
        </p:txBody>
      </p:sp>
      <p:sp>
        <p:nvSpPr>
          <p:cNvPr id="9" name="TextBox 8"/>
          <p:cNvSpPr txBox="1"/>
          <p:nvPr/>
        </p:nvSpPr>
        <p:spPr>
          <a:xfrm>
            <a:off x="839995" y="2441448"/>
            <a:ext cx="3024000" cy="590931"/>
          </a:xfrm>
          <a:prstGeom prst="rect">
            <a:avLst/>
          </a:prstGeom>
          <a:noFill/>
        </p:spPr>
        <p:txBody>
          <a:bodyPr wrap="square" lIns="45720" tIns="18288" rIns="45720" bIns="18288" anchor="t">
            <a:spAutoFit/>
          </a:bodyPr>
          <a:lstStyle/>
          <a:p>
            <a:pPr algn="l"/>
            <a:r>
              <a:rPr sz="1200" b="0" i="0">
                <a:solidFill>
                  <a:srgbClr val="1F2937"/>
                </a:solidFill>
                <a:latin typeface="Calibri"/>
              </a:rPr>
              <a:t>Plain-English questions return governed answers from the Gold layer, with charts on request.</a:t>
            </a:r>
          </a:p>
        </p:txBody>
      </p:sp>
      <p:sp>
        <p:nvSpPr>
          <p:cNvPr id="10" name="Rounded Rectangle 9"/>
          <p:cNvSpPr/>
          <p:nvPr/>
        </p:nvSpPr>
        <p:spPr>
          <a:xfrm>
            <a:off x="4338218" y="1600200"/>
            <a:ext cx="3515258" cy="2148840"/>
          </a:xfrm>
          <a:prstGeom prst="roundRect">
            <a:avLst>
              <a:gd name="adj" fmla="val 7261"/>
            </a:avLst>
          </a:prstGeom>
          <a:solidFill>
            <a:srgbClr val="F8F7F3"/>
          </a:solidFill>
          <a:ln w="9525">
            <a:solidFill>
              <a:srgbClr val="E5E7EB"/>
            </a:solidFill>
            <a:prstDash val="solid"/>
          </a:ln>
        </p:spPr>
        <p:txBody>
          <a:bodyPr/>
          <a:lstStyle/>
          <a:p>
            <a:endParaRPr>
              <a:solidFill>
                <a:schemeClr val="tx1"/>
              </a:solidFill>
            </a:endParaRPr>
          </a:p>
        </p:txBody>
      </p:sp>
      <p:sp>
        <p:nvSpPr>
          <p:cNvPr id="11" name="Oval 10"/>
          <p:cNvSpPr/>
          <p:nvPr/>
        </p:nvSpPr>
        <p:spPr>
          <a:xfrm>
            <a:off x="4629573" y="1828800"/>
            <a:ext cx="402336" cy="402336"/>
          </a:xfrm>
          <a:prstGeom prst="ellipse">
            <a:avLst/>
          </a:prstGeom>
          <a:solidFill>
            <a:srgbClr val="0A1628"/>
          </a:solidFill>
          <a:ln w="19050">
            <a:solidFill>
              <a:srgbClr val="B891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86741" y="1922245"/>
            <a:ext cx="288000" cy="215444"/>
          </a:xfrm>
          <a:prstGeom prst="rect">
            <a:avLst/>
          </a:prstGeom>
          <a:noFill/>
        </p:spPr>
        <p:txBody>
          <a:bodyPr wrap="square" lIns="0" tIns="0" rIns="0" bIns="0" anchor="ctr">
            <a:spAutoFit/>
          </a:bodyPr>
          <a:lstStyle/>
          <a:p>
            <a:pPr algn="ctr"/>
            <a:r>
              <a:rPr sz="1400" b="1" i="0">
                <a:solidFill>
                  <a:srgbClr val="B8913B"/>
                </a:solidFill>
                <a:latin typeface="Cambria"/>
              </a:rPr>
              <a:t>2</a:t>
            </a:r>
          </a:p>
        </p:txBody>
      </p:sp>
      <p:sp>
        <p:nvSpPr>
          <p:cNvPr id="13" name="TextBox 12"/>
          <p:cNvSpPr txBox="1"/>
          <p:nvPr/>
        </p:nvSpPr>
        <p:spPr>
          <a:xfrm>
            <a:off x="5150781" y="1819656"/>
            <a:ext cx="2376000" cy="457200"/>
          </a:xfrm>
          <a:prstGeom prst="rect">
            <a:avLst/>
          </a:prstGeom>
          <a:noFill/>
        </p:spPr>
        <p:txBody>
          <a:bodyPr wrap="square" lIns="45720" tIns="18288" rIns="45720" bIns="18288" anchor="ctr">
            <a:spAutoFit/>
          </a:bodyPr>
          <a:lstStyle/>
          <a:p>
            <a:pPr algn="l"/>
            <a:r>
              <a:rPr sz="1500" b="1" i="0">
                <a:solidFill>
                  <a:srgbClr val="1F2937"/>
                </a:solidFill>
                <a:latin typeface="Cambria"/>
              </a:rPr>
              <a:t>Trend and Variance</a:t>
            </a:r>
          </a:p>
        </p:txBody>
      </p:sp>
      <p:sp>
        <p:nvSpPr>
          <p:cNvPr id="14" name="TextBox 13"/>
          <p:cNvSpPr txBox="1"/>
          <p:nvPr/>
        </p:nvSpPr>
        <p:spPr>
          <a:xfrm>
            <a:off x="4629573" y="2441448"/>
            <a:ext cx="3024000" cy="406265"/>
          </a:xfrm>
          <a:prstGeom prst="rect">
            <a:avLst/>
          </a:prstGeom>
          <a:noFill/>
        </p:spPr>
        <p:txBody>
          <a:bodyPr wrap="square" lIns="45720" tIns="18288" rIns="45720" bIns="18288" anchor="t">
            <a:spAutoFit/>
          </a:bodyPr>
          <a:lstStyle/>
          <a:p>
            <a:pPr algn="l"/>
            <a:r>
              <a:rPr sz="1200" b="0" i="0">
                <a:solidFill>
                  <a:srgbClr val="1F2937"/>
                </a:solidFill>
                <a:latin typeface="Calibri"/>
              </a:rPr>
              <a:t>The agent computes month, quarter, and year comparisons over live data.</a:t>
            </a:r>
          </a:p>
        </p:txBody>
      </p:sp>
      <p:sp>
        <p:nvSpPr>
          <p:cNvPr id="15" name="Rounded Rectangle 14"/>
          <p:cNvSpPr/>
          <p:nvPr/>
        </p:nvSpPr>
        <p:spPr>
          <a:xfrm>
            <a:off x="8127796" y="1600200"/>
            <a:ext cx="3515258" cy="2148840"/>
          </a:xfrm>
          <a:prstGeom prst="roundRect">
            <a:avLst>
              <a:gd name="adj" fmla="val 6813"/>
            </a:avLst>
          </a:prstGeom>
          <a:solidFill>
            <a:srgbClr val="F8F7F3"/>
          </a:solidFill>
          <a:ln w="9525">
            <a:solidFill>
              <a:srgbClr val="E5E7EB"/>
            </a:solidFill>
            <a:prstDash val="solid"/>
          </a:ln>
        </p:spPr>
        <p:txBody>
          <a:bodyPr/>
          <a:lstStyle/>
          <a:p>
            <a:endParaRPr>
              <a:solidFill>
                <a:schemeClr val="tx1"/>
              </a:solidFill>
            </a:endParaRPr>
          </a:p>
        </p:txBody>
      </p:sp>
      <p:sp>
        <p:nvSpPr>
          <p:cNvPr id="16" name="Oval 15"/>
          <p:cNvSpPr/>
          <p:nvPr/>
        </p:nvSpPr>
        <p:spPr>
          <a:xfrm>
            <a:off x="8419151" y="1828800"/>
            <a:ext cx="402336" cy="402336"/>
          </a:xfrm>
          <a:prstGeom prst="ellipse">
            <a:avLst/>
          </a:prstGeom>
          <a:solidFill>
            <a:srgbClr val="0A1628"/>
          </a:solidFill>
          <a:ln w="19050">
            <a:solidFill>
              <a:srgbClr val="B891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476319" y="1922245"/>
            <a:ext cx="288000" cy="215444"/>
          </a:xfrm>
          <a:prstGeom prst="rect">
            <a:avLst/>
          </a:prstGeom>
          <a:noFill/>
        </p:spPr>
        <p:txBody>
          <a:bodyPr wrap="square" lIns="0" tIns="0" rIns="0" bIns="0" anchor="ctr">
            <a:spAutoFit/>
          </a:bodyPr>
          <a:lstStyle/>
          <a:p>
            <a:pPr algn="ctr"/>
            <a:r>
              <a:rPr sz="1400" b="1" i="0">
                <a:solidFill>
                  <a:srgbClr val="B8913B"/>
                </a:solidFill>
                <a:latin typeface="Cambria"/>
              </a:rPr>
              <a:t>3</a:t>
            </a:r>
          </a:p>
        </p:txBody>
      </p:sp>
      <p:sp>
        <p:nvSpPr>
          <p:cNvPr id="18" name="TextBox 17"/>
          <p:cNvSpPr txBox="1"/>
          <p:nvPr/>
        </p:nvSpPr>
        <p:spPr>
          <a:xfrm>
            <a:off x="8940359" y="1819656"/>
            <a:ext cx="2376000" cy="457200"/>
          </a:xfrm>
          <a:prstGeom prst="rect">
            <a:avLst/>
          </a:prstGeom>
          <a:noFill/>
        </p:spPr>
        <p:txBody>
          <a:bodyPr wrap="square" lIns="45720" tIns="18288" rIns="45720" bIns="18288" anchor="ctr">
            <a:spAutoFit/>
          </a:bodyPr>
          <a:lstStyle/>
          <a:p>
            <a:pPr algn="l"/>
            <a:r>
              <a:rPr sz="1500" b="1" i="0">
                <a:solidFill>
                  <a:srgbClr val="1F2937"/>
                </a:solidFill>
                <a:latin typeface="Cambria"/>
              </a:rPr>
              <a:t>Predictive Modeling</a:t>
            </a:r>
          </a:p>
        </p:txBody>
      </p:sp>
      <p:sp>
        <p:nvSpPr>
          <p:cNvPr id="19" name="TextBox 18"/>
          <p:cNvSpPr txBox="1"/>
          <p:nvPr/>
        </p:nvSpPr>
        <p:spPr>
          <a:xfrm>
            <a:off x="8419151" y="2441448"/>
            <a:ext cx="3024000" cy="406265"/>
          </a:xfrm>
          <a:prstGeom prst="rect">
            <a:avLst/>
          </a:prstGeom>
          <a:noFill/>
        </p:spPr>
        <p:txBody>
          <a:bodyPr wrap="square" lIns="45720" tIns="18288" rIns="45720" bIns="18288" anchor="t">
            <a:spAutoFit/>
          </a:bodyPr>
          <a:lstStyle/>
          <a:p>
            <a:pPr algn="l"/>
            <a:r>
              <a:rPr sz="1200" b="0" i="0">
                <a:solidFill>
                  <a:srgbClr val="1F2937"/>
                </a:solidFill>
                <a:latin typeface="Calibri"/>
              </a:rPr>
              <a:t>Models trained on Gold layer history return forward-looking scores alongside results.</a:t>
            </a:r>
          </a:p>
        </p:txBody>
      </p:sp>
      <p:sp>
        <p:nvSpPr>
          <p:cNvPr id="20" name="Rounded Rectangle 19"/>
          <p:cNvSpPr/>
          <p:nvPr/>
        </p:nvSpPr>
        <p:spPr>
          <a:xfrm>
            <a:off x="548640" y="4023360"/>
            <a:ext cx="3515258" cy="2148840"/>
          </a:xfrm>
          <a:prstGeom prst="roundRect">
            <a:avLst>
              <a:gd name="adj" fmla="val 6365"/>
            </a:avLst>
          </a:prstGeom>
          <a:solidFill>
            <a:srgbClr val="F8F7F3"/>
          </a:solidFill>
          <a:ln w="9525">
            <a:solidFill>
              <a:srgbClr val="E5E7EB"/>
            </a:solidFill>
            <a:prstDash val="solid"/>
          </a:ln>
        </p:spPr>
        <p:txBody>
          <a:bodyPr/>
          <a:lstStyle/>
          <a:p>
            <a:endParaRPr>
              <a:solidFill>
                <a:schemeClr val="tx1"/>
              </a:solidFill>
            </a:endParaRPr>
          </a:p>
        </p:txBody>
      </p:sp>
      <p:sp>
        <p:nvSpPr>
          <p:cNvPr id="21" name="Oval 20"/>
          <p:cNvSpPr/>
          <p:nvPr/>
        </p:nvSpPr>
        <p:spPr>
          <a:xfrm>
            <a:off x="839995" y="4251960"/>
            <a:ext cx="402336" cy="402336"/>
          </a:xfrm>
          <a:prstGeom prst="ellipse">
            <a:avLst/>
          </a:prstGeom>
          <a:solidFill>
            <a:srgbClr val="0A1628"/>
          </a:solidFill>
          <a:ln w="19050">
            <a:solidFill>
              <a:srgbClr val="B891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97163" y="4345405"/>
            <a:ext cx="288000" cy="215444"/>
          </a:xfrm>
          <a:prstGeom prst="rect">
            <a:avLst/>
          </a:prstGeom>
          <a:noFill/>
        </p:spPr>
        <p:txBody>
          <a:bodyPr wrap="square" lIns="0" tIns="0" rIns="0" bIns="0" anchor="ctr">
            <a:spAutoFit/>
          </a:bodyPr>
          <a:lstStyle/>
          <a:p>
            <a:pPr algn="ctr"/>
            <a:r>
              <a:rPr sz="1400" b="1" i="0">
                <a:solidFill>
                  <a:srgbClr val="B8913B"/>
                </a:solidFill>
                <a:latin typeface="Cambria"/>
              </a:rPr>
              <a:t>4</a:t>
            </a:r>
          </a:p>
        </p:txBody>
      </p:sp>
      <p:sp>
        <p:nvSpPr>
          <p:cNvPr id="23" name="TextBox 22"/>
          <p:cNvSpPr txBox="1"/>
          <p:nvPr/>
        </p:nvSpPr>
        <p:spPr>
          <a:xfrm>
            <a:off x="1361203" y="4242816"/>
            <a:ext cx="2376000" cy="457200"/>
          </a:xfrm>
          <a:prstGeom prst="rect">
            <a:avLst/>
          </a:prstGeom>
          <a:noFill/>
        </p:spPr>
        <p:txBody>
          <a:bodyPr wrap="square" lIns="45720" tIns="18288" rIns="45720" bIns="18288" anchor="ctr">
            <a:spAutoFit/>
          </a:bodyPr>
          <a:lstStyle/>
          <a:p>
            <a:pPr algn="l"/>
            <a:r>
              <a:rPr sz="1500" b="1" i="0">
                <a:solidFill>
                  <a:srgbClr val="1F2937"/>
                </a:solidFill>
                <a:latin typeface="Cambria"/>
              </a:rPr>
              <a:t>Voice Interface</a:t>
            </a:r>
          </a:p>
        </p:txBody>
      </p:sp>
      <p:sp>
        <p:nvSpPr>
          <p:cNvPr id="24" name="TextBox 23"/>
          <p:cNvSpPr txBox="1"/>
          <p:nvPr/>
        </p:nvSpPr>
        <p:spPr>
          <a:xfrm>
            <a:off x="839995" y="4864608"/>
            <a:ext cx="3024000" cy="406265"/>
          </a:xfrm>
          <a:prstGeom prst="rect">
            <a:avLst/>
          </a:prstGeom>
          <a:noFill/>
        </p:spPr>
        <p:txBody>
          <a:bodyPr wrap="square" lIns="45720" tIns="18288" rIns="45720" bIns="18288" anchor="t">
            <a:spAutoFit/>
          </a:bodyPr>
          <a:lstStyle/>
          <a:p>
            <a:pPr algn="l"/>
            <a:r>
              <a:rPr sz="1200" b="0" i="0">
                <a:solidFill>
                  <a:srgbClr val="1F2937"/>
                </a:solidFill>
                <a:latin typeface="Calibri"/>
              </a:rPr>
              <a:t>The agent captures voice input and returns spoken answers.</a:t>
            </a:r>
          </a:p>
        </p:txBody>
      </p:sp>
      <p:sp>
        <p:nvSpPr>
          <p:cNvPr id="25" name="Rounded Rectangle 24"/>
          <p:cNvSpPr/>
          <p:nvPr/>
        </p:nvSpPr>
        <p:spPr>
          <a:xfrm>
            <a:off x="4338218" y="4023360"/>
            <a:ext cx="3515258" cy="2148840"/>
          </a:xfrm>
          <a:prstGeom prst="roundRect">
            <a:avLst>
              <a:gd name="adj" fmla="val 7260"/>
            </a:avLst>
          </a:prstGeom>
          <a:solidFill>
            <a:srgbClr val="F8F7F3"/>
          </a:solidFill>
          <a:ln w="9525">
            <a:solidFill>
              <a:srgbClr val="E5E7EB"/>
            </a:solidFill>
            <a:prstDash val="solid"/>
          </a:ln>
        </p:spPr>
        <p:txBody>
          <a:bodyPr/>
          <a:lstStyle/>
          <a:p>
            <a:endParaRPr>
              <a:solidFill>
                <a:schemeClr val="tx1"/>
              </a:solidFill>
            </a:endParaRPr>
          </a:p>
        </p:txBody>
      </p:sp>
      <p:sp>
        <p:nvSpPr>
          <p:cNvPr id="26" name="Oval 25"/>
          <p:cNvSpPr/>
          <p:nvPr/>
        </p:nvSpPr>
        <p:spPr>
          <a:xfrm>
            <a:off x="4629573" y="4251960"/>
            <a:ext cx="402336" cy="402336"/>
          </a:xfrm>
          <a:prstGeom prst="ellipse">
            <a:avLst/>
          </a:prstGeom>
          <a:solidFill>
            <a:srgbClr val="0A1628"/>
          </a:solidFill>
          <a:ln w="19050">
            <a:solidFill>
              <a:srgbClr val="B891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686741" y="4345405"/>
            <a:ext cx="288000" cy="215444"/>
          </a:xfrm>
          <a:prstGeom prst="rect">
            <a:avLst/>
          </a:prstGeom>
          <a:noFill/>
        </p:spPr>
        <p:txBody>
          <a:bodyPr wrap="square" lIns="0" tIns="0" rIns="0" bIns="0" anchor="ctr">
            <a:spAutoFit/>
          </a:bodyPr>
          <a:lstStyle/>
          <a:p>
            <a:pPr algn="ctr"/>
            <a:r>
              <a:rPr sz="1400" b="1" i="0">
                <a:solidFill>
                  <a:srgbClr val="B8913B"/>
                </a:solidFill>
                <a:latin typeface="Cambria"/>
              </a:rPr>
              <a:t>5</a:t>
            </a:r>
          </a:p>
        </p:txBody>
      </p:sp>
      <p:sp>
        <p:nvSpPr>
          <p:cNvPr id="28" name="TextBox 27"/>
          <p:cNvSpPr txBox="1"/>
          <p:nvPr/>
        </p:nvSpPr>
        <p:spPr>
          <a:xfrm>
            <a:off x="5150781" y="4242816"/>
            <a:ext cx="2376000" cy="457200"/>
          </a:xfrm>
          <a:prstGeom prst="rect">
            <a:avLst/>
          </a:prstGeom>
          <a:noFill/>
        </p:spPr>
        <p:txBody>
          <a:bodyPr wrap="square" lIns="45720" tIns="18288" rIns="45720" bIns="18288" anchor="ctr">
            <a:spAutoFit/>
          </a:bodyPr>
          <a:lstStyle/>
          <a:p>
            <a:pPr algn="l"/>
            <a:r>
              <a:rPr sz="1500" b="1" i="0">
                <a:solidFill>
                  <a:srgbClr val="1F2937"/>
                </a:solidFill>
                <a:latin typeface="Cambria"/>
              </a:rPr>
              <a:t>Slack Delivery</a:t>
            </a:r>
          </a:p>
        </p:txBody>
      </p:sp>
      <p:sp>
        <p:nvSpPr>
          <p:cNvPr id="29" name="TextBox 28"/>
          <p:cNvSpPr txBox="1"/>
          <p:nvPr/>
        </p:nvSpPr>
        <p:spPr>
          <a:xfrm>
            <a:off x="4629573" y="4864608"/>
            <a:ext cx="3024000" cy="406265"/>
          </a:xfrm>
          <a:prstGeom prst="rect">
            <a:avLst/>
          </a:prstGeom>
          <a:noFill/>
        </p:spPr>
        <p:txBody>
          <a:bodyPr wrap="square" lIns="45720" tIns="18288" rIns="45720" bIns="18288" anchor="t">
            <a:spAutoFit/>
          </a:bodyPr>
          <a:lstStyle/>
          <a:p>
            <a:pPr algn="l"/>
            <a:r>
              <a:rPr sz="1200" b="0" i="0">
                <a:solidFill>
                  <a:srgbClr val="1F2937"/>
                </a:solidFill>
                <a:latin typeface="Calibri"/>
              </a:rPr>
              <a:t>Answers are shared in Slack, so learning compounds across users.</a:t>
            </a:r>
          </a:p>
        </p:txBody>
      </p:sp>
      <p:sp>
        <p:nvSpPr>
          <p:cNvPr id="30" name="Rounded Rectangle 29"/>
          <p:cNvSpPr/>
          <p:nvPr/>
        </p:nvSpPr>
        <p:spPr>
          <a:xfrm>
            <a:off x="8127796" y="4023360"/>
            <a:ext cx="3515258" cy="2148840"/>
          </a:xfrm>
          <a:prstGeom prst="roundRect">
            <a:avLst>
              <a:gd name="adj" fmla="val 7260"/>
            </a:avLst>
          </a:prstGeom>
          <a:solidFill>
            <a:srgbClr val="F8F7F3"/>
          </a:solidFill>
          <a:ln w="9525">
            <a:solidFill>
              <a:srgbClr val="E5E7EB"/>
            </a:solidFill>
            <a:prstDash val="solid"/>
          </a:ln>
        </p:spPr>
        <p:txBody>
          <a:bodyPr/>
          <a:lstStyle/>
          <a:p>
            <a:endParaRPr>
              <a:solidFill>
                <a:schemeClr val="tx1"/>
              </a:solidFill>
            </a:endParaRPr>
          </a:p>
        </p:txBody>
      </p:sp>
      <p:sp>
        <p:nvSpPr>
          <p:cNvPr id="31" name="Oval 30"/>
          <p:cNvSpPr/>
          <p:nvPr/>
        </p:nvSpPr>
        <p:spPr>
          <a:xfrm>
            <a:off x="8419151" y="4251960"/>
            <a:ext cx="402336" cy="402336"/>
          </a:xfrm>
          <a:prstGeom prst="ellipse">
            <a:avLst/>
          </a:prstGeom>
          <a:solidFill>
            <a:srgbClr val="0A1628"/>
          </a:solidFill>
          <a:ln w="19050">
            <a:solidFill>
              <a:srgbClr val="B891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476319" y="4345405"/>
            <a:ext cx="288000" cy="215444"/>
          </a:xfrm>
          <a:prstGeom prst="rect">
            <a:avLst/>
          </a:prstGeom>
          <a:noFill/>
        </p:spPr>
        <p:txBody>
          <a:bodyPr wrap="square" lIns="0" tIns="0" rIns="0" bIns="0" anchor="ctr">
            <a:spAutoFit/>
          </a:bodyPr>
          <a:lstStyle/>
          <a:p>
            <a:pPr algn="ctr"/>
            <a:r>
              <a:rPr sz="1400" b="1" i="0">
                <a:solidFill>
                  <a:srgbClr val="B8913B"/>
                </a:solidFill>
                <a:latin typeface="Cambria"/>
              </a:rPr>
              <a:t>6</a:t>
            </a:r>
          </a:p>
        </p:txBody>
      </p:sp>
      <p:sp>
        <p:nvSpPr>
          <p:cNvPr id="33" name="TextBox 32"/>
          <p:cNvSpPr txBox="1"/>
          <p:nvPr/>
        </p:nvSpPr>
        <p:spPr>
          <a:xfrm>
            <a:off x="8940359" y="4242816"/>
            <a:ext cx="2376000" cy="457200"/>
          </a:xfrm>
          <a:prstGeom prst="rect">
            <a:avLst/>
          </a:prstGeom>
          <a:noFill/>
        </p:spPr>
        <p:txBody>
          <a:bodyPr wrap="square" lIns="45720" tIns="18288" rIns="45720" bIns="18288" anchor="ctr">
            <a:spAutoFit/>
          </a:bodyPr>
          <a:lstStyle/>
          <a:p>
            <a:pPr algn="l"/>
            <a:r>
              <a:rPr sz="1500" b="1" i="0">
                <a:solidFill>
                  <a:srgbClr val="1F2937"/>
                </a:solidFill>
                <a:latin typeface="Cambria"/>
              </a:rPr>
              <a:t>Model Routing</a:t>
            </a:r>
          </a:p>
        </p:txBody>
      </p:sp>
      <p:sp>
        <p:nvSpPr>
          <p:cNvPr id="34" name="TextBox 33"/>
          <p:cNvSpPr txBox="1"/>
          <p:nvPr/>
        </p:nvSpPr>
        <p:spPr>
          <a:xfrm>
            <a:off x="8419151" y="4864608"/>
            <a:ext cx="3024000" cy="406265"/>
          </a:xfrm>
          <a:prstGeom prst="rect">
            <a:avLst/>
          </a:prstGeom>
          <a:noFill/>
        </p:spPr>
        <p:txBody>
          <a:bodyPr wrap="square" lIns="45720" tIns="18288" rIns="45720" bIns="18288" anchor="t">
            <a:spAutoFit/>
          </a:bodyPr>
          <a:lstStyle/>
          <a:p>
            <a:pPr algn="l"/>
            <a:r>
              <a:rPr sz="1200" b="0" i="0">
                <a:solidFill>
                  <a:srgbClr val="1F2937"/>
                </a:solidFill>
                <a:latin typeface="Calibri"/>
              </a:rPr>
              <a:t>The router selects between LLMs and Copilot by query type, token, and cost.</a:t>
            </a:r>
          </a:p>
        </p:txBody>
      </p:sp>
      <p:pic>
        <p:nvPicPr>
          <p:cNvPr id="38" name="Picture 2">
            <a:extLst>
              <a:ext uri="{FF2B5EF4-FFF2-40B4-BE49-F238E27FC236}">
                <a16:creationId xmlns:a16="http://schemas.microsoft.com/office/drawing/2014/main" id="{F1614C6C-71E7-3F8A-6E80-845895869C8F}"/>
              </a:ext>
            </a:extLst>
          </p:cNvPr>
          <p:cNvPicPr>
            <a:picLocks noChangeAspect="1" noChangeArrowheads="1"/>
          </p:cNvPicPr>
          <p:nvPr/>
        </p:nvPicPr>
        <p:blipFill>
          <a:blip r:embed="rId2"/>
          <a:srcRect/>
          <a:stretch/>
        </p:blipFill>
        <p:spPr bwMode="auto">
          <a:xfrm>
            <a:off x="10599600" y="152400"/>
            <a:ext cx="1440000" cy="231300"/>
          </a:xfrm>
          <a:prstGeom prst="rect">
            <a:avLst/>
          </a:prstGeom>
          <a:noFill/>
          <a:extLst>
            <a:ext uri="{909E8E84-426E-40DD-AFC4-6F175D3DCCD1}">
              <a14:hiddenFill xmlns:a14="http://schemas.microsoft.com/office/drawing/2010/main">
                <a:solidFill>
                  <a:srgbClr val="FFFFFF"/>
                </a:solidFill>
              </a14:hiddenFill>
            </a:ext>
          </a:extLst>
        </p:spPr>
      </p:pic>
      <p:sp>
        <p:nvSpPr>
          <p:cNvPr id="40" name="Text 1">
            <a:extLst>
              <a:ext uri="{FF2B5EF4-FFF2-40B4-BE49-F238E27FC236}">
                <a16:creationId xmlns:a16="http://schemas.microsoft.com/office/drawing/2014/main" id="{C57D31E7-5061-A793-94DD-487CD4E4470E}"/>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4</a:t>
            </a:fld>
            <a:endParaRPr lang="en-US" sz="1000"/>
          </a:p>
        </p:txBody>
      </p:sp>
      <p:sp>
        <p:nvSpPr>
          <p:cNvPr id="42" name="Shape 7">
            <a:extLst>
              <a:ext uri="{FF2B5EF4-FFF2-40B4-BE49-F238E27FC236}">
                <a16:creationId xmlns:a16="http://schemas.microsoft.com/office/drawing/2014/main" id="{AC0C64A2-7B37-EB53-6590-8E9A5902DDF7}"/>
              </a:ext>
            </a:extLst>
          </p:cNvPr>
          <p:cNvSpPr/>
          <p:nvPr/>
        </p:nvSpPr>
        <p:spPr>
          <a:xfrm>
            <a:off x="548640" y="1756620"/>
            <a:ext cx="64008" cy="1836000"/>
          </a:xfrm>
          <a:prstGeom prst="rect">
            <a:avLst/>
          </a:prstGeom>
          <a:solidFill>
            <a:srgbClr val="0A1628"/>
          </a:solidFill>
          <a:ln/>
        </p:spPr>
        <p:txBody>
          <a:bodyPr/>
          <a:lstStyle/>
          <a:p>
            <a:endParaRPr lang="en-IN"/>
          </a:p>
        </p:txBody>
      </p:sp>
      <p:sp>
        <p:nvSpPr>
          <p:cNvPr id="44" name="Shape 7">
            <a:extLst>
              <a:ext uri="{FF2B5EF4-FFF2-40B4-BE49-F238E27FC236}">
                <a16:creationId xmlns:a16="http://schemas.microsoft.com/office/drawing/2014/main" id="{489D6138-DD6B-9F83-5EAA-79014501D788}"/>
              </a:ext>
            </a:extLst>
          </p:cNvPr>
          <p:cNvSpPr/>
          <p:nvPr/>
        </p:nvSpPr>
        <p:spPr>
          <a:xfrm>
            <a:off x="548640" y="4179780"/>
            <a:ext cx="64008" cy="1836000"/>
          </a:xfrm>
          <a:prstGeom prst="rect">
            <a:avLst/>
          </a:prstGeom>
          <a:solidFill>
            <a:srgbClr val="0A1628"/>
          </a:solidFill>
          <a:ln/>
        </p:spPr>
        <p:txBody>
          <a:bodyPr/>
          <a:lstStyle/>
          <a:p>
            <a:endParaRPr lang="en-IN"/>
          </a:p>
        </p:txBody>
      </p:sp>
      <p:sp>
        <p:nvSpPr>
          <p:cNvPr id="46" name="Shape 7">
            <a:extLst>
              <a:ext uri="{FF2B5EF4-FFF2-40B4-BE49-F238E27FC236}">
                <a16:creationId xmlns:a16="http://schemas.microsoft.com/office/drawing/2014/main" id="{2C77E513-3ABE-5F5D-E977-701ED31E5C83}"/>
              </a:ext>
            </a:extLst>
          </p:cNvPr>
          <p:cNvSpPr/>
          <p:nvPr/>
        </p:nvSpPr>
        <p:spPr>
          <a:xfrm>
            <a:off x="4342163" y="1756620"/>
            <a:ext cx="64008" cy="1836000"/>
          </a:xfrm>
          <a:prstGeom prst="rect">
            <a:avLst/>
          </a:prstGeom>
          <a:solidFill>
            <a:srgbClr val="0A1628"/>
          </a:solidFill>
          <a:ln/>
        </p:spPr>
        <p:txBody>
          <a:bodyPr/>
          <a:lstStyle/>
          <a:p>
            <a:endParaRPr lang="en-IN"/>
          </a:p>
        </p:txBody>
      </p:sp>
      <p:sp>
        <p:nvSpPr>
          <p:cNvPr id="48" name="Shape 7">
            <a:extLst>
              <a:ext uri="{FF2B5EF4-FFF2-40B4-BE49-F238E27FC236}">
                <a16:creationId xmlns:a16="http://schemas.microsoft.com/office/drawing/2014/main" id="{C2E690FE-F0B0-4476-F712-FEBDC1EA8627}"/>
              </a:ext>
            </a:extLst>
          </p:cNvPr>
          <p:cNvSpPr/>
          <p:nvPr/>
        </p:nvSpPr>
        <p:spPr>
          <a:xfrm>
            <a:off x="4342163" y="4179780"/>
            <a:ext cx="64008" cy="1836000"/>
          </a:xfrm>
          <a:prstGeom prst="rect">
            <a:avLst/>
          </a:prstGeom>
          <a:solidFill>
            <a:srgbClr val="0A1628"/>
          </a:solidFill>
          <a:ln/>
        </p:spPr>
        <p:txBody>
          <a:bodyPr/>
          <a:lstStyle/>
          <a:p>
            <a:endParaRPr lang="en-IN"/>
          </a:p>
        </p:txBody>
      </p:sp>
      <p:sp>
        <p:nvSpPr>
          <p:cNvPr id="50" name="Shape 7">
            <a:extLst>
              <a:ext uri="{FF2B5EF4-FFF2-40B4-BE49-F238E27FC236}">
                <a16:creationId xmlns:a16="http://schemas.microsoft.com/office/drawing/2014/main" id="{05580ED9-D7B3-E543-0250-3FB900B30E71}"/>
              </a:ext>
            </a:extLst>
          </p:cNvPr>
          <p:cNvSpPr/>
          <p:nvPr/>
        </p:nvSpPr>
        <p:spPr>
          <a:xfrm>
            <a:off x="8129769" y="1756620"/>
            <a:ext cx="64008" cy="1836000"/>
          </a:xfrm>
          <a:prstGeom prst="rect">
            <a:avLst/>
          </a:prstGeom>
          <a:solidFill>
            <a:srgbClr val="0A1628"/>
          </a:solidFill>
          <a:ln/>
        </p:spPr>
        <p:txBody>
          <a:bodyPr/>
          <a:lstStyle/>
          <a:p>
            <a:endParaRPr lang="en-IN"/>
          </a:p>
        </p:txBody>
      </p:sp>
      <p:sp>
        <p:nvSpPr>
          <p:cNvPr id="52" name="Shape 7">
            <a:extLst>
              <a:ext uri="{FF2B5EF4-FFF2-40B4-BE49-F238E27FC236}">
                <a16:creationId xmlns:a16="http://schemas.microsoft.com/office/drawing/2014/main" id="{28966C72-6E6F-9328-9726-22CADB682961}"/>
              </a:ext>
            </a:extLst>
          </p:cNvPr>
          <p:cNvSpPr/>
          <p:nvPr/>
        </p:nvSpPr>
        <p:spPr>
          <a:xfrm>
            <a:off x="8129769" y="4179780"/>
            <a:ext cx="64008" cy="1836000"/>
          </a:xfrm>
          <a:prstGeom prst="rect">
            <a:avLst/>
          </a:prstGeom>
          <a:solidFill>
            <a:srgbClr val="0A1628"/>
          </a:solidFill>
          <a:ln/>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TECHNICAL ARCHITECTURE</a:t>
            </a:r>
            <a:endParaRPr lang="en-US" sz="1000"/>
          </a:p>
        </p:txBody>
      </p:sp>
      <p:sp>
        <p:nvSpPr>
          <p:cNvPr id="5" name="Text 3"/>
          <p:cNvSpPr/>
          <p:nvPr/>
        </p:nvSpPr>
        <p:spPr>
          <a:xfrm>
            <a:off x="548640" y="457200"/>
            <a:ext cx="11064240" cy="548640"/>
          </a:xfrm>
          <a:prstGeom prst="rect">
            <a:avLst/>
          </a:prstGeom>
          <a:noFill/>
          <a:ln/>
        </p:spPr>
        <p:txBody>
          <a:bodyPr wrap="square" lIns="0" tIns="0" rIns="0" bIns="0" rtlCol="0" anchor="ctr"/>
          <a:lstStyle/>
          <a:p>
            <a:pPr marL="0" indent="0">
              <a:buNone/>
            </a:pPr>
            <a:r>
              <a:rPr lang="en-US" sz="2500" b="1">
                <a:solidFill>
                  <a:srgbClr val="0A1628"/>
                </a:solidFill>
                <a:latin typeface="Georgia" pitchFamily="34" charset="0"/>
                <a:ea typeface="Georgia" pitchFamily="34" charset="-122"/>
                <a:cs typeface="Georgia" pitchFamily="34" charset="-120"/>
              </a:rPr>
              <a:t>The architecture: one governed agent, three clean layers</a:t>
            </a:r>
            <a:endParaRPr lang="en-US" sz="2500"/>
          </a:p>
        </p:txBody>
      </p:sp>
      <p:sp>
        <p:nvSpPr>
          <p:cNvPr id="6" name="Shape 4"/>
          <p:cNvSpPr/>
          <p:nvPr/>
        </p:nvSpPr>
        <p:spPr>
          <a:xfrm>
            <a:off x="566928" y="1024128"/>
            <a:ext cx="1371600" cy="32004"/>
          </a:xfrm>
          <a:prstGeom prst="rect">
            <a:avLst/>
          </a:prstGeom>
          <a:solidFill>
            <a:srgbClr val="B8913B"/>
          </a:solidFill>
          <a:ln/>
        </p:spPr>
        <p:txBody>
          <a:bodyPr/>
          <a:lstStyle/>
          <a:p>
            <a:endParaRPr lang="en-IN"/>
          </a:p>
        </p:txBody>
      </p:sp>
      <p:sp>
        <p:nvSpPr>
          <p:cNvPr id="7" name="Text 5"/>
          <p:cNvSpPr/>
          <p:nvPr/>
        </p:nvSpPr>
        <p:spPr>
          <a:xfrm>
            <a:off x="548640" y="1115568"/>
            <a:ext cx="11064240" cy="310896"/>
          </a:xfrm>
          <a:prstGeom prst="rect">
            <a:avLst/>
          </a:prstGeom>
          <a:noFill/>
          <a:ln/>
        </p:spPr>
        <p:txBody>
          <a:bodyPr wrap="square" lIns="0" tIns="0" rIns="0" bIns="0" rtlCol="0" anchor="ctr"/>
          <a:lstStyle/>
          <a:p>
            <a:pPr marL="0" indent="0">
              <a:buNone/>
            </a:pPr>
            <a:r>
              <a:rPr lang="en-US" sz="1200">
                <a:solidFill>
                  <a:srgbClr val="1F6F7A"/>
                </a:solidFill>
                <a:latin typeface="Calibri" pitchFamily="34" charset="0"/>
                <a:ea typeface="Calibri" pitchFamily="34" charset="-122"/>
                <a:cs typeface="Calibri" pitchFamily="34" charset="-120"/>
              </a:rPr>
              <a:t>Channels on the left, intelligence in the middle, your Fabric estate on the right — untouched</a:t>
            </a:r>
            <a:endParaRPr lang="en-US" sz="1200"/>
          </a:p>
        </p:txBody>
      </p:sp>
      <p:pic>
        <p:nvPicPr>
          <p:cNvPr id="8" name="Image 0" descr="/home/claude/better_pov/img/RFP_arch.png"/>
          <p:cNvPicPr>
            <a:picLocks noChangeAspect="1"/>
          </p:cNvPicPr>
          <p:nvPr/>
        </p:nvPicPr>
        <p:blipFill>
          <a:blip r:embed="rId3"/>
          <a:stretch>
            <a:fillRect/>
          </a:stretch>
        </p:blipFill>
        <p:spPr>
          <a:xfrm>
            <a:off x="605834" y="1379219"/>
            <a:ext cx="10980333" cy="5040000"/>
          </a:xfrm>
          <a:prstGeom prst="rect">
            <a:avLst/>
          </a:prstGeom>
        </p:spPr>
      </p:pic>
      <p:sp>
        <p:nvSpPr>
          <p:cNvPr id="9" name="Text 6"/>
          <p:cNvSpPr/>
          <p:nvPr/>
        </p:nvSpPr>
        <p:spPr>
          <a:xfrm>
            <a:off x="1113472" y="6382512"/>
            <a:ext cx="9934575" cy="347472"/>
          </a:xfrm>
          <a:prstGeom prst="rect">
            <a:avLst/>
          </a:prstGeom>
          <a:noFill/>
          <a:ln/>
        </p:spPr>
        <p:txBody>
          <a:bodyPr wrap="square" lIns="0" tIns="0" rIns="0" bIns="0" rtlCol="0" anchor="ctr"/>
          <a:lstStyle/>
          <a:p>
            <a:pPr marL="0" indent="0" algn="ctr">
              <a:buNone/>
            </a:pPr>
            <a:r>
              <a:rPr lang="en-US" sz="1000" i="1">
                <a:solidFill>
                  <a:srgbClr val="0A1628"/>
                </a:solidFill>
                <a:latin typeface="Calibri" pitchFamily="34" charset="0"/>
                <a:ea typeface="Calibri" pitchFamily="34" charset="-122"/>
                <a:cs typeface="Calibri" pitchFamily="34" charset="-120"/>
              </a:rPr>
              <a:t>Everything reads from Fabric; nothing changes Fabric. The control plane wraps every request — identity, masking, guardrails, audit — no matter which doorway the question came through.</a:t>
            </a:r>
            <a:endParaRPr lang="en-US" sz="1000"/>
          </a:p>
        </p:txBody>
      </p:sp>
      <p:sp>
        <p:nvSpPr>
          <p:cNvPr id="13" name="Text 1">
            <a:extLst>
              <a:ext uri="{FF2B5EF4-FFF2-40B4-BE49-F238E27FC236}">
                <a16:creationId xmlns:a16="http://schemas.microsoft.com/office/drawing/2014/main" id="{FAE6F8C6-6BD7-BAB2-8BE7-D304931FB594}"/>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5</a:t>
            </a:fld>
            <a:endParaRPr lang="en-US"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TECHNICAL ARCHITECTURE</a:t>
            </a:r>
            <a:endParaRPr lang="en-US" sz="1000"/>
          </a:p>
        </p:txBody>
      </p:sp>
      <p:sp>
        <p:nvSpPr>
          <p:cNvPr id="5" name="Text 3"/>
          <p:cNvSpPr/>
          <p:nvPr/>
        </p:nvSpPr>
        <p:spPr>
          <a:xfrm>
            <a:off x="548640" y="457200"/>
            <a:ext cx="11064240" cy="548640"/>
          </a:xfrm>
          <a:prstGeom prst="rect">
            <a:avLst/>
          </a:prstGeom>
          <a:noFill/>
          <a:ln/>
        </p:spPr>
        <p:txBody>
          <a:bodyPr wrap="square" lIns="0" tIns="0" rIns="0" bIns="0" rtlCol="0" anchor="ctr"/>
          <a:lstStyle/>
          <a:p>
            <a:pPr marL="0" indent="0">
              <a:buNone/>
            </a:pPr>
            <a:r>
              <a:rPr lang="en-US" sz="2500" b="1">
                <a:solidFill>
                  <a:srgbClr val="0A1628"/>
                </a:solidFill>
                <a:latin typeface="Georgia" pitchFamily="34" charset="0"/>
                <a:ea typeface="Georgia" pitchFamily="34" charset="-122"/>
                <a:cs typeface="Georgia" pitchFamily="34" charset="-120"/>
              </a:rPr>
              <a:t>How a question becomes a trustworthy answer</a:t>
            </a:r>
            <a:endParaRPr lang="en-US" sz="2500"/>
          </a:p>
        </p:txBody>
      </p:sp>
      <p:sp>
        <p:nvSpPr>
          <p:cNvPr id="6" name="Shape 4"/>
          <p:cNvSpPr/>
          <p:nvPr/>
        </p:nvSpPr>
        <p:spPr>
          <a:xfrm>
            <a:off x="566928" y="1024128"/>
            <a:ext cx="1371600" cy="32004"/>
          </a:xfrm>
          <a:prstGeom prst="rect">
            <a:avLst/>
          </a:prstGeom>
          <a:solidFill>
            <a:srgbClr val="B8913B"/>
          </a:solidFill>
          <a:ln/>
        </p:spPr>
        <p:txBody>
          <a:bodyPr/>
          <a:lstStyle/>
          <a:p>
            <a:endParaRPr lang="en-IN"/>
          </a:p>
        </p:txBody>
      </p:sp>
      <p:sp>
        <p:nvSpPr>
          <p:cNvPr id="7" name="Text 5"/>
          <p:cNvSpPr/>
          <p:nvPr/>
        </p:nvSpPr>
        <p:spPr>
          <a:xfrm>
            <a:off x="548640" y="1115568"/>
            <a:ext cx="11064240" cy="310896"/>
          </a:xfrm>
          <a:prstGeom prst="rect">
            <a:avLst/>
          </a:prstGeom>
          <a:noFill/>
          <a:ln/>
        </p:spPr>
        <p:txBody>
          <a:bodyPr wrap="square" lIns="0" tIns="0" rIns="0" bIns="0" rtlCol="0" anchor="ctr"/>
          <a:lstStyle/>
          <a:p>
            <a:pPr marL="0" indent="0">
              <a:buNone/>
            </a:pPr>
            <a:r>
              <a:rPr lang="en-US" sz="1200">
                <a:solidFill>
                  <a:srgbClr val="1F6F7A"/>
                </a:solidFill>
                <a:latin typeface="Calibri" pitchFamily="34" charset="0"/>
                <a:ea typeface="Calibri" pitchFamily="34" charset="-122"/>
                <a:cs typeface="Calibri" pitchFamily="34" charset="-120"/>
              </a:rPr>
              <a:t>Six steps, every time — with the security decision made first, and a receipt at the end</a:t>
            </a:r>
            <a:endParaRPr lang="en-US" sz="1200"/>
          </a:p>
        </p:txBody>
      </p:sp>
      <p:pic>
        <p:nvPicPr>
          <p:cNvPr id="8" name="Image 0" descr="/home/claude/better_pov/img/RFP_nlq.png"/>
          <p:cNvPicPr>
            <a:picLocks noChangeAspect="1"/>
          </p:cNvPicPr>
          <p:nvPr/>
        </p:nvPicPr>
        <p:blipFill>
          <a:blip r:embed="rId3"/>
          <a:stretch>
            <a:fillRect/>
          </a:stretch>
        </p:blipFill>
        <p:spPr>
          <a:xfrm>
            <a:off x="685800" y="1508760"/>
            <a:ext cx="10817352" cy="3685032"/>
          </a:xfrm>
          <a:prstGeom prst="rect">
            <a:avLst/>
          </a:prstGeom>
        </p:spPr>
      </p:pic>
      <p:sp>
        <p:nvSpPr>
          <p:cNvPr id="9" name="Shape 6"/>
          <p:cNvSpPr/>
          <p:nvPr/>
        </p:nvSpPr>
        <p:spPr>
          <a:xfrm>
            <a:off x="548640" y="5224629"/>
            <a:ext cx="11064240" cy="1051560"/>
          </a:xfrm>
          <a:prstGeom prst="roundRect">
            <a:avLst>
              <a:gd name="adj" fmla="val 5217"/>
            </a:avLst>
          </a:prstGeom>
          <a:solidFill>
            <a:srgbClr val="F8F7F3"/>
          </a:solidFill>
          <a:ln w="9525">
            <a:solidFill>
              <a:srgbClr val="E5E7EB"/>
            </a:solidFill>
            <a:prstDash val="solid"/>
          </a:ln>
        </p:spPr>
        <p:txBody>
          <a:bodyPr/>
          <a:lstStyle/>
          <a:p>
            <a:endParaRPr lang="en-IN"/>
          </a:p>
        </p:txBody>
      </p:sp>
      <p:sp>
        <p:nvSpPr>
          <p:cNvPr id="10" name="Shape 7"/>
          <p:cNvSpPr/>
          <p:nvPr/>
        </p:nvSpPr>
        <p:spPr>
          <a:xfrm>
            <a:off x="548640" y="5334357"/>
            <a:ext cx="64008" cy="832104"/>
          </a:xfrm>
          <a:prstGeom prst="rect">
            <a:avLst/>
          </a:prstGeom>
          <a:solidFill>
            <a:srgbClr val="B8913B"/>
          </a:solidFill>
          <a:ln/>
        </p:spPr>
        <p:txBody>
          <a:bodyPr/>
          <a:lstStyle/>
          <a:p>
            <a:endParaRPr lang="en-IN"/>
          </a:p>
        </p:txBody>
      </p:sp>
      <p:sp>
        <p:nvSpPr>
          <p:cNvPr id="11" name="Text 8"/>
          <p:cNvSpPr/>
          <p:nvPr/>
        </p:nvSpPr>
        <p:spPr>
          <a:xfrm>
            <a:off x="804672" y="5334357"/>
            <a:ext cx="10515600" cy="274320"/>
          </a:xfrm>
          <a:prstGeom prst="rect">
            <a:avLst/>
          </a:prstGeom>
          <a:noFill/>
          <a:ln/>
        </p:spPr>
        <p:txBody>
          <a:bodyPr wrap="square" lIns="0" tIns="0" rIns="0" bIns="0" rtlCol="0" anchor="ctr"/>
          <a:lstStyle/>
          <a:p>
            <a:pPr marL="0" indent="0">
              <a:buNone/>
            </a:pPr>
            <a:r>
              <a:rPr lang="en-US" sz="1200" b="1">
                <a:solidFill>
                  <a:srgbClr val="0A1628"/>
                </a:solidFill>
                <a:latin typeface="Calibri" pitchFamily="34" charset="0"/>
                <a:ea typeface="Calibri" pitchFamily="34" charset="-122"/>
                <a:cs typeface="Calibri" pitchFamily="34" charset="-120"/>
              </a:rPr>
              <a:t>Why answers will match your Power BI numbers</a:t>
            </a:r>
            <a:endParaRPr lang="en-US" sz="1200"/>
          </a:p>
        </p:txBody>
      </p:sp>
      <p:sp>
        <p:nvSpPr>
          <p:cNvPr id="12" name="Text 9"/>
          <p:cNvSpPr/>
          <p:nvPr/>
        </p:nvSpPr>
        <p:spPr>
          <a:xfrm>
            <a:off x="804672" y="5617821"/>
            <a:ext cx="10515600" cy="621792"/>
          </a:xfrm>
          <a:prstGeom prst="rect">
            <a:avLst/>
          </a:prstGeom>
          <a:noFill/>
          <a:ln/>
        </p:spPr>
        <p:txBody>
          <a:bodyPr wrap="square" lIns="0" tIns="0" rIns="0" bIns="0" rtlCol="0" anchor="ctr"/>
          <a:lstStyle/>
          <a:p>
            <a:pPr marL="0" indent="0">
              <a:buNone/>
            </a:pPr>
            <a:r>
              <a:rPr lang="en-US" sz="1000">
                <a:solidFill>
                  <a:srgbClr val="1F2937"/>
                </a:solidFill>
                <a:latin typeface="Calibri" pitchFamily="34" charset="0"/>
                <a:ea typeface="Calibri" pitchFamily="34" charset="-122"/>
                <a:cs typeface="Calibri" pitchFamily="34" charset="-120"/>
              </a:rPr>
              <a:t>The agent only queries the semantic model — the same definitions your reports use. During Discovery we reverse-engineer your most-used reports and lock their measures in; QA then runs your 20–50 question bank against agent and report until they agree. That test is the gate into UAT.</a:t>
            </a:r>
            <a:endParaRPr lang="en-US" sz="1000"/>
          </a:p>
        </p:txBody>
      </p:sp>
      <p:sp>
        <p:nvSpPr>
          <p:cNvPr id="16" name="Text 1">
            <a:extLst>
              <a:ext uri="{FF2B5EF4-FFF2-40B4-BE49-F238E27FC236}">
                <a16:creationId xmlns:a16="http://schemas.microsoft.com/office/drawing/2014/main" id="{60969423-BAA5-D710-B3E8-D4E5A17D085A}"/>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6</a:t>
            </a:fld>
            <a:endParaRPr lang="en-US"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TECHNICAL ARCHITECTURE</a:t>
            </a:r>
            <a:endParaRPr lang="en-US" sz="1000"/>
          </a:p>
        </p:txBody>
      </p:sp>
      <p:sp>
        <p:nvSpPr>
          <p:cNvPr id="5" name="Text 3"/>
          <p:cNvSpPr/>
          <p:nvPr/>
        </p:nvSpPr>
        <p:spPr>
          <a:xfrm>
            <a:off x="548640" y="457200"/>
            <a:ext cx="11064240" cy="548640"/>
          </a:xfrm>
          <a:prstGeom prst="rect">
            <a:avLst/>
          </a:prstGeom>
          <a:noFill/>
          <a:ln/>
        </p:spPr>
        <p:txBody>
          <a:bodyPr wrap="square" lIns="0" tIns="0" rIns="0" bIns="0" rtlCol="0" anchor="ctr"/>
          <a:lstStyle/>
          <a:p>
            <a:pPr marL="0" indent="0">
              <a:buNone/>
            </a:pPr>
            <a:r>
              <a:rPr lang="en-US" sz="2500" b="1">
                <a:solidFill>
                  <a:srgbClr val="0A1628"/>
                </a:solidFill>
                <a:latin typeface="Georgia" pitchFamily="34" charset="0"/>
                <a:ea typeface="Georgia" pitchFamily="34" charset="-122"/>
                <a:cs typeface="Georgia" pitchFamily="34" charset="-120"/>
              </a:rPr>
              <a:t>Trends, variance, and prediction — as reasoning, not reports</a:t>
            </a:r>
            <a:endParaRPr lang="en-US" sz="2500"/>
          </a:p>
        </p:txBody>
      </p:sp>
      <p:sp>
        <p:nvSpPr>
          <p:cNvPr id="6" name="Shape 4"/>
          <p:cNvSpPr/>
          <p:nvPr/>
        </p:nvSpPr>
        <p:spPr>
          <a:xfrm>
            <a:off x="566928" y="1024128"/>
            <a:ext cx="1371600" cy="32004"/>
          </a:xfrm>
          <a:prstGeom prst="rect">
            <a:avLst/>
          </a:prstGeom>
          <a:solidFill>
            <a:srgbClr val="B8913B"/>
          </a:solidFill>
          <a:ln/>
        </p:spPr>
        <p:txBody>
          <a:bodyPr/>
          <a:lstStyle/>
          <a:p>
            <a:endParaRPr lang="en-IN"/>
          </a:p>
        </p:txBody>
      </p:sp>
      <p:sp>
        <p:nvSpPr>
          <p:cNvPr id="7" name="Text 5"/>
          <p:cNvSpPr/>
          <p:nvPr/>
        </p:nvSpPr>
        <p:spPr>
          <a:xfrm>
            <a:off x="548640" y="1115568"/>
            <a:ext cx="11064240" cy="310896"/>
          </a:xfrm>
          <a:prstGeom prst="rect">
            <a:avLst/>
          </a:prstGeom>
          <a:noFill/>
          <a:ln/>
        </p:spPr>
        <p:txBody>
          <a:bodyPr wrap="square" lIns="0" tIns="0" rIns="0" bIns="0" rtlCol="0" anchor="ctr"/>
          <a:lstStyle/>
          <a:p>
            <a:pPr marL="0" indent="0">
              <a:buNone/>
            </a:pPr>
            <a:r>
              <a:rPr lang="en-US" sz="1200">
                <a:solidFill>
                  <a:srgbClr val="1F6F7A"/>
                </a:solidFill>
                <a:latin typeface="Calibri" pitchFamily="34" charset="0"/>
                <a:ea typeface="Calibri" pitchFamily="34" charset="-122"/>
                <a:cs typeface="Calibri" pitchFamily="34" charset="-120"/>
              </a:rPr>
              <a:t>Three analytics faculties, one conversational surface</a:t>
            </a:r>
            <a:endParaRPr lang="en-US" sz="1200"/>
          </a:p>
        </p:txBody>
      </p:sp>
      <p:sp>
        <p:nvSpPr>
          <p:cNvPr id="8" name="Shape 6"/>
          <p:cNvSpPr/>
          <p:nvPr/>
        </p:nvSpPr>
        <p:spPr>
          <a:xfrm>
            <a:off x="548640" y="1627632"/>
            <a:ext cx="11064240" cy="1463040"/>
          </a:xfrm>
          <a:prstGeom prst="roundRect">
            <a:avLst>
              <a:gd name="adj" fmla="val 3750"/>
            </a:avLst>
          </a:prstGeom>
          <a:solidFill>
            <a:srgbClr val="FFFFFF"/>
          </a:solidFill>
          <a:ln w="9525">
            <a:solidFill>
              <a:srgbClr val="E5E7EB"/>
            </a:solidFill>
            <a:prstDash val="solid"/>
          </a:ln>
        </p:spPr>
        <p:txBody>
          <a:bodyPr/>
          <a:lstStyle/>
          <a:p>
            <a:endParaRPr lang="en-IN"/>
          </a:p>
        </p:txBody>
      </p:sp>
      <p:sp>
        <p:nvSpPr>
          <p:cNvPr id="9" name="Shape 7"/>
          <p:cNvSpPr/>
          <p:nvPr/>
        </p:nvSpPr>
        <p:spPr>
          <a:xfrm>
            <a:off x="548640" y="1737360"/>
            <a:ext cx="64008" cy="1243584"/>
          </a:xfrm>
          <a:prstGeom prst="rect">
            <a:avLst/>
          </a:prstGeom>
          <a:solidFill>
            <a:srgbClr val="1F6F7A"/>
          </a:solidFill>
          <a:ln/>
        </p:spPr>
        <p:txBody>
          <a:bodyPr/>
          <a:lstStyle/>
          <a:p>
            <a:endParaRPr lang="en-IN"/>
          </a:p>
        </p:txBody>
      </p:sp>
      <p:sp>
        <p:nvSpPr>
          <p:cNvPr id="10" name="Text 8"/>
          <p:cNvSpPr/>
          <p:nvPr/>
        </p:nvSpPr>
        <p:spPr>
          <a:xfrm>
            <a:off x="822960" y="1755648"/>
            <a:ext cx="2651760" cy="640080"/>
          </a:xfrm>
          <a:prstGeom prst="rect">
            <a:avLst/>
          </a:prstGeom>
          <a:noFill/>
          <a:ln/>
        </p:spPr>
        <p:txBody>
          <a:bodyPr wrap="square" lIns="0" tIns="0" rIns="0" bIns="0" rtlCol="0" anchor="ctr"/>
          <a:lstStyle/>
          <a:p>
            <a:pPr marL="0" indent="0">
              <a:buNone/>
            </a:pPr>
            <a:r>
              <a:rPr lang="en-US" sz="1400" b="1">
                <a:solidFill>
                  <a:srgbClr val="0A1628"/>
                </a:solidFill>
                <a:latin typeface="Calibri" pitchFamily="34" charset="0"/>
                <a:ea typeface="Calibri" pitchFamily="34" charset="-122"/>
                <a:cs typeface="Calibri" pitchFamily="34" charset="-120"/>
              </a:rPr>
              <a:t>Trend &amp; variance</a:t>
            </a:r>
            <a:endParaRPr lang="en-US" sz="1400"/>
          </a:p>
        </p:txBody>
      </p:sp>
      <p:sp>
        <p:nvSpPr>
          <p:cNvPr id="11" name="Text 9"/>
          <p:cNvSpPr/>
          <p:nvPr/>
        </p:nvSpPr>
        <p:spPr>
          <a:xfrm>
            <a:off x="822960" y="2286000"/>
            <a:ext cx="2697480" cy="731520"/>
          </a:xfrm>
          <a:prstGeom prst="rect">
            <a:avLst/>
          </a:prstGeom>
          <a:noFill/>
          <a:ln/>
        </p:spPr>
        <p:txBody>
          <a:bodyPr wrap="square" lIns="0" tIns="0" rIns="0" bIns="0" rtlCol="0" anchor="ctr"/>
          <a:lstStyle/>
          <a:p>
            <a:pPr marL="0" indent="0">
              <a:buNone/>
            </a:pPr>
            <a:r>
              <a:rPr lang="en-US" sz="950" i="1">
                <a:solidFill>
                  <a:srgbClr val="1F6F7A"/>
                </a:solidFill>
                <a:latin typeface="Calibri" pitchFamily="34" charset="0"/>
                <a:ea typeface="Calibri" pitchFamily="34" charset="-122"/>
                <a:cs typeface="Calibri" pitchFamily="34" charset="-120"/>
              </a:rPr>
              <a:t>"How did first payment rate move this quarter versus last, by team?"</a:t>
            </a:r>
            <a:endParaRPr lang="en-US" sz="950"/>
          </a:p>
        </p:txBody>
      </p:sp>
      <p:sp>
        <p:nvSpPr>
          <p:cNvPr id="12" name="Text 10"/>
          <p:cNvSpPr/>
          <p:nvPr/>
        </p:nvSpPr>
        <p:spPr>
          <a:xfrm>
            <a:off x="3703320" y="1755648"/>
            <a:ext cx="7680960" cy="1243584"/>
          </a:xfrm>
          <a:prstGeom prst="rect">
            <a:avLst/>
          </a:prstGeom>
          <a:noFill/>
          <a:ln/>
        </p:spPr>
        <p:txBody>
          <a:bodyPr wrap="square" lIns="0" tIns="0" rIns="0" bIns="0" rtlCol="0" anchor="ctr"/>
          <a:lstStyle/>
          <a:p>
            <a:pPr marL="0" indent="0">
              <a:buNone/>
            </a:pPr>
            <a:r>
              <a:rPr lang="en-US" sz="1100">
                <a:solidFill>
                  <a:srgbClr val="1F2937"/>
                </a:solidFill>
                <a:latin typeface="Calibri" pitchFamily="34" charset="0"/>
                <a:ea typeface="Calibri" pitchFamily="34" charset="-122"/>
                <a:cs typeface="Calibri" pitchFamily="34" charset="-120"/>
              </a:rPr>
              <a:t>The agent computes MoM / QoQ / YoY live from the Gold layer for whatever the user asks — any metric, any slice their role permits — and draws the trend automatically when a picture says it better. Nothing is pre-canned; new questions need no new build.</a:t>
            </a:r>
            <a:endParaRPr lang="en-US" sz="1100"/>
          </a:p>
        </p:txBody>
      </p:sp>
      <p:sp>
        <p:nvSpPr>
          <p:cNvPr id="13" name="Shape 11"/>
          <p:cNvSpPr/>
          <p:nvPr/>
        </p:nvSpPr>
        <p:spPr>
          <a:xfrm>
            <a:off x="548640" y="3218688"/>
            <a:ext cx="11064240" cy="1463040"/>
          </a:xfrm>
          <a:prstGeom prst="roundRect">
            <a:avLst>
              <a:gd name="adj" fmla="val 3750"/>
            </a:avLst>
          </a:prstGeom>
          <a:solidFill>
            <a:srgbClr val="F8F7F3"/>
          </a:solidFill>
          <a:ln w="9525">
            <a:solidFill>
              <a:srgbClr val="E5E7EB"/>
            </a:solidFill>
            <a:prstDash val="solid"/>
          </a:ln>
        </p:spPr>
        <p:txBody>
          <a:bodyPr/>
          <a:lstStyle/>
          <a:p>
            <a:endParaRPr lang="en-IN"/>
          </a:p>
        </p:txBody>
      </p:sp>
      <p:sp>
        <p:nvSpPr>
          <p:cNvPr id="14" name="Shape 12"/>
          <p:cNvSpPr/>
          <p:nvPr/>
        </p:nvSpPr>
        <p:spPr>
          <a:xfrm>
            <a:off x="548640" y="3328416"/>
            <a:ext cx="64008" cy="1243584"/>
          </a:xfrm>
          <a:prstGeom prst="rect">
            <a:avLst/>
          </a:prstGeom>
          <a:solidFill>
            <a:srgbClr val="1F6F7A"/>
          </a:solidFill>
          <a:ln/>
        </p:spPr>
        <p:txBody>
          <a:bodyPr/>
          <a:lstStyle/>
          <a:p>
            <a:endParaRPr lang="en-IN"/>
          </a:p>
        </p:txBody>
      </p:sp>
      <p:sp>
        <p:nvSpPr>
          <p:cNvPr id="15" name="Text 13"/>
          <p:cNvSpPr/>
          <p:nvPr/>
        </p:nvSpPr>
        <p:spPr>
          <a:xfrm>
            <a:off x="822960" y="3346704"/>
            <a:ext cx="2651760" cy="640080"/>
          </a:xfrm>
          <a:prstGeom prst="rect">
            <a:avLst/>
          </a:prstGeom>
          <a:noFill/>
          <a:ln/>
        </p:spPr>
        <p:txBody>
          <a:bodyPr wrap="square" lIns="0" tIns="0" rIns="0" bIns="0" rtlCol="0" anchor="ctr"/>
          <a:lstStyle/>
          <a:p>
            <a:pPr marL="0" indent="0">
              <a:buNone/>
            </a:pPr>
            <a:r>
              <a:rPr lang="en-US" sz="1400" b="1">
                <a:solidFill>
                  <a:srgbClr val="0A1628"/>
                </a:solidFill>
                <a:latin typeface="Calibri" pitchFamily="34" charset="0"/>
                <a:ea typeface="Calibri" pitchFamily="34" charset="-122"/>
                <a:cs typeface="Calibri" pitchFamily="34" charset="-120"/>
              </a:rPr>
              <a:t>Predictive</a:t>
            </a:r>
            <a:endParaRPr lang="en-US" sz="1400"/>
          </a:p>
        </p:txBody>
      </p:sp>
      <p:sp>
        <p:nvSpPr>
          <p:cNvPr id="16" name="Text 14"/>
          <p:cNvSpPr/>
          <p:nvPr/>
        </p:nvSpPr>
        <p:spPr>
          <a:xfrm>
            <a:off x="822960" y="3877056"/>
            <a:ext cx="2697480" cy="731520"/>
          </a:xfrm>
          <a:prstGeom prst="rect">
            <a:avLst/>
          </a:prstGeom>
          <a:noFill/>
          <a:ln/>
        </p:spPr>
        <p:txBody>
          <a:bodyPr wrap="square" lIns="0" tIns="0" rIns="0" bIns="0" rtlCol="0" anchor="ctr"/>
          <a:lstStyle/>
          <a:p>
            <a:pPr marL="0" indent="0">
              <a:buNone/>
            </a:pPr>
            <a:r>
              <a:rPr lang="en-US" sz="950" i="1">
                <a:solidFill>
                  <a:srgbClr val="1F6F7A"/>
                </a:solidFill>
                <a:latin typeface="Calibri" pitchFamily="34" charset="0"/>
                <a:ea typeface="Calibri" pitchFamily="34" charset="-122"/>
                <a:cs typeface="Calibri" pitchFamily="34" charset="-120"/>
              </a:rPr>
              <a:t>"What does next month look like for deals signed on Team West?"</a:t>
            </a:r>
            <a:endParaRPr lang="en-US" sz="950"/>
          </a:p>
        </p:txBody>
      </p:sp>
      <p:sp>
        <p:nvSpPr>
          <p:cNvPr id="17" name="Text 15"/>
          <p:cNvSpPr/>
          <p:nvPr/>
        </p:nvSpPr>
        <p:spPr>
          <a:xfrm>
            <a:off x="3703320" y="3346704"/>
            <a:ext cx="7680960" cy="1243584"/>
          </a:xfrm>
          <a:prstGeom prst="rect">
            <a:avLst/>
          </a:prstGeom>
          <a:noFill/>
          <a:ln/>
        </p:spPr>
        <p:txBody>
          <a:bodyPr wrap="square" lIns="0" tIns="0" rIns="0" bIns="0" rtlCol="0" anchor="ctr"/>
          <a:lstStyle/>
          <a:p>
            <a:pPr marL="0" indent="0">
              <a:buNone/>
            </a:pPr>
            <a:r>
              <a:rPr lang="en-US" sz="1100">
                <a:solidFill>
                  <a:srgbClr val="1F2937"/>
                </a:solidFill>
                <a:latin typeface="Calibri" pitchFamily="34" charset="0"/>
                <a:ea typeface="Calibri" pitchFamily="34" charset="-122"/>
                <a:cs typeface="Calibri" pitchFamily="34" charset="-120"/>
              </a:rPr>
              <a:t>Models trained on your own Gold history (agent performance, resolution and first-payment outcomes) are scored on schedule back into Gold tables. The agent reads those scores like any other data — and always labels a forecast as a forecast, with the confidence range stated.</a:t>
            </a:r>
            <a:endParaRPr lang="en-US" sz="1100"/>
          </a:p>
        </p:txBody>
      </p:sp>
      <p:sp>
        <p:nvSpPr>
          <p:cNvPr id="18" name="Shape 16"/>
          <p:cNvSpPr/>
          <p:nvPr/>
        </p:nvSpPr>
        <p:spPr>
          <a:xfrm>
            <a:off x="548640" y="4809744"/>
            <a:ext cx="11064240" cy="1463040"/>
          </a:xfrm>
          <a:prstGeom prst="roundRect">
            <a:avLst>
              <a:gd name="adj" fmla="val 3750"/>
            </a:avLst>
          </a:prstGeom>
          <a:solidFill>
            <a:srgbClr val="FFFFFF"/>
          </a:solidFill>
          <a:ln w="9525">
            <a:solidFill>
              <a:srgbClr val="E5E7EB"/>
            </a:solidFill>
            <a:prstDash val="solid"/>
          </a:ln>
        </p:spPr>
        <p:txBody>
          <a:bodyPr/>
          <a:lstStyle/>
          <a:p>
            <a:endParaRPr lang="en-IN"/>
          </a:p>
        </p:txBody>
      </p:sp>
      <p:sp>
        <p:nvSpPr>
          <p:cNvPr id="19" name="Shape 17"/>
          <p:cNvSpPr/>
          <p:nvPr/>
        </p:nvSpPr>
        <p:spPr>
          <a:xfrm>
            <a:off x="548640" y="4919472"/>
            <a:ext cx="64008" cy="1243584"/>
          </a:xfrm>
          <a:prstGeom prst="rect">
            <a:avLst/>
          </a:prstGeom>
          <a:solidFill>
            <a:srgbClr val="1F6F7A"/>
          </a:solidFill>
          <a:ln/>
        </p:spPr>
        <p:txBody>
          <a:bodyPr/>
          <a:lstStyle/>
          <a:p>
            <a:endParaRPr lang="en-IN"/>
          </a:p>
        </p:txBody>
      </p:sp>
      <p:sp>
        <p:nvSpPr>
          <p:cNvPr id="20" name="Text 18"/>
          <p:cNvSpPr/>
          <p:nvPr/>
        </p:nvSpPr>
        <p:spPr>
          <a:xfrm>
            <a:off x="822960" y="4937760"/>
            <a:ext cx="2651760" cy="640080"/>
          </a:xfrm>
          <a:prstGeom prst="rect">
            <a:avLst/>
          </a:prstGeom>
          <a:noFill/>
          <a:ln/>
        </p:spPr>
        <p:txBody>
          <a:bodyPr wrap="square" lIns="0" tIns="0" rIns="0" bIns="0" rtlCol="0" anchor="ctr"/>
          <a:lstStyle/>
          <a:p>
            <a:pPr marL="0" indent="0">
              <a:buNone/>
            </a:pPr>
            <a:r>
              <a:rPr lang="en-US" sz="1400" b="1">
                <a:solidFill>
                  <a:srgbClr val="0A1628"/>
                </a:solidFill>
                <a:latin typeface="Calibri" pitchFamily="34" charset="0"/>
                <a:ea typeface="Calibri" pitchFamily="34" charset="-122"/>
                <a:cs typeface="Calibri" pitchFamily="34" charset="-120"/>
              </a:rPr>
              <a:t>Individual &amp; team views</a:t>
            </a:r>
            <a:endParaRPr lang="en-US" sz="1400"/>
          </a:p>
        </p:txBody>
      </p:sp>
      <p:sp>
        <p:nvSpPr>
          <p:cNvPr id="21" name="Text 19"/>
          <p:cNvSpPr/>
          <p:nvPr/>
        </p:nvSpPr>
        <p:spPr>
          <a:xfrm>
            <a:off x="822960" y="5468112"/>
            <a:ext cx="2697480" cy="731520"/>
          </a:xfrm>
          <a:prstGeom prst="rect">
            <a:avLst/>
          </a:prstGeom>
          <a:noFill/>
          <a:ln/>
        </p:spPr>
        <p:txBody>
          <a:bodyPr wrap="square" lIns="0" tIns="0" rIns="0" bIns="0" rtlCol="0" anchor="ctr"/>
          <a:lstStyle/>
          <a:p>
            <a:pPr marL="0" indent="0">
              <a:buNone/>
            </a:pPr>
            <a:r>
              <a:rPr lang="en-US" sz="950" i="1">
                <a:solidFill>
                  <a:srgbClr val="1F6F7A"/>
                </a:solidFill>
                <a:latin typeface="Calibri" pitchFamily="34" charset="0"/>
                <a:ea typeface="Calibri" pitchFamily="34" charset="-122"/>
                <a:cs typeface="Calibri" pitchFamily="34" charset="-120"/>
              </a:rPr>
              <a:t>"Show me my numbers this month" — from an agent, a manager, an executive</a:t>
            </a:r>
            <a:endParaRPr lang="en-US" sz="950"/>
          </a:p>
        </p:txBody>
      </p:sp>
      <p:sp>
        <p:nvSpPr>
          <p:cNvPr id="22" name="Text 20"/>
          <p:cNvSpPr/>
          <p:nvPr/>
        </p:nvSpPr>
        <p:spPr>
          <a:xfrm>
            <a:off x="3703320" y="4937760"/>
            <a:ext cx="7680960" cy="1243584"/>
          </a:xfrm>
          <a:prstGeom prst="rect">
            <a:avLst/>
          </a:prstGeom>
          <a:noFill/>
          <a:ln/>
        </p:spPr>
        <p:txBody>
          <a:bodyPr wrap="square" lIns="0" tIns="0" rIns="0" bIns="0" rtlCol="0" anchor="ctr"/>
          <a:lstStyle/>
          <a:p>
            <a:pPr marL="0" indent="0">
              <a:buNone/>
            </a:pPr>
            <a:r>
              <a:rPr lang="en-US" sz="1100">
                <a:solidFill>
                  <a:srgbClr val="1F2937"/>
                </a:solidFill>
                <a:latin typeface="Calibri" pitchFamily="34" charset="0"/>
                <a:ea typeface="Calibri" pitchFamily="34" charset="-122"/>
                <a:cs typeface="Calibri" pitchFamily="34" charset="-120"/>
              </a:rPr>
              <a:t>The same question means different data at different tiers. An agent sees their own performance; a manager sees their team; an executive sees the business. That scoping is enforced by RBAC in the control plane — not by trusting the model to behave.</a:t>
            </a:r>
            <a:endParaRPr lang="en-US" sz="1100"/>
          </a:p>
        </p:txBody>
      </p:sp>
      <p:sp>
        <p:nvSpPr>
          <p:cNvPr id="24" name="Text 1">
            <a:extLst>
              <a:ext uri="{FF2B5EF4-FFF2-40B4-BE49-F238E27FC236}">
                <a16:creationId xmlns:a16="http://schemas.microsoft.com/office/drawing/2014/main" id="{36D7A0A0-4BFA-456C-BFA5-1601B245D956}"/>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7</a:t>
            </a:fld>
            <a:endParaRPr lang="en-US"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TECHNICAL ARCHITECTURE  ·  HOW IT WORKS</a:t>
            </a:r>
            <a:endParaRPr lang="en-US" sz="1000"/>
          </a:p>
        </p:txBody>
      </p:sp>
      <p:sp>
        <p:nvSpPr>
          <p:cNvPr id="5" name="Text 3"/>
          <p:cNvSpPr/>
          <p:nvPr/>
        </p:nvSpPr>
        <p:spPr>
          <a:xfrm>
            <a:off x="548640" y="457200"/>
            <a:ext cx="11064240" cy="548640"/>
          </a:xfrm>
          <a:prstGeom prst="rect">
            <a:avLst/>
          </a:prstGeom>
          <a:noFill/>
          <a:ln/>
        </p:spPr>
        <p:txBody>
          <a:bodyPr wrap="square" lIns="0" tIns="0" rIns="0" bIns="0" rtlCol="0" anchor="ctr"/>
          <a:lstStyle/>
          <a:p>
            <a:pPr marL="0" indent="0">
              <a:buNone/>
            </a:pPr>
            <a:r>
              <a:rPr lang="en-US" sz="2500" b="1">
                <a:solidFill>
                  <a:srgbClr val="0A1628"/>
                </a:solidFill>
                <a:latin typeface="Georgia" pitchFamily="34" charset="0"/>
                <a:ea typeface="Georgia" pitchFamily="34" charset="-122"/>
                <a:cs typeface="Georgia" pitchFamily="34" charset="-120"/>
              </a:rPr>
              <a:t>How prediction works — a pipeline, not a promise</a:t>
            </a:r>
            <a:endParaRPr lang="en-US" sz="2500"/>
          </a:p>
        </p:txBody>
      </p:sp>
      <p:sp>
        <p:nvSpPr>
          <p:cNvPr id="6" name="Shape 4"/>
          <p:cNvSpPr/>
          <p:nvPr/>
        </p:nvSpPr>
        <p:spPr>
          <a:xfrm>
            <a:off x="566928" y="1024128"/>
            <a:ext cx="1371600" cy="32004"/>
          </a:xfrm>
          <a:prstGeom prst="rect">
            <a:avLst/>
          </a:prstGeom>
          <a:solidFill>
            <a:srgbClr val="B8913B"/>
          </a:solidFill>
          <a:ln/>
        </p:spPr>
        <p:txBody>
          <a:bodyPr/>
          <a:lstStyle/>
          <a:p>
            <a:endParaRPr lang="en-IN"/>
          </a:p>
        </p:txBody>
      </p:sp>
      <p:sp>
        <p:nvSpPr>
          <p:cNvPr id="7" name="Text 5"/>
          <p:cNvSpPr/>
          <p:nvPr/>
        </p:nvSpPr>
        <p:spPr>
          <a:xfrm>
            <a:off x="548640" y="1115568"/>
            <a:ext cx="11064240" cy="310896"/>
          </a:xfrm>
          <a:prstGeom prst="rect">
            <a:avLst/>
          </a:prstGeom>
          <a:noFill/>
          <a:ln/>
        </p:spPr>
        <p:txBody>
          <a:bodyPr wrap="square" lIns="0" tIns="0" rIns="0" bIns="0" rtlCol="0" anchor="ctr"/>
          <a:lstStyle/>
          <a:p>
            <a:pPr marL="0" indent="0">
              <a:buNone/>
            </a:pPr>
            <a:r>
              <a:rPr lang="en-US" sz="1200">
                <a:solidFill>
                  <a:srgbClr val="1F6F7A"/>
                </a:solidFill>
                <a:latin typeface="Calibri" pitchFamily="34" charset="0"/>
                <a:ea typeface="Calibri" pitchFamily="34" charset="-122"/>
                <a:cs typeface="Calibri" pitchFamily="34" charset="-120"/>
              </a:rPr>
              <a:t>Your own Gold history in; labeled forecasts out; retraining on a schedule</a:t>
            </a:r>
            <a:endParaRPr lang="en-US" sz="1200"/>
          </a:p>
        </p:txBody>
      </p:sp>
      <p:pic>
        <p:nvPicPr>
          <p:cNvPr id="8" name="Image 0" descr="/home/claude/better_pov/img/RFP_ml.png"/>
          <p:cNvPicPr>
            <a:picLocks noChangeAspect="1"/>
          </p:cNvPicPr>
          <p:nvPr/>
        </p:nvPicPr>
        <p:blipFill>
          <a:blip r:embed="rId3"/>
          <a:stretch>
            <a:fillRect/>
          </a:stretch>
        </p:blipFill>
        <p:spPr>
          <a:xfrm>
            <a:off x="685800" y="1554480"/>
            <a:ext cx="10817352" cy="3383280"/>
          </a:xfrm>
          <a:prstGeom prst="rect">
            <a:avLst/>
          </a:prstGeom>
        </p:spPr>
      </p:pic>
      <p:sp>
        <p:nvSpPr>
          <p:cNvPr id="9" name="Shape 6"/>
          <p:cNvSpPr/>
          <p:nvPr/>
        </p:nvSpPr>
        <p:spPr>
          <a:xfrm>
            <a:off x="548640" y="5120640"/>
            <a:ext cx="11064240" cy="1234440"/>
          </a:xfrm>
          <a:prstGeom prst="roundRect">
            <a:avLst>
              <a:gd name="adj" fmla="val 4444"/>
            </a:avLst>
          </a:prstGeom>
          <a:solidFill>
            <a:srgbClr val="F8F7F3"/>
          </a:solidFill>
          <a:ln w="9525">
            <a:solidFill>
              <a:srgbClr val="E5E7EB"/>
            </a:solidFill>
            <a:prstDash val="solid"/>
          </a:ln>
        </p:spPr>
        <p:txBody>
          <a:bodyPr/>
          <a:lstStyle/>
          <a:p>
            <a:endParaRPr lang="en-IN"/>
          </a:p>
        </p:txBody>
      </p:sp>
      <p:sp>
        <p:nvSpPr>
          <p:cNvPr id="10" name="Shape 7"/>
          <p:cNvSpPr/>
          <p:nvPr/>
        </p:nvSpPr>
        <p:spPr>
          <a:xfrm>
            <a:off x="548640" y="5230368"/>
            <a:ext cx="64008" cy="1014984"/>
          </a:xfrm>
          <a:prstGeom prst="rect">
            <a:avLst/>
          </a:prstGeom>
          <a:solidFill>
            <a:srgbClr val="1F6F7A"/>
          </a:solidFill>
          <a:ln/>
        </p:spPr>
        <p:txBody>
          <a:bodyPr/>
          <a:lstStyle/>
          <a:p>
            <a:endParaRPr lang="en-IN"/>
          </a:p>
        </p:txBody>
      </p:sp>
      <p:sp>
        <p:nvSpPr>
          <p:cNvPr id="11" name="Text 8"/>
          <p:cNvSpPr/>
          <p:nvPr/>
        </p:nvSpPr>
        <p:spPr>
          <a:xfrm>
            <a:off x="804672" y="5239512"/>
            <a:ext cx="10515600" cy="274320"/>
          </a:xfrm>
          <a:prstGeom prst="rect">
            <a:avLst/>
          </a:prstGeom>
          <a:noFill/>
          <a:ln/>
        </p:spPr>
        <p:txBody>
          <a:bodyPr wrap="square" lIns="0" tIns="0" rIns="0" bIns="0" rtlCol="0" anchor="ctr"/>
          <a:lstStyle/>
          <a:p>
            <a:pPr marL="0" indent="0">
              <a:buNone/>
            </a:pPr>
            <a:r>
              <a:rPr lang="en-US" sz="1200" b="1">
                <a:solidFill>
                  <a:srgbClr val="0A1628"/>
                </a:solidFill>
                <a:latin typeface="Calibri" pitchFamily="34" charset="0"/>
                <a:ea typeface="Calibri" pitchFamily="34" charset="-122"/>
                <a:cs typeface="Calibri" pitchFamily="34" charset="-120"/>
              </a:rPr>
              <a:t>What the first two models are</a:t>
            </a:r>
            <a:endParaRPr lang="en-US" sz="1200"/>
          </a:p>
        </p:txBody>
      </p:sp>
      <p:sp>
        <p:nvSpPr>
          <p:cNvPr id="12" name="Text 9"/>
          <p:cNvSpPr/>
          <p:nvPr/>
        </p:nvSpPr>
        <p:spPr>
          <a:xfrm>
            <a:off x="804672" y="5532120"/>
            <a:ext cx="10515600" cy="749808"/>
          </a:xfrm>
          <a:prstGeom prst="rect">
            <a:avLst/>
          </a:prstGeom>
          <a:noFill/>
          <a:ln/>
        </p:spPr>
        <p:txBody>
          <a:bodyPr wrap="square" lIns="0" tIns="0" rIns="0" bIns="0" rtlCol="0" anchor="ctr"/>
          <a:lstStyle/>
          <a:p>
            <a:pPr marL="0" indent="0">
              <a:buNone/>
            </a:pPr>
            <a:r>
              <a:rPr lang="en-US" sz="1000">
                <a:solidFill>
                  <a:srgbClr val="1F2937"/>
                </a:solidFill>
                <a:latin typeface="Calibri" pitchFamily="34" charset="0"/>
                <a:ea typeface="Calibri" pitchFamily="34" charset="-122"/>
                <a:cs typeface="Calibri" pitchFamily="34" charset="-120"/>
              </a:rPr>
              <a:t>Model 1 forecasts agent performance and volume (deals signed, resolutions) by team and period. Model 2 scores resolution and first-payment likelihood at account level. Both train purely on Gold-layer history that's in scope today — no external data, as per the RFP. Additional models are a priced option once these two earn trust.</a:t>
            </a:r>
            <a:endParaRPr lang="en-US" sz="1000"/>
          </a:p>
        </p:txBody>
      </p:sp>
      <p:sp>
        <p:nvSpPr>
          <p:cNvPr id="14" name="Text 1">
            <a:extLst>
              <a:ext uri="{FF2B5EF4-FFF2-40B4-BE49-F238E27FC236}">
                <a16:creationId xmlns:a16="http://schemas.microsoft.com/office/drawing/2014/main" id="{642C0676-E35F-E536-A080-AE99BA2224C7}"/>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8</a:t>
            </a:fld>
            <a:endParaRPr lang="en-US"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0" y="6473952"/>
            <a:ext cx="2496312" cy="274320"/>
          </a:xfrm>
          <a:prstGeom prst="rect">
            <a:avLst/>
          </a:prstGeom>
          <a:noFill/>
        </p:spPr>
        <p:txBody>
          <a:bodyPr wrap="square" lIns="0" tIns="0" rIns="0" bIns="0" anchor="t">
            <a:spAutoFit/>
          </a:bodyPr>
          <a:lstStyle/>
          <a:p>
            <a:pPr algn="r"/>
            <a:r>
              <a:rPr sz="850" b="1" i="0">
                <a:solidFill>
                  <a:srgbClr val="B8913B"/>
                </a:solidFill>
                <a:latin typeface="Georgia"/>
              </a:rPr>
              <a:t>ARTIZENT  ·  PROJECT ELEVATE</a:t>
            </a:r>
          </a:p>
        </p:txBody>
      </p:sp>
      <p:sp>
        <p:nvSpPr>
          <p:cNvPr id="3" name="TextBox 2"/>
          <p:cNvSpPr txBox="1"/>
          <p:nvPr/>
        </p:nvSpPr>
        <p:spPr>
          <a:xfrm>
            <a:off x="548640" y="201168"/>
            <a:ext cx="11064240" cy="237744"/>
          </a:xfrm>
          <a:prstGeom prst="rect">
            <a:avLst/>
          </a:prstGeom>
          <a:noFill/>
        </p:spPr>
        <p:txBody>
          <a:bodyPr wrap="square" lIns="0" tIns="0" rIns="0" bIns="0" anchor="t">
            <a:spAutoFit/>
          </a:bodyPr>
          <a:lstStyle/>
          <a:p>
            <a:pPr algn="l"/>
            <a:r>
              <a:rPr sz="1000" b="1" i="0">
                <a:solidFill>
                  <a:srgbClr val="B8913B"/>
                </a:solidFill>
                <a:latin typeface="Calibri"/>
              </a:rPr>
              <a:t>CLIENT QUESTION  ·  CAN THE MODELS BE TRAINED INCORRECTLY?</a:t>
            </a:r>
          </a:p>
        </p:txBody>
      </p:sp>
      <p:sp>
        <p:nvSpPr>
          <p:cNvPr id="4" name="TextBox 3"/>
          <p:cNvSpPr txBox="1"/>
          <p:nvPr/>
        </p:nvSpPr>
        <p:spPr>
          <a:xfrm>
            <a:off x="548640" y="438912"/>
            <a:ext cx="11064240" cy="502920"/>
          </a:xfrm>
          <a:prstGeom prst="rect">
            <a:avLst/>
          </a:prstGeom>
          <a:noFill/>
        </p:spPr>
        <p:txBody>
          <a:bodyPr wrap="square" lIns="0" tIns="0" rIns="0" bIns="0" anchor="t">
            <a:spAutoFit/>
          </a:bodyPr>
          <a:lstStyle/>
          <a:p>
            <a:pPr algn="l"/>
            <a:r>
              <a:rPr sz="2200" b="1" i="0">
                <a:solidFill>
                  <a:srgbClr val="0A1628"/>
                </a:solidFill>
                <a:latin typeface="Georgia"/>
              </a:rPr>
              <a:t>Two kinds of models — and how each is kept from going wrong</a:t>
            </a:r>
          </a:p>
        </p:txBody>
      </p:sp>
      <p:sp>
        <p:nvSpPr>
          <p:cNvPr id="5" name="Rectangle 4"/>
          <p:cNvSpPr/>
          <p:nvPr/>
        </p:nvSpPr>
        <p:spPr>
          <a:xfrm>
            <a:off x="566928" y="960120"/>
            <a:ext cx="1371600" cy="32004"/>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24128"/>
            <a:ext cx="11064240" cy="292608"/>
          </a:xfrm>
          <a:prstGeom prst="rect">
            <a:avLst/>
          </a:prstGeom>
          <a:noFill/>
        </p:spPr>
        <p:txBody>
          <a:bodyPr wrap="square" lIns="0" tIns="0" rIns="0" bIns="0" anchor="t">
            <a:spAutoFit/>
          </a:bodyPr>
          <a:lstStyle/>
          <a:p>
            <a:pPr algn="l"/>
            <a:r>
              <a:rPr sz="1100" b="0" i="0">
                <a:solidFill>
                  <a:srgbClr val="1F6F7A"/>
                </a:solidFill>
                <a:latin typeface="Calibri"/>
              </a:rPr>
              <a:t>Short answer: the language models are never trained on your data by anyone, and the two forecasting models we do train pass six checks before they touch a real answer</a:t>
            </a:r>
          </a:p>
        </p:txBody>
      </p:sp>
      <p:sp>
        <p:nvSpPr>
          <p:cNvPr id="7" name="Rounded Rectangle 6"/>
          <p:cNvSpPr/>
          <p:nvPr/>
        </p:nvSpPr>
        <p:spPr>
          <a:xfrm>
            <a:off x="548640" y="1481328"/>
            <a:ext cx="5120640" cy="4892040"/>
          </a:xfrm>
          <a:prstGeom prst="roundRect">
            <a:avLst>
              <a:gd name="adj" fmla="val 8000"/>
            </a:avLst>
          </a:prstGeom>
          <a:solidFill>
            <a:srgbClr val="F8F7F3"/>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591056"/>
            <a:ext cx="64008" cy="4672583"/>
          </a:xfrm>
          <a:prstGeom prst="rect">
            <a:avLst/>
          </a:prstGeom>
          <a:solidFill>
            <a:srgbClr val="1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1627632"/>
            <a:ext cx="4663440" cy="310896"/>
          </a:xfrm>
          <a:prstGeom prst="rect">
            <a:avLst/>
          </a:prstGeom>
          <a:noFill/>
        </p:spPr>
        <p:txBody>
          <a:bodyPr wrap="square" lIns="0" tIns="0" rIns="0" bIns="0" anchor="t">
            <a:spAutoFit/>
          </a:bodyPr>
          <a:lstStyle/>
          <a:p>
            <a:pPr algn="l"/>
            <a:r>
              <a:rPr sz="1350" b="1" i="0">
                <a:solidFill>
                  <a:srgbClr val="0A1628"/>
                </a:solidFill>
                <a:latin typeface="Calibri"/>
              </a:rPr>
              <a:t>The language models (GPT-4o family)</a:t>
            </a:r>
          </a:p>
        </p:txBody>
      </p:sp>
      <p:sp>
        <p:nvSpPr>
          <p:cNvPr id="10" name="TextBox 9"/>
          <p:cNvSpPr txBox="1"/>
          <p:nvPr/>
        </p:nvSpPr>
        <p:spPr>
          <a:xfrm>
            <a:off x="804672" y="1956816"/>
            <a:ext cx="4663440" cy="256032"/>
          </a:xfrm>
          <a:prstGeom prst="rect">
            <a:avLst/>
          </a:prstGeom>
          <a:noFill/>
        </p:spPr>
        <p:txBody>
          <a:bodyPr wrap="square" lIns="0" tIns="0" rIns="0" bIns="0" anchor="t">
            <a:spAutoFit/>
          </a:bodyPr>
          <a:lstStyle/>
          <a:p>
            <a:pPr algn="l"/>
            <a:r>
              <a:rPr sz="1050" b="1" i="0">
                <a:solidFill>
                  <a:srgbClr val="1F6F7A"/>
                </a:solidFill>
                <a:latin typeface="Calibri"/>
              </a:rPr>
              <a:t>We do not train these. Nobody does.</a:t>
            </a:r>
          </a:p>
        </p:txBody>
      </p:sp>
      <p:sp>
        <p:nvSpPr>
          <p:cNvPr id="11" name="TextBox 10"/>
          <p:cNvSpPr txBox="1"/>
          <p:nvPr/>
        </p:nvSpPr>
        <p:spPr>
          <a:xfrm>
            <a:off x="804672" y="2286000"/>
            <a:ext cx="4663440" cy="1051560"/>
          </a:xfrm>
          <a:prstGeom prst="rect">
            <a:avLst/>
          </a:prstGeom>
          <a:noFill/>
        </p:spPr>
        <p:txBody>
          <a:bodyPr wrap="square" lIns="0" tIns="0" rIns="0" bIns="0" anchor="t">
            <a:spAutoFit/>
          </a:bodyPr>
          <a:lstStyle/>
          <a:p>
            <a:pPr algn="l"/>
            <a:r>
              <a:rPr sz="980" b="0" i="0">
                <a:solidFill>
                  <a:srgbClr val="1F2937"/>
                </a:solidFill>
                <a:latin typeface="Calibri"/>
              </a:rPr>
              <a:t>They are used exactly as Microsoft ships them. Your data never changes them — so they cannot be “trained incorrectly” by this project, by us, or by your usage.</a:t>
            </a:r>
          </a:p>
        </p:txBody>
      </p:sp>
      <p:sp>
        <p:nvSpPr>
          <p:cNvPr id="12" name="TextBox 11"/>
          <p:cNvSpPr txBox="1"/>
          <p:nvPr/>
        </p:nvSpPr>
        <p:spPr>
          <a:xfrm>
            <a:off x="804672" y="3246120"/>
            <a:ext cx="4663440" cy="548640"/>
          </a:xfrm>
          <a:prstGeom prst="rect">
            <a:avLst/>
          </a:prstGeom>
          <a:noFill/>
        </p:spPr>
        <p:txBody>
          <a:bodyPr wrap="square" lIns="0" tIns="0" rIns="0" bIns="0" anchor="t">
            <a:spAutoFit/>
          </a:bodyPr>
          <a:lstStyle/>
          <a:p>
            <a:pPr algn="l"/>
            <a:r>
              <a:rPr sz="980" b="0" i="0">
                <a:solidFill>
                  <a:srgbClr val="1F2937"/>
                </a:solidFill>
                <a:latin typeface="Calibri"/>
              </a:rPr>
              <a:t>The real risk with a language model is different: it can word an answer from its general knowledge instead of your data. We remove that risk by design:</a:t>
            </a:r>
          </a:p>
        </p:txBody>
      </p:sp>
      <p:sp>
        <p:nvSpPr>
          <p:cNvPr id="13" name="TextBox 12"/>
          <p:cNvSpPr txBox="1"/>
          <p:nvPr/>
        </p:nvSpPr>
        <p:spPr>
          <a:xfrm>
            <a:off x="804672" y="3977639"/>
            <a:ext cx="4663440" cy="2286000"/>
          </a:xfrm>
          <a:prstGeom prst="rect">
            <a:avLst/>
          </a:prstGeom>
          <a:noFill/>
        </p:spPr>
        <p:txBody>
          <a:bodyPr wrap="square" lIns="0" tIns="0" rIns="0" bIns="0">
            <a:spAutoFit/>
          </a:bodyPr>
          <a:lstStyle/>
          <a:p>
            <a:pPr marL="137160" indent="-137160">
              <a:spcAft>
                <a:spcPts val="600"/>
              </a:spcAft>
              <a:buChar char="•"/>
            </a:pPr>
            <a:r>
              <a:rPr sz="950" b="0">
                <a:solidFill>
                  <a:srgbClr val="1F2937"/>
                </a:solidFill>
                <a:latin typeface="Calibri"/>
              </a:rPr>
              <a:t>Every number in an answer must come from a real query against your Gold layer — the model may explain results, never supply them</a:t>
            </a:r>
          </a:p>
          <a:p>
            <a:pPr marL="137160" indent="-137160">
              <a:spcAft>
                <a:spcPts val="600"/>
              </a:spcAft>
              <a:buChar char="•"/>
            </a:pPr>
            <a:r>
              <a:rPr sz="950" b="0">
                <a:solidFill>
                  <a:srgbClr val="1F2937"/>
                </a:solidFill>
                <a:latin typeface="Calibri"/>
              </a:rPr>
              <a:t>If the data can’t answer, the agent says so — it is not allowed to fill the gap from memory</a:t>
            </a:r>
          </a:p>
          <a:p>
            <a:pPr marL="137160" indent="-137160">
              <a:spcAft>
                <a:spcPts val="600"/>
              </a:spcAft>
              <a:buChar char="•"/>
            </a:pPr>
            <a:r>
              <a:rPr sz="950" b="0">
                <a:solidFill>
                  <a:srgbClr val="1F2937"/>
                </a:solidFill>
                <a:latin typeface="Calibri"/>
              </a:rPr>
              <a:t>The question bank replays on every release; if answers stop matching the Power BI baseline, the release is blocked</a:t>
            </a:r>
          </a:p>
        </p:txBody>
      </p:sp>
      <p:sp>
        <p:nvSpPr>
          <p:cNvPr id="14" name="Rounded Rectangle 13"/>
          <p:cNvSpPr/>
          <p:nvPr/>
        </p:nvSpPr>
        <p:spPr>
          <a:xfrm>
            <a:off x="5852160" y="1481328"/>
            <a:ext cx="5760720" cy="4892040"/>
          </a:xfrm>
          <a:prstGeom prst="roundRect">
            <a:avLst>
              <a:gd name="adj" fmla="val 8000"/>
            </a:avLst>
          </a:prstGeom>
          <a:solidFill>
            <a:srgbClr val="F4F1E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852160" y="1591056"/>
            <a:ext cx="64008" cy="4672583"/>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108192" y="1627632"/>
            <a:ext cx="5303520" cy="310896"/>
          </a:xfrm>
          <a:prstGeom prst="rect">
            <a:avLst/>
          </a:prstGeom>
          <a:noFill/>
        </p:spPr>
        <p:txBody>
          <a:bodyPr wrap="square" lIns="0" tIns="0" rIns="0" bIns="0" anchor="t">
            <a:spAutoFit/>
          </a:bodyPr>
          <a:lstStyle/>
          <a:p>
            <a:pPr algn="l"/>
            <a:r>
              <a:rPr sz="1350" b="1" i="0">
                <a:solidFill>
                  <a:srgbClr val="0A1628"/>
                </a:solidFill>
                <a:latin typeface="Calibri"/>
              </a:rPr>
              <a:t>The two forecasting models (built on your data)</a:t>
            </a:r>
          </a:p>
        </p:txBody>
      </p:sp>
      <p:sp>
        <p:nvSpPr>
          <p:cNvPr id="17" name="TextBox 16"/>
          <p:cNvSpPr txBox="1"/>
          <p:nvPr/>
        </p:nvSpPr>
        <p:spPr>
          <a:xfrm>
            <a:off x="6108192" y="1956816"/>
            <a:ext cx="5303520" cy="256032"/>
          </a:xfrm>
          <a:prstGeom prst="rect">
            <a:avLst/>
          </a:prstGeom>
          <a:noFill/>
        </p:spPr>
        <p:txBody>
          <a:bodyPr wrap="square" lIns="0" tIns="0" rIns="0" bIns="0" anchor="t">
            <a:spAutoFit/>
          </a:bodyPr>
          <a:lstStyle/>
          <a:p>
            <a:pPr algn="l"/>
            <a:r>
              <a:rPr sz="1050" b="1" i="0">
                <a:solidFill>
                  <a:srgbClr val="8A6A25"/>
                </a:solidFill>
                <a:latin typeface="Calibri"/>
              </a:rPr>
              <a:t>These we do train — under six controls:</a:t>
            </a:r>
          </a:p>
        </p:txBody>
      </p:sp>
      <p:sp>
        <p:nvSpPr>
          <p:cNvPr id="18" name="TextBox 17"/>
          <p:cNvSpPr txBox="1"/>
          <p:nvPr/>
        </p:nvSpPr>
        <p:spPr>
          <a:xfrm>
            <a:off x="6108192" y="2286000"/>
            <a:ext cx="2148840" cy="603504"/>
          </a:xfrm>
          <a:prstGeom prst="rect">
            <a:avLst/>
          </a:prstGeom>
          <a:noFill/>
        </p:spPr>
        <p:txBody>
          <a:bodyPr wrap="square" lIns="0" tIns="0" rIns="0" bIns="0" anchor="t">
            <a:spAutoFit/>
          </a:bodyPr>
          <a:lstStyle/>
          <a:p>
            <a:pPr algn="l"/>
            <a:r>
              <a:rPr sz="900" b="1" i="0">
                <a:solidFill>
                  <a:srgbClr val="0A1628"/>
                </a:solidFill>
                <a:latin typeface="Calibri"/>
              </a:rPr>
              <a:t>1 · Agreed data only</a:t>
            </a:r>
          </a:p>
        </p:txBody>
      </p:sp>
      <p:sp>
        <p:nvSpPr>
          <p:cNvPr id="19" name="TextBox 18"/>
          <p:cNvSpPr txBox="1"/>
          <p:nvPr/>
        </p:nvSpPr>
        <p:spPr>
          <a:xfrm>
            <a:off x="8321040" y="2286000"/>
            <a:ext cx="3154680" cy="603504"/>
          </a:xfrm>
          <a:prstGeom prst="rect">
            <a:avLst/>
          </a:prstGeom>
          <a:noFill/>
        </p:spPr>
        <p:txBody>
          <a:bodyPr wrap="square" lIns="0" tIns="0" rIns="0" bIns="0" anchor="t">
            <a:spAutoFit/>
          </a:bodyPr>
          <a:lstStyle/>
          <a:p>
            <a:pPr algn="l"/>
            <a:r>
              <a:rPr sz="880" b="0" i="0">
                <a:solidFill>
                  <a:srgbClr val="1F2937"/>
                </a:solidFill>
                <a:latin typeface="Calibri"/>
              </a:rPr>
              <a:t>Trained only on Gold-layer history you sign off in Discovery — no external data, nothing unvetted.</a:t>
            </a:r>
          </a:p>
        </p:txBody>
      </p:sp>
      <p:sp>
        <p:nvSpPr>
          <p:cNvPr id="20" name="TextBox 19"/>
          <p:cNvSpPr txBox="1"/>
          <p:nvPr/>
        </p:nvSpPr>
        <p:spPr>
          <a:xfrm>
            <a:off x="6108192" y="2944368"/>
            <a:ext cx="2148840" cy="603504"/>
          </a:xfrm>
          <a:prstGeom prst="rect">
            <a:avLst/>
          </a:prstGeom>
          <a:noFill/>
        </p:spPr>
        <p:txBody>
          <a:bodyPr wrap="square" lIns="0" tIns="0" rIns="0" bIns="0" anchor="t">
            <a:spAutoFit/>
          </a:bodyPr>
          <a:lstStyle/>
          <a:p>
            <a:pPr algn="l"/>
            <a:r>
              <a:rPr sz="900" b="1" i="0">
                <a:solidFill>
                  <a:srgbClr val="0A1628"/>
                </a:solidFill>
                <a:latin typeface="Calibri"/>
              </a:rPr>
              <a:t>2 · Tested on data it never saw</a:t>
            </a:r>
          </a:p>
        </p:txBody>
      </p:sp>
      <p:sp>
        <p:nvSpPr>
          <p:cNvPr id="21" name="TextBox 20"/>
          <p:cNvSpPr txBox="1"/>
          <p:nvPr/>
        </p:nvSpPr>
        <p:spPr>
          <a:xfrm>
            <a:off x="8321040" y="2944368"/>
            <a:ext cx="3154680" cy="603504"/>
          </a:xfrm>
          <a:prstGeom prst="rect">
            <a:avLst/>
          </a:prstGeom>
          <a:noFill/>
        </p:spPr>
        <p:txBody>
          <a:bodyPr wrap="square" lIns="0" tIns="0" rIns="0" bIns="0" anchor="t">
            <a:spAutoFit/>
          </a:bodyPr>
          <a:lstStyle/>
          <a:p>
            <a:pPr algn="l"/>
            <a:r>
              <a:rPr sz="880" b="0" i="0">
                <a:solidFill>
                  <a:srgbClr val="1F2937"/>
                </a:solidFill>
                <a:latin typeface="Calibri"/>
              </a:rPr>
              <a:t>Part of the history is held back; the model must predict it correctly before it goes anywhere.</a:t>
            </a:r>
          </a:p>
        </p:txBody>
      </p:sp>
      <p:sp>
        <p:nvSpPr>
          <p:cNvPr id="22" name="TextBox 21"/>
          <p:cNvSpPr txBox="1"/>
          <p:nvPr/>
        </p:nvSpPr>
        <p:spPr>
          <a:xfrm>
            <a:off x="6108192" y="3602736"/>
            <a:ext cx="2148840" cy="603504"/>
          </a:xfrm>
          <a:prstGeom prst="rect">
            <a:avLst/>
          </a:prstGeom>
          <a:noFill/>
        </p:spPr>
        <p:txBody>
          <a:bodyPr wrap="square" lIns="0" tIns="0" rIns="0" bIns="0" anchor="t">
            <a:spAutoFit/>
          </a:bodyPr>
          <a:lstStyle/>
          <a:p>
            <a:pPr algn="l"/>
            <a:r>
              <a:rPr sz="900" b="1" i="0">
                <a:solidFill>
                  <a:srgbClr val="0A1628"/>
                </a:solidFill>
                <a:latin typeface="Calibri"/>
              </a:rPr>
              <a:t>3 · Back-tested against reality</a:t>
            </a:r>
          </a:p>
        </p:txBody>
      </p:sp>
      <p:sp>
        <p:nvSpPr>
          <p:cNvPr id="23" name="TextBox 22"/>
          <p:cNvSpPr txBox="1"/>
          <p:nvPr/>
        </p:nvSpPr>
        <p:spPr>
          <a:xfrm>
            <a:off x="8321040" y="3602736"/>
            <a:ext cx="3154680" cy="603504"/>
          </a:xfrm>
          <a:prstGeom prst="rect">
            <a:avLst/>
          </a:prstGeom>
          <a:noFill/>
        </p:spPr>
        <p:txBody>
          <a:bodyPr wrap="square" lIns="0" tIns="0" rIns="0" bIns="0" anchor="t">
            <a:spAutoFit/>
          </a:bodyPr>
          <a:lstStyle/>
          <a:p>
            <a:pPr algn="l"/>
            <a:r>
              <a:rPr sz="880" b="0" i="0">
                <a:solidFill>
                  <a:srgbClr val="1F2937"/>
                </a:solidFill>
                <a:latin typeface="Calibri"/>
              </a:rPr>
              <a:t>Its forecasts are checked against what actually happened in past months — accuracy shown to you.</a:t>
            </a:r>
          </a:p>
        </p:txBody>
      </p:sp>
      <p:sp>
        <p:nvSpPr>
          <p:cNvPr id="24" name="TextBox 23"/>
          <p:cNvSpPr txBox="1"/>
          <p:nvPr/>
        </p:nvSpPr>
        <p:spPr>
          <a:xfrm>
            <a:off x="6108192" y="4261104"/>
            <a:ext cx="2148840" cy="603504"/>
          </a:xfrm>
          <a:prstGeom prst="rect">
            <a:avLst/>
          </a:prstGeom>
          <a:noFill/>
        </p:spPr>
        <p:txBody>
          <a:bodyPr wrap="square" lIns="0" tIns="0" rIns="0" bIns="0" anchor="t">
            <a:spAutoFit/>
          </a:bodyPr>
          <a:lstStyle/>
          <a:p>
            <a:pPr algn="l"/>
            <a:r>
              <a:rPr sz="900" b="1" i="0">
                <a:solidFill>
                  <a:srgbClr val="0A1628"/>
                </a:solidFill>
                <a:latin typeface="Calibri"/>
              </a:rPr>
              <a:t>4 · A person approves every release</a:t>
            </a:r>
          </a:p>
        </p:txBody>
      </p:sp>
      <p:sp>
        <p:nvSpPr>
          <p:cNvPr id="25" name="TextBox 24"/>
          <p:cNvSpPr txBox="1"/>
          <p:nvPr/>
        </p:nvSpPr>
        <p:spPr>
          <a:xfrm>
            <a:off x="8321040" y="4261104"/>
            <a:ext cx="3154680" cy="603504"/>
          </a:xfrm>
          <a:prstGeom prst="rect">
            <a:avLst/>
          </a:prstGeom>
          <a:noFill/>
        </p:spPr>
        <p:txBody>
          <a:bodyPr wrap="square" lIns="0" tIns="0" rIns="0" bIns="0" anchor="t">
            <a:spAutoFit/>
          </a:bodyPr>
          <a:lstStyle/>
          <a:p>
            <a:pPr algn="l"/>
            <a:r>
              <a:rPr sz="880" b="0" i="0">
                <a:solidFill>
                  <a:srgbClr val="1F2937"/>
                </a:solidFill>
                <a:latin typeface="Calibri"/>
              </a:rPr>
              <a:t>No model reaches production without a documented human review of its test results.</a:t>
            </a:r>
          </a:p>
        </p:txBody>
      </p:sp>
      <p:sp>
        <p:nvSpPr>
          <p:cNvPr id="26" name="TextBox 25"/>
          <p:cNvSpPr txBox="1"/>
          <p:nvPr/>
        </p:nvSpPr>
        <p:spPr>
          <a:xfrm>
            <a:off x="6108192" y="4919472"/>
            <a:ext cx="2148840" cy="603504"/>
          </a:xfrm>
          <a:prstGeom prst="rect">
            <a:avLst/>
          </a:prstGeom>
          <a:noFill/>
        </p:spPr>
        <p:txBody>
          <a:bodyPr wrap="square" lIns="0" tIns="0" rIns="0" bIns="0" anchor="t">
            <a:spAutoFit/>
          </a:bodyPr>
          <a:lstStyle/>
          <a:p>
            <a:pPr algn="l"/>
            <a:r>
              <a:rPr sz="900" b="1" i="0">
                <a:solidFill>
                  <a:srgbClr val="0A1628"/>
                </a:solidFill>
                <a:latin typeface="Calibri"/>
              </a:rPr>
              <a:t>5 · Watched every month</a:t>
            </a:r>
          </a:p>
        </p:txBody>
      </p:sp>
      <p:sp>
        <p:nvSpPr>
          <p:cNvPr id="27" name="TextBox 26"/>
          <p:cNvSpPr txBox="1"/>
          <p:nvPr/>
        </p:nvSpPr>
        <p:spPr>
          <a:xfrm>
            <a:off x="8321040" y="4919472"/>
            <a:ext cx="3154680" cy="603504"/>
          </a:xfrm>
          <a:prstGeom prst="rect">
            <a:avLst/>
          </a:prstGeom>
          <a:noFill/>
        </p:spPr>
        <p:txBody>
          <a:bodyPr wrap="square" lIns="0" tIns="0" rIns="0" bIns="0" anchor="t">
            <a:spAutoFit/>
          </a:bodyPr>
          <a:lstStyle/>
          <a:p>
            <a:pPr algn="l"/>
            <a:r>
              <a:rPr sz="880" b="0" i="0">
                <a:solidFill>
                  <a:srgbClr val="1F2937"/>
                </a:solidFill>
                <a:latin typeface="Calibri"/>
              </a:rPr>
              <a:t>Accuracy tracked in the admin console; drift triggers retraining, visibly.</a:t>
            </a:r>
          </a:p>
        </p:txBody>
      </p:sp>
      <p:sp>
        <p:nvSpPr>
          <p:cNvPr id="28" name="TextBox 27"/>
          <p:cNvSpPr txBox="1"/>
          <p:nvPr/>
        </p:nvSpPr>
        <p:spPr>
          <a:xfrm>
            <a:off x="6108192" y="5577840"/>
            <a:ext cx="2148840" cy="603504"/>
          </a:xfrm>
          <a:prstGeom prst="rect">
            <a:avLst/>
          </a:prstGeom>
          <a:noFill/>
        </p:spPr>
        <p:txBody>
          <a:bodyPr wrap="square" lIns="0" tIns="0" rIns="0" bIns="0" anchor="t">
            <a:spAutoFit/>
          </a:bodyPr>
          <a:lstStyle/>
          <a:p>
            <a:pPr algn="l"/>
            <a:r>
              <a:rPr sz="900" b="1" i="0">
                <a:solidFill>
                  <a:srgbClr val="0A1628"/>
                </a:solidFill>
                <a:latin typeface="Calibri"/>
              </a:rPr>
              <a:t>6 · Every version on record, instant rollback</a:t>
            </a:r>
          </a:p>
        </p:txBody>
      </p:sp>
      <p:sp>
        <p:nvSpPr>
          <p:cNvPr id="29" name="TextBox 28"/>
          <p:cNvSpPr txBox="1"/>
          <p:nvPr/>
        </p:nvSpPr>
        <p:spPr>
          <a:xfrm>
            <a:off x="8321040" y="5577840"/>
            <a:ext cx="3154680" cy="603504"/>
          </a:xfrm>
          <a:prstGeom prst="rect">
            <a:avLst/>
          </a:prstGeom>
          <a:noFill/>
        </p:spPr>
        <p:txBody>
          <a:bodyPr wrap="square" lIns="0" tIns="0" rIns="0" bIns="0" anchor="t">
            <a:spAutoFit/>
          </a:bodyPr>
          <a:lstStyle/>
          <a:p>
            <a:pPr algn="l"/>
            <a:r>
              <a:rPr sz="880" b="0" i="0">
                <a:solidFill>
                  <a:srgbClr val="1F2937"/>
                </a:solidFill>
                <a:latin typeface="Calibri"/>
              </a:rPr>
              <a:t>MLflow keeps each version with the exact data and code that built it — a bad model rolls back in minutes.</a:t>
            </a:r>
          </a:p>
        </p:txBody>
      </p:sp>
      <p:sp>
        <p:nvSpPr>
          <p:cNvPr id="30" name="TextBox 29"/>
          <p:cNvSpPr txBox="1"/>
          <p:nvPr/>
        </p:nvSpPr>
        <p:spPr>
          <a:xfrm>
            <a:off x="6108192" y="6291072"/>
            <a:ext cx="5394960" cy="256032"/>
          </a:xfrm>
          <a:prstGeom prst="rect">
            <a:avLst/>
          </a:prstGeom>
          <a:noFill/>
        </p:spPr>
        <p:txBody>
          <a:bodyPr wrap="square" lIns="0" tIns="0" rIns="0" bIns="0" anchor="t">
            <a:spAutoFit/>
          </a:bodyPr>
          <a:lstStyle/>
          <a:p>
            <a:pPr algn="l"/>
            <a:r>
              <a:rPr sz="900" b="1" i="1">
                <a:solidFill>
                  <a:srgbClr val="8A6A25"/>
                </a:solidFill>
                <a:latin typeface="Calibri"/>
              </a:rPr>
              <a:t>And a forecast is always labeled a forecast, with its confidence range — never presented as fact.</a:t>
            </a:r>
          </a:p>
        </p:txBody>
      </p:sp>
      <p:sp>
        <p:nvSpPr>
          <p:cNvPr id="31" name="TextBox 30"/>
          <p:cNvSpPr txBox="1"/>
          <p:nvPr/>
        </p:nvSpPr>
        <p:spPr>
          <a:xfrm>
            <a:off x="548640" y="6473952"/>
            <a:ext cx="731520" cy="274320"/>
          </a:xfrm>
          <a:prstGeom prst="rect">
            <a:avLst/>
          </a:prstGeom>
          <a:noFill/>
        </p:spPr>
        <p:txBody>
          <a:bodyPr wrap="none" lIns="0" tIns="0">
            <a:spAutoFit/>
          </a:bodyPr>
          <a:lstStyle/>
          <a:p>
            <a:fld id="{B7A4F5C1-0000-4000-8000-000000000001}" type="slidenum">
              <a:rPr sz="900">
                <a:solidFill>
                  <a:srgbClr val="B9C0CB"/>
                </a:solidFill>
                <a:latin typeface="Calibri"/>
              </a:rPr>
              <a:t>9</a:t>
            </a:fld>
            <a:endParaRPr sz="900">
              <a:solidFill>
                <a:srgbClr val="B9C0CB"/>
              </a:solidFill>
              <a:latin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TECHNICAL ARCHITECTURE  ·  HOW IT WORKS</a:t>
            </a:r>
            <a:endParaRPr lang="en-US" sz="1000"/>
          </a:p>
        </p:txBody>
      </p:sp>
      <p:sp>
        <p:nvSpPr>
          <p:cNvPr id="5" name="Text 3"/>
          <p:cNvSpPr/>
          <p:nvPr/>
        </p:nvSpPr>
        <p:spPr>
          <a:xfrm>
            <a:off x="548640" y="457200"/>
            <a:ext cx="11064240" cy="548640"/>
          </a:xfrm>
          <a:prstGeom prst="rect">
            <a:avLst/>
          </a:prstGeom>
          <a:noFill/>
          <a:ln/>
        </p:spPr>
        <p:txBody>
          <a:bodyPr wrap="square" lIns="0" tIns="0" rIns="0" bIns="0" rtlCol="0" anchor="ctr"/>
          <a:lstStyle/>
          <a:p>
            <a:pPr marL="0" indent="0">
              <a:buNone/>
            </a:pPr>
            <a:r>
              <a:rPr lang="en-US" sz="2500" b="1">
                <a:solidFill>
                  <a:srgbClr val="0A1628"/>
                </a:solidFill>
                <a:latin typeface="Georgia" pitchFamily="34" charset="0"/>
                <a:ea typeface="Georgia" pitchFamily="34" charset="-122"/>
                <a:cs typeface="Georgia" pitchFamily="34" charset="-120"/>
              </a:rPr>
              <a:t>Voice: a spoken conversation, not dictation</a:t>
            </a:r>
            <a:endParaRPr lang="en-US" sz="2500"/>
          </a:p>
        </p:txBody>
      </p:sp>
      <p:sp>
        <p:nvSpPr>
          <p:cNvPr id="6" name="Shape 4"/>
          <p:cNvSpPr/>
          <p:nvPr/>
        </p:nvSpPr>
        <p:spPr>
          <a:xfrm>
            <a:off x="566928" y="1024128"/>
            <a:ext cx="1371600" cy="32004"/>
          </a:xfrm>
          <a:prstGeom prst="rect">
            <a:avLst/>
          </a:prstGeom>
          <a:solidFill>
            <a:srgbClr val="B8913B"/>
          </a:solidFill>
          <a:ln/>
        </p:spPr>
        <p:txBody>
          <a:bodyPr/>
          <a:lstStyle/>
          <a:p>
            <a:endParaRPr lang="en-IN"/>
          </a:p>
        </p:txBody>
      </p:sp>
      <p:sp>
        <p:nvSpPr>
          <p:cNvPr id="7" name="Text 5"/>
          <p:cNvSpPr/>
          <p:nvPr/>
        </p:nvSpPr>
        <p:spPr>
          <a:xfrm>
            <a:off x="548640" y="1115568"/>
            <a:ext cx="11064240" cy="310896"/>
          </a:xfrm>
          <a:prstGeom prst="rect">
            <a:avLst/>
          </a:prstGeom>
          <a:noFill/>
          <a:ln/>
        </p:spPr>
        <p:txBody>
          <a:bodyPr wrap="square" lIns="0" tIns="0" rIns="0" bIns="0" rtlCol="0" anchor="ctr"/>
          <a:lstStyle/>
          <a:p>
            <a:pPr marL="0" indent="0">
              <a:buNone/>
            </a:pPr>
            <a:r>
              <a:rPr lang="en-US" sz="1200">
                <a:solidFill>
                  <a:srgbClr val="1F6F7A"/>
                </a:solidFill>
                <a:latin typeface="Calibri" pitchFamily="34" charset="0"/>
                <a:ea typeface="Calibri" pitchFamily="34" charset="-122"/>
                <a:cs typeface="Calibri" pitchFamily="34" charset="-120"/>
              </a:rPr>
              <a:t>Voice in, voice out — the same governed agent core, heard instead of read</a:t>
            </a:r>
            <a:endParaRPr lang="en-US" sz="1200"/>
          </a:p>
        </p:txBody>
      </p:sp>
      <p:pic>
        <p:nvPicPr>
          <p:cNvPr id="8" name="Image 0" descr="/home/claude/better_pov/img/RFP_voice.png"/>
          <p:cNvPicPr>
            <a:picLocks noChangeAspect="1"/>
          </p:cNvPicPr>
          <p:nvPr/>
        </p:nvPicPr>
        <p:blipFill>
          <a:blip r:embed="rId3"/>
          <a:stretch>
            <a:fillRect/>
          </a:stretch>
        </p:blipFill>
        <p:spPr>
          <a:xfrm>
            <a:off x="685800" y="1554480"/>
            <a:ext cx="10817352" cy="3383280"/>
          </a:xfrm>
          <a:prstGeom prst="rect">
            <a:avLst/>
          </a:prstGeom>
        </p:spPr>
      </p:pic>
      <p:sp>
        <p:nvSpPr>
          <p:cNvPr id="9" name="Shape 6"/>
          <p:cNvSpPr/>
          <p:nvPr/>
        </p:nvSpPr>
        <p:spPr>
          <a:xfrm>
            <a:off x="548640" y="5120640"/>
            <a:ext cx="11064240" cy="1234440"/>
          </a:xfrm>
          <a:prstGeom prst="roundRect">
            <a:avLst>
              <a:gd name="adj" fmla="val 4444"/>
            </a:avLst>
          </a:prstGeom>
          <a:solidFill>
            <a:srgbClr val="F4F1EA"/>
          </a:solidFill>
          <a:ln w="9525">
            <a:solidFill>
              <a:srgbClr val="E5E7EB"/>
            </a:solidFill>
            <a:prstDash val="solid"/>
          </a:ln>
        </p:spPr>
        <p:txBody>
          <a:bodyPr/>
          <a:lstStyle/>
          <a:p>
            <a:endParaRPr lang="en-IN"/>
          </a:p>
        </p:txBody>
      </p:sp>
      <p:sp>
        <p:nvSpPr>
          <p:cNvPr id="10" name="Shape 7"/>
          <p:cNvSpPr/>
          <p:nvPr/>
        </p:nvSpPr>
        <p:spPr>
          <a:xfrm>
            <a:off x="548640" y="5230368"/>
            <a:ext cx="64008" cy="1014984"/>
          </a:xfrm>
          <a:prstGeom prst="rect">
            <a:avLst/>
          </a:prstGeom>
          <a:solidFill>
            <a:srgbClr val="B8913B"/>
          </a:solidFill>
          <a:ln/>
        </p:spPr>
        <p:txBody>
          <a:bodyPr/>
          <a:lstStyle/>
          <a:p>
            <a:endParaRPr lang="en-IN"/>
          </a:p>
        </p:txBody>
      </p:sp>
      <p:sp>
        <p:nvSpPr>
          <p:cNvPr id="11" name="Text 8"/>
          <p:cNvSpPr/>
          <p:nvPr/>
        </p:nvSpPr>
        <p:spPr>
          <a:xfrm>
            <a:off x="804672" y="5239512"/>
            <a:ext cx="10515600" cy="274320"/>
          </a:xfrm>
          <a:prstGeom prst="rect">
            <a:avLst/>
          </a:prstGeom>
          <a:noFill/>
          <a:ln/>
        </p:spPr>
        <p:txBody>
          <a:bodyPr wrap="square" lIns="0" tIns="0" rIns="0" bIns="0" rtlCol="0" anchor="ctr"/>
          <a:lstStyle/>
          <a:p>
            <a:pPr marL="0" indent="0">
              <a:buNone/>
            </a:pPr>
            <a:r>
              <a:rPr lang="en-US" sz="1200" b="1">
                <a:solidFill>
                  <a:srgbClr val="8A6A25"/>
                </a:solidFill>
                <a:latin typeface="Calibri" pitchFamily="34" charset="0"/>
                <a:ea typeface="Calibri" pitchFamily="34" charset="-122"/>
                <a:cs typeface="Calibri" pitchFamily="34" charset="-120"/>
              </a:rPr>
              <a:t>An honest note on voice</a:t>
            </a:r>
            <a:endParaRPr lang="en-US" sz="1200"/>
          </a:p>
        </p:txBody>
      </p:sp>
      <p:sp>
        <p:nvSpPr>
          <p:cNvPr id="12" name="Text 9"/>
          <p:cNvSpPr/>
          <p:nvPr/>
        </p:nvSpPr>
        <p:spPr>
          <a:xfrm>
            <a:off x="804672" y="5532120"/>
            <a:ext cx="10515600" cy="749808"/>
          </a:xfrm>
          <a:prstGeom prst="rect">
            <a:avLst/>
          </a:prstGeom>
          <a:noFill/>
          <a:ln/>
        </p:spPr>
        <p:txBody>
          <a:bodyPr wrap="square" lIns="0" tIns="0" rIns="0" bIns="0" rtlCol="0" anchor="ctr"/>
          <a:lstStyle/>
          <a:p>
            <a:pPr marL="0" indent="0">
              <a:buNone/>
            </a:pPr>
            <a:r>
              <a:rPr lang="en-US" sz="1000">
                <a:solidFill>
                  <a:srgbClr val="1F2937"/>
                </a:solidFill>
                <a:latin typeface="Calibri" pitchFamily="34" charset="0"/>
                <a:ea typeface="Calibri" pitchFamily="34" charset="-122"/>
                <a:cs typeface="Calibri" pitchFamily="34" charset="-120"/>
              </a:rPr>
              <a:t>Voice ships in the web chat client and admin console in this engagement (assumption A6); telephony / IVR integration is a different class of build and isn't in the RFP scope. Spoken answers are held to a stricter brevity guardrail than text — nobody wants a paragraph read to them. Latency target: first spoken words within ~2 seconds of the user finishing.</a:t>
            </a:r>
            <a:endParaRPr lang="en-US" sz="1000"/>
          </a:p>
        </p:txBody>
      </p:sp>
      <p:sp>
        <p:nvSpPr>
          <p:cNvPr id="14" name="Text 1">
            <a:extLst>
              <a:ext uri="{FF2B5EF4-FFF2-40B4-BE49-F238E27FC236}">
                <a16:creationId xmlns:a16="http://schemas.microsoft.com/office/drawing/2014/main" id="{EC905F26-8B6B-A1AB-A1EB-D06A8E90A150}"/>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10</a:t>
            </a:fld>
            <a:endParaRPr lang="en-US"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0" y="6473952"/>
            <a:ext cx="2496312" cy="274320"/>
          </a:xfrm>
          <a:prstGeom prst="rect">
            <a:avLst/>
          </a:prstGeom>
          <a:noFill/>
        </p:spPr>
        <p:txBody>
          <a:bodyPr wrap="square" lIns="0" tIns="0" rIns="0" bIns="0" anchor="t">
            <a:spAutoFit/>
          </a:bodyPr>
          <a:lstStyle/>
          <a:p>
            <a:pPr algn="r"/>
            <a:r>
              <a:rPr sz="850" b="1" i="0">
                <a:solidFill>
                  <a:srgbClr val="B8913B"/>
                </a:solidFill>
                <a:latin typeface="Georgia"/>
              </a:rPr>
              <a:t>ARTIZENT  ·  PROJECT ELEVATE</a:t>
            </a:r>
          </a:p>
        </p:txBody>
      </p:sp>
      <p:sp>
        <p:nvSpPr>
          <p:cNvPr id="3" name="TextBox 2"/>
          <p:cNvSpPr txBox="1"/>
          <p:nvPr/>
        </p:nvSpPr>
        <p:spPr>
          <a:xfrm>
            <a:off x="548640" y="201168"/>
            <a:ext cx="11064240" cy="237744"/>
          </a:xfrm>
          <a:prstGeom prst="rect">
            <a:avLst/>
          </a:prstGeom>
          <a:noFill/>
        </p:spPr>
        <p:txBody>
          <a:bodyPr wrap="square" lIns="0" tIns="0" rIns="0" bIns="0" anchor="t">
            <a:spAutoFit/>
          </a:bodyPr>
          <a:lstStyle/>
          <a:p>
            <a:pPr algn="l"/>
            <a:r>
              <a:rPr sz="1000" b="1" i="0">
                <a:solidFill>
                  <a:srgbClr val="B8913B"/>
                </a:solidFill>
                <a:latin typeface="Calibri"/>
              </a:rPr>
              <a:t>CLIENT QUESTION  ·  HOW DOES VOICE FIT INTO THE CURRENT SOLUTION?</a:t>
            </a:r>
          </a:p>
        </p:txBody>
      </p:sp>
      <p:sp>
        <p:nvSpPr>
          <p:cNvPr id="4" name="TextBox 3"/>
          <p:cNvSpPr txBox="1"/>
          <p:nvPr/>
        </p:nvSpPr>
        <p:spPr>
          <a:xfrm>
            <a:off x="548640" y="438912"/>
            <a:ext cx="11064240" cy="502920"/>
          </a:xfrm>
          <a:prstGeom prst="rect">
            <a:avLst/>
          </a:prstGeom>
          <a:noFill/>
        </p:spPr>
        <p:txBody>
          <a:bodyPr wrap="square" lIns="0" tIns="0" rIns="0" bIns="0" anchor="t">
            <a:spAutoFit/>
          </a:bodyPr>
          <a:lstStyle/>
          <a:p>
            <a:pPr algn="l"/>
            <a:r>
              <a:rPr sz="2300" b="1" i="0">
                <a:solidFill>
                  <a:srgbClr val="0A1628"/>
                </a:solidFill>
                <a:latin typeface="Georgia"/>
              </a:rPr>
              <a:t>Adding voice: two components in, nothing else changes</a:t>
            </a:r>
          </a:p>
        </p:txBody>
      </p:sp>
      <p:sp>
        <p:nvSpPr>
          <p:cNvPr id="5" name="Rectangle 4"/>
          <p:cNvSpPr/>
          <p:nvPr/>
        </p:nvSpPr>
        <p:spPr>
          <a:xfrm>
            <a:off x="566928" y="960120"/>
            <a:ext cx="1371600" cy="32004"/>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24128"/>
            <a:ext cx="11064240" cy="292608"/>
          </a:xfrm>
          <a:prstGeom prst="rect">
            <a:avLst/>
          </a:prstGeom>
          <a:noFill/>
        </p:spPr>
        <p:txBody>
          <a:bodyPr wrap="square" lIns="0" tIns="0" rIns="0" bIns="0" anchor="t">
            <a:spAutoFit/>
          </a:bodyPr>
          <a:lstStyle/>
          <a:p>
            <a:pPr algn="l"/>
            <a:r>
              <a:rPr sz="1100" b="0" i="0">
                <a:solidFill>
                  <a:srgbClr val="1F6F7A"/>
                </a:solidFill>
                <a:latin typeface="Calibri"/>
              </a:rPr>
              <a:t>Voice is a new doorway into the solution you already have — not a second system</a:t>
            </a:r>
          </a:p>
        </p:txBody>
      </p:sp>
      <p:sp>
        <p:nvSpPr>
          <p:cNvPr id="7" name="Rounded Rectangle 6"/>
          <p:cNvSpPr/>
          <p:nvPr/>
        </p:nvSpPr>
        <p:spPr>
          <a:xfrm>
            <a:off x="548640" y="1463040"/>
            <a:ext cx="5440680" cy="3063240"/>
          </a:xfrm>
          <a:prstGeom prst="roundRect">
            <a:avLst>
              <a:gd name="adj" fmla="val 8000"/>
            </a:avLst>
          </a:prstGeom>
          <a:solidFill>
            <a:srgbClr val="F8F7F3"/>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572768"/>
            <a:ext cx="64008" cy="2843784"/>
          </a:xfrm>
          <a:prstGeom prst="rect">
            <a:avLst/>
          </a:prstGeom>
          <a:solidFill>
            <a:srgbClr val="1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2" y="1591056"/>
            <a:ext cx="4937760" cy="292608"/>
          </a:xfrm>
          <a:prstGeom prst="rect">
            <a:avLst/>
          </a:prstGeom>
          <a:noFill/>
        </p:spPr>
        <p:txBody>
          <a:bodyPr wrap="square" lIns="0" tIns="0" rIns="0" bIns="0" anchor="t">
            <a:spAutoFit/>
          </a:bodyPr>
          <a:lstStyle/>
          <a:p>
            <a:pPr algn="l"/>
            <a:r>
              <a:rPr sz="1300" b="1" i="0">
                <a:solidFill>
                  <a:srgbClr val="0A1628"/>
                </a:solidFill>
                <a:latin typeface="Calibri"/>
              </a:rPr>
              <a:t>What gets added</a:t>
            </a:r>
          </a:p>
        </p:txBody>
      </p:sp>
      <p:sp>
        <p:nvSpPr>
          <p:cNvPr id="10" name="TextBox 9"/>
          <p:cNvSpPr txBox="1"/>
          <p:nvPr/>
        </p:nvSpPr>
        <p:spPr>
          <a:xfrm>
            <a:off x="804672" y="1920240"/>
            <a:ext cx="4983480" cy="2468880"/>
          </a:xfrm>
          <a:prstGeom prst="rect">
            <a:avLst/>
          </a:prstGeom>
          <a:noFill/>
        </p:spPr>
        <p:txBody>
          <a:bodyPr wrap="square" lIns="0" tIns="0" rIns="0" bIns="0">
            <a:spAutoFit/>
          </a:bodyPr>
          <a:lstStyle/>
          <a:p>
            <a:pPr marL="137160" indent="-137160">
              <a:spcAft>
                <a:spcPts val="700"/>
              </a:spcAft>
              <a:buChar char="•"/>
            </a:pPr>
            <a:r>
              <a:rPr sz="980" b="0">
                <a:solidFill>
                  <a:srgbClr val="1F2937"/>
                </a:solidFill>
                <a:latin typeface="Calibri"/>
              </a:rPr>
              <a:t>Azure AI Speech, speech-to-text — turns the spoken question into text, streaming, inside your Azure tenant</a:t>
            </a:r>
          </a:p>
          <a:p>
            <a:pPr marL="137160" indent="-137160">
              <a:spcAft>
                <a:spcPts val="700"/>
              </a:spcAft>
              <a:buChar char="•"/>
            </a:pPr>
            <a:r>
              <a:rPr sz="980" b="0">
                <a:solidFill>
                  <a:srgbClr val="1F2937"/>
                </a:solidFill>
                <a:latin typeface="Calibri"/>
              </a:rPr>
              <a:t>Azure AI Speech, text-to-speech — reads the answer back in a natural voice</a:t>
            </a:r>
          </a:p>
          <a:p>
            <a:pPr marL="137160" indent="-137160">
              <a:spcAft>
                <a:spcPts val="700"/>
              </a:spcAft>
              <a:buChar char="•"/>
            </a:pPr>
            <a:r>
              <a:rPr sz="980" b="0">
                <a:solidFill>
                  <a:srgbClr val="1F2937"/>
                </a:solidFill>
                <a:latin typeface="Calibri"/>
              </a:rPr>
              <a:t>A microphone button in the web chat and admin console — push to talk, tap to interrupt</a:t>
            </a:r>
          </a:p>
          <a:p>
            <a:pPr marL="137160" indent="-137160">
              <a:spcAft>
                <a:spcPts val="700"/>
              </a:spcAft>
              <a:buChar char="•"/>
            </a:pPr>
            <a:r>
              <a:rPr sz="980" b="0">
                <a:solidFill>
                  <a:srgbClr val="1F2937"/>
                </a:solidFill>
                <a:latin typeface="Calibri"/>
              </a:rPr>
              <a:t>A “spoken answer” format — shorter sentences, rounded numbers, the chart posted to the thread alongside</a:t>
            </a:r>
          </a:p>
        </p:txBody>
      </p:sp>
      <p:sp>
        <p:nvSpPr>
          <p:cNvPr id="11" name="Rounded Rectangle 10"/>
          <p:cNvSpPr/>
          <p:nvPr/>
        </p:nvSpPr>
        <p:spPr>
          <a:xfrm>
            <a:off x="6172200" y="1463040"/>
            <a:ext cx="5440680" cy="3063240"/>
          </a:xfrm>
          <a:prstGeom prst="roundRect">
            <a:avLst>
              <a:gd name="adj" fmla="val 8000"/>
            </a:avLst>
          </a:prstGeom>
          <a:solidFill>
            <a:srgbClr val="F4F1E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72200" y="1572768"/>
            <a:ext cx="64008" cy="2843784"/>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28232" y="1591056"/>
            <a:ext cx="4937760" cy="292608"/>
          </a:xfrm>
          <a:prstGeom prst="rect">
            <a:avLst/>
          </a:prstGeom>
          <a:noFill/>
        </p:spPr>
        <p:txBody>
          <a:bodyPr wrap="square" lIns="0" tIns="0" rIns="0" bIns="0" anchor="t">
            <a:spAutoFit/>
          </a:bodyPr>
          <a:lstStyle/>
          <a:p>
            <a:pPr algn="l"/>
            <a:r>
              <a:rPr sz="1300" b="1" i="0">
                <a:solidFill>
                  <a:srgbClr val="8A6A25"/>
                </a:solidFill>
                <a:latin typeface="Calibri"/>
              </a:rPr>
              <a:t>What stays exactly the same</a:t>
            </a:r>
          </a:p>
        </p:txBody>
      </p:sp>
      <p:sp>
        <p:nvSpPr>
          <p:cNvPr id="14" name="TextBox 13"/>
          <p:cNvSpPr txBox="1"/>
          <p:nvPr/>
        </p:nvSpPr>
        <p:spPr>
          <a:xfrm>
            <a:off x="6428232" y="1920240"/>
            <a:ext cx="4983480" cy="2468880"/>
          </a:xfrm>
          <a:prstGeom prst="rect">
            <a:avLst/>
          </a:prstGeom>
          <a:noFill/>
        </p:spPr>
        <p:txBody>
          <a:bodyPr wrap="square" lIns="0" tIns="0" rIns="0" bIns="0">
            <a:spAutoFit/>
          </a:bodyPr>
          <a:lstStyle/>
          <a:p>
            <a:pPr marL="137160" indent="-137160">
              <a:spcAft>
                <a:spcPts val="700"/>
              </a:spcAft>
              <a:buChar char="•"/>
            </a:pPr>
            <a:r>
              <a:rPr sz="980" b="0">
                <a:solidFill>
                  <a:srgbClr val="1F2937"/>
                </a:solidFill>
                <a:latin typeface="Calibri"/>
              </a:rPr>
              <a:t>The agent — a spoken question and a typed question hit the same brain, same logic</a:t>
            </a:r>
          </a:p>
          <a:p>
            <a:pPr marL="137160" indent="-137160">
              <a:spcAft>
                <a:spcPts val="700"/>
              </a:spcAft>
              <a:buChar char="•"/>
            </a:pPr>
            <a:r>
              <a:rPr sz="980" b="0">
                <a:solidFill>
                  <a:srgbClr val="1F2937"/>
                </a:solidFill>
                <a:latin typeface="Calibri"/>
              </a:rPr>
              <a:t>Your data — no new data paths, no new copies; voice reads from the same governed Gold layer</a:t>
            </a:r>
          </a:p>
          <a:p>
            <a:pPr marL="137160" indent="-137160">
              <a:spcAft>
                <a:spcPts val="700"/>
              </a:spcAft>
              <a:buChar char="•"/>
            </a:pPr>
            <a:r>
              <a:rPr sz="980" b="0">
                <a:solidFill>
                  <a:srgbClr val="1F2937"/>
                </a:solidFill>
                <a:latin typeface="Calibri"/>
              </a:rPr>
              <a:t>Security — the speaker signs in the same way; their role limits what they hear, exactly as it limits what they read</a:t>
            </a:r>
          </a:p>
          <a:p>
            <a:pPr marL="137160" indent="-137160">
              <a:spcAft>
                <a:spcPts val="700"/>
              </a:spcAft>
              <a:buChar char="•"/>
            </a:pPr>
            <a:r>
              <a:rPr sz="980" b="0">
                <a:solidFill>
                  <a:srgbClr val="1F2937"/>
                </a:solidFill>
                <a:latin typeface="Calibri"/>
              </a:rPr>
              <a:t>The audit log — a spoken question is logged like a typed one, transcript included</a:t>
            </a:r>
          </a:p>
        </p:txBody>
      </p:sp>
      <p:sp>
        <p:nvSpPr>
          <p:cNvPr id="15" name="Rounded Rectangle 14"/>
          <p:cNvSpPr/>
          <p:nvPr/>
        </p:nvSpPr>
        <p:spPr>
          <a:xfrm>
            <a:off x="548640" y="4663440"/>
            <a:ext cx="11064240" cy="1737360"/>
          </a:xfrm>
          <a:prstGeom prst="roundRect">
            <a:avLst>
              <a:gd name="adj" fmla="val 8000"/>
            </a:avLst>
          </a:prstGeom>
          <a:solidFill>
            <a:srgbClr val="F8F7F3"/>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48640" y="4773168"/>
            <a:ext cx="64008" cy="1517904"/>
          </a:xfrm>
          <a:prstGeom prst="rect">
            <a:avLst/>
          </a:prstGeom>
          <a:solidFill>
            <a:srgbClr val="1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4672" y="4791456"/>
            <a:ext cx="10515600" cy="274320"/>
          </a:xfrm>
          <a:prstGeom prst="rect">
            <a:avLst/>
          </a:prstGeom>
          <a:noFill/>
        </p:spPr>
        <p:txBody>
          <a:bodyPr wrap="square" lIns="0" tIns="0" rIns="0" bIns="0" anchor="t">
            <a:spAutoFit/>
          </a:bodyPr>
          <a:lstStyle/>
          <a:p>
            <a:pPr algn="l"/>
            <a:r>
              <a:rPr sz="1200" b="1" i="0">
                <a:solidFill>
                  <a:srgbClr val="0A1628"/>
                </a:solidFill>
                <a:latin typeface="Calibri"/>
              </a:rPr>
              <a:t>How it rolls out, and what it costs to run</a:t>
            </a:r>
          </a:p>
        </p:txBody>
      </p:sp>
      <p:sp>
        <p:nvSpPr>
          <p:cNvPr id="18" name="TextBox 17"/>
          <p:cNvSpPr txBox="1"/>
          <p:nvPr/>
        </p:nvSpPr>
        <p:spPr>
          <a:xfrm>
            <a:off x="804672" y="5084064"/>
            <a:ext cx="10515600" cy="1243584"/>
          </a:xfrm>
          <a:prstGeom prst="rect">
            <a:avLst/>
          </a:prstGeom>
          <a:noFill/>
        </p:spPr>
        <p:txBody>
          <a:bodyPr wrap="square" lIns="0" tIns="0" rIns="0" bIns="0" anchor="t">
            <a:spAutoFit/>
          </a:bodyPr>
          <a:lstStyle/>
          <a:p>
            <a:pPr algn="l">
              <a:spcAft>
                <a:spcPts val="500"/>
              </a:spcAft>
            </a:pPr>
            <a:r>
              <a:rPr sz="980" b="1" i="0">
                <a:solidFill>
                  <a:srgbClr val="1F2937"/>
                </a:solidFill>
                <a:latin typeface="Calibri"/>
              </a:rPr>
              <a:t>Text first, voice close behind. </a:t>
            </a:r>
            <a:r>
              <a:rPr sz="980" b="0" i="0">
                <a:solidFill>
                  <a:srgbClr val="1F2937"/>
                </a:solidFill>
                <a:latin typeface="Calibri"/>
              </a:rPr>
              <a:t>Text channels go live first (W5–8 in the build plan); the voice layer is added to the same clients in W9–13 and tuned during UAT on your real vocabulary — metric names, team names, product terms — so it hears “first payment rate” correctly the first time. Target: the answer starts speaking within about 2 seconds of the user finishing.</a:t>
            </a:r>
          </a:p>
          <a:p>
            <a:pPr algn="l">
              <a:spcAft>
                <a:spcPts val="500"/>
              </a:spcAft>
            </a:pPr>
            <a:r>
              <a:rPr sz="980" b="1" i="0">
                <a:solidFill>
                  <a:srgbClr val="1F2937"/>
                </a:solidFill>
                <a:latin typeface="Calibri"/>
              </a:rPr>
              <a:t>Running cost is small and metered: </a:t>
            </a:r>
            <a:r>
              <a:rPr sz="980" b="0" i="0">
                <a:solidFill>
                  <a:srgbClr val="1F2937"/>
                </a:solidFill>
                <a:latin typeface="Calibri"/>
              </a:rPr>
              <a:t>speech is pay-per-minute on your Azure bill (≈$63/month at our assumed 10% voice share; the exact figure is in the estimation workbook and shows live in the admin console). Phone-line / IVR voice is a different project and is not in this scope — said plainly so there is no surprise later.</a:t>
            </a:r>
          </a:p>
        </p:txBody>
      </p:sp>
      <p:sp>
        <p:nvSpPr>
          <p:cNvPr id="19" name="TextBox 18"/>
          <p:cNvSpPr txBox="1"/>
          <p:nvPr/>
        </p:nvSpPr>
        <p:spPr>
          <a:xfrm>
            <a:off x="548640" y="6473952"/>
            <a:ext cx="731520" cy="274320"/>
          </a:xfrm>
          <a:prstGeom prst="rect">
            <a:avLst/>
          </a:prstGeom>
          <a:noFill/>
        </p:spPr>
        <p:txBody>
          <a:bodyPr wrap="none" lIns="0" tIns="0">
            <a:spAutoFit/>
          </a:bodyPr>
          <a:lstStyle/>
          <a:p>
            <a:fld id="{B7A4F5C1-0000-4000-8000-000000000001}" type="slidenum">
              <a:rPr sz="900">
                <a:solidFill>
                  <a:srgbClr val="B9C0CB"/>
                </a:solidFill>
                <a:latin typeface="Calibri"/>
              </a:rPr>
              <a:t>11</a:t>
            </a:fld>
            <a:endParaRPr sz="900">
              <a:solidFill>
                <a:srgbClr val="B9C0CB"/>
              </a:solidFill>
              <a:latin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TECHNICAL ARCHITECTURE  ·  HOW IT WORKS</a:t>
            </a:r>
            <a:endParaRPr lang="en-US" sz="1000"/>
          </a:p>
        </p:txBody>
      </p:sp>
      <p:sp>
        <p:nvSpPr>
          <p:cNvPr id="5" name="Text 3"/>
          <p:cNvSpPr/>
          <p:nvPr/>
        </p:nvSpPr>
        <p:spPr>
          <a:xfrm>
            <a:off x="548640" y="457200"/>
            <a:ext cx="11064240" cy="548640"/>
          </a:xfrm>
          <a:prstGeom prst="rect">
            <a:avLst/>
          </a:prstGeom>
          <a:noFill/>
          <a:ln/>
        </p:spPr>
        <p:txBody>
          <a:bodyPr wrap="square" lIns="0" tIns="0" rIns="0" bIns="0" rtlCol="0" anchor="ctr"/>
          <a:lstStyle/>
          <a:p>
            <a:pPr marL="0" indent="0">
              <a:buNone/>
            </a:pPr>
            <a:r>
              <a:rPr lang="en-US" sz="2500" b="1">
                <a:solidFill>
                  <a:srgbClr val="0A1628"/>
                </a:solidFill>
                <a:latin typeface="Georgia" pitchFamily="34" charset="0"/>
                <a:ea typeface="Georgia" pitchFamily="34" charset="-122"/>
                <a:cs typeface="Georgia" pitchFamily="34" charset="-120"/>
              </a:rPr>
              <a:t>The model router: every question earns its cost</a:t>
            </a:r>
            <a:endParaRPr lang="en-US" sz="2500"/>
          </a:p>
        </p:txBody>
      </p:sp>
      <p:sp>
        <p:nvSpPr>
          <p:cNvPr id="6" name="Shape 4"/>
          <p:cNvSpPr/>
          <p:nvPr/>
        </p:nvSpPr>
        <p:spPr>
          <a:xfrm>
            <a:off x="566928" y="1024128"/>
            <a:ext cx="1371600" cy="32004"/>
          </a:xfrm>
          <a:prstGeom prst="rect">
            <a:avLst/>
          </a:prstGeom>
          <a:solidFill>
            <a:srgbClr val="B8913B"/>
          </a:solidFill>
          <a:ln/>
        </p:spPr>
        <p:txBody>
          <a:bodyPr/>
          <a:lstStyle/>
          <a:p>
            <a:endParaRPr lang="en-IN"/>
          </a:p>
        </p:txBody>
      </p:sp>
      <p:sp>
        <p:nvSpPr>
          <p:cNvPr id="7" name="Text 5"/>
          <p:cNvSpPr/>
          <p:nvPr/>
        </p:nvSpPr>
        <p:spPr>
          <a:xfrm>
            <a:off x="548640" y="1115568"/>
            <a:ext cx="11064240" cy="310896"/>
          </a:xfrm>
          <a:prstGeom prst="rect">
            <a:avLst/>
          </a:prstGeom>
          <a:noFill/>
          <a:ln/>
        </p:spPr>
        <p:txBody>
          <a:bodyPr wrap="square" lIns="0" tIns="0" rIns="0" bIns="0" rtlCol="0" anchor="ctr"/>
          <a:lstStyle/>
          <a:p>
            <a:pPr marL="0" indent="0">
              <a:buNone/>
            </a:pPr>
            <a:r>
              <a:rPr lang="en-US" sz="1200">
                <a:solidFill>
                  <a:srgbClr val="1F6F7A"/>
                </a:solidFill>
                <a:latin typeface="Calibri" pitchFamily="34" charset="0"/>
                <a:ea typeface="Calibri" pitchFamily="34" charset="-122"/>
                <a:cs typeface="Calibri" pitchFamily="34" charset="-120"/>
              </a:rPr>
              <a:t>Model-agnostic by design — the router chooses, your admins can override, the meter never sleeps</a:t>
            </a:r>
            <a:endParaRPr lang="en-US" sz="1200"/>
          </a:p>
        </p:txBody>
      </p:sp>
      <p:pic>
        <p:nvPicPr>
          <p:cNvPr id="8" name="Image 0" descr="/home/claude/better_pov/img/RFP_route.png"/>
          <p:cNvPicPr>
            <a:picLocks noChangeAspect="1"/>
          </p:cNvPicPr>
          <p:nvPr/>
        </p:nvPicPr>
        <p:blipFill>
          <a:blip r:embed="rId3"/>
          <a:stretch>
            <a:fillRect/>
          </a:stretch>
        </p:blipFill>
        <p:spPr>
          <a:xfrm>
            <a:off x="685800" y="1508760"/>
            <a:ext cx="10817352" cy="3913632"/>
          </a:xfrm>
          <a:prstGeom prst="rect">
            <a:avLst/>
          </a:prstGeom>
        </p:spPr>
      </p:pic>
      <p:sp>
        <p:nvSpPr>
          <p:cNvPr id="9" name="Shape 6"/>
          <p:cNvSpPr/>
          <p:nvPr/>
        </p:nvSpPr>
        <p:spPr>
          <a:xfrm>
            <a:off x="548640" y="5596665"/>
            <a:ext cx="11064240" cy="777240"/>
          </a:xfrm>
          <a:prstGeom prst="roundRect">
            <a:avLst>
              <a:gd name="adj" fmla="val 7059"/>
            </a:avLst>
          </a:prstGeom>
          <a:solidFill>
            <a:srgbClr val="F4F1EA"/>
          </a:solidFill>
          <a:ln w="9525">
            <a:solidFill>
              <a:srgbClr val="E5E7EB"/>
            </a:solidFill>
            <a:prstDash val="solid"/>
          </a:ln>
        </p:spPr>
        <p:txBody>
          <a:bodyPr/>
          <a:lstStyle/>
          <a:p>
            <a:endParaRPr lang="en-IN"/>
          </a:p>
        </p:txBody>
      </p:sp>
      <p:sp>
        <p:nvSpPr>
          <p:cNvPr id="10" name="Shape 7"/>
          <p:cNvSpPr/>
          <p:nvPr/>
        </p:nvSpPr>
        <p:spPr>
          <a:xfrm>
            <a:off x="548640" y="5706393"/>
            <a:ext cx="64008" cy="557784"/>
          </a:xfrm>
          <a:prstGeom prst="rect">
            <a:avLst/>
          </a:prstGeom>
          <a:solidFill>
            <a:srgbClr val="B8913B"/>
          </a:solidFill>
          <a:ln/>
        </p:spPr>
        <p:txBody>
          <a:bodyPr/>
          <a:lstStyle/>
          <a:p>
            <a:endParaRPr lang="en-IN"/>
          </a:p>
        </p:txBody>
      </p:sp>
      <p:sp>
        <p:nvSpPr>
          <p:cNvPr id="11" name="Text 8"/>
          <p:cNvSpPr/>
          <p:nvPr/>
        </p:nvSpPr>
        <p:spPr>
          <a:xfrm>
            <a:off x="804672" y="5688105"/>
            <a:ext cx="10515600" cy="594360"/>
          </a:xfrm>
          <a:prstGeom prst="rect">
            <a:avLst/>
          </a:prstGeom>
          <a:noFill/>
          <a:ln/>
        </p:spPr>
        <p:txBody>
          <a:bodyPr wrap="square" lIns="0" tIns="0" rIns="0" bIns="0" rtlCol="0" anchor="ctr"/>
          <a:lstStyle/>
          <a:p>
            <a:pPr marL="0" indent="0">
              <a:buNone/>
            </a:pPr>
            <a:r>
              <a:rPr lang="en-US" sz="1050" b="1">
                <a:solidFill>
                  <a:srgbClr val="0A1628"/>
                </a:solidFill>
                <a:latin typeface="Calibri" pitchFamily="34" charset="0"/>
                <a:ea typeface="Calibri" pitchFamily="34" charset="-122"/>
                <a:cs typeface="Calibri" pitchFamily="34" charset="-120"/>
              </a:rPr>
              <a:t>Blended at your stated 500 queries/day: ≈ $0.026–0.031 per query, ≈ $400–470/month including voice — </a:t>
            </a:r>
            <a:r>
              <a:rPr lang="en-US" sz="1050">
                <a:solidFill>
                  <a:srgbClr val="1F2937"/>
                </a:solidFill>
                <a:latin typeface="Calibri" pitchFamily="34" charset="0"/>
                <a:ea typeface="Calibri" pitchFamily="34" charset="-122"/>
                <a:cs typeface="Calibri" pitchFamily="34" charset="-120"/>
              </a:rPr>
              <a:t>full math and sensitivity in the estimation workbook. Consumption bills direct to your Azure tenant; we never mark it up.</a:t>
            </a:r>
            <a:endParaRPr lang="en-US" sz="1050"/>
          </a:p>
        </p:txBody>
      </p:sp>
      <p:sp>
        <p:nvSpPr>
          <p:cNvPr id="13" name="Text 1">
            <a:extLst>
              <a:ext uri="{FF2B5EF4-FFF2-40B4-BE49-F238E27FC236}">
                <a16:creationId xmlns:a16="http://schemas.microsoft.com/office/drawing/2014/main" id="{74BA1E89-1D0F-487E-CCCC-9BE35A44B66E}"/>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12</a:t>
            </a:fld>
            <a:endParaRPr lang="en-US"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TECHNICAL ARCHITECTURE</a:t>
            </a:r>
            <a:endParaRPr lang="en-US" sz="1000"/>
          </a:p>
        </p:txBody>
      </p:sp>
      <p:sp>
        <p:nvSpPr>
          <p:cNvPr id="5" name="Text 3"/>
          <p:cNvSpPr/>
          <p:nvPr/>
        </p:nvSpPr>
        <p:spPr>
          <a:xfrm>
            <a:off x="548640" y="457200"/>
            <a:ext cx="11064240" cy="548640"/>
          </a:xfrm>
          <a:prstGeom prst="rect">
            <a:avLst/>
          </a:prstGeom>
          <a:noFill/>
          <a:ln/>
        </p:spPr>
        <p:txBody>
          <a:bodyPr wrap="square" lIns="0" tIns="0" rIns="0" bIns="0" rtlCol="0" anchor="ctr"/>
          <a:lstStyle/>
          <a:p>
            <a:pPr marL="0" indent="0">
              <a:buNone/>
            </a:pPr>
            <a:r>
              <a:rPr lang="en-US" sz="2500" b="1">
                <a:solidFill>
                  <a:srgbClr val="0A1628"/>
                </a:solidFill>
                <a:latin typeface="Georgia" pitchFamily="34" charset="0"/>
                <a:ea typeface="Georgia" pitchFamily="34" charset="-122"/>
                <a:cs typeface="Georgia" pitchFamily="34" charset="-120"/>
              </a:rPr>
              <a:t>Where people meet the agent</a:t>
            </a:r>
            <a:endParaRPr lang="en-US" sz="2500"/>
          </a:p>
        </p:txBody>
      </p:sp>
      <p:sp>
        <p:nvSpPr>
          <p:cNvPr id="6" name="Shape 4"/>
          <p:cNvSpPr/>
          <p:nvPr/>
        </p:nvSpPr>
        <p:spPr>
          <a:xfrm>
            <a:off x="566928" y="1024128"/>
            <a:ext cx="1371600" cy="32004"/>
          </a:xfrm>
          <a:prstGeom prst="rect">
            <a:avLst/>
          </a:prstGeom>
          <a:solidFill>
            <a:srgbClr val="B8913B"/>
          </a:solidFill>
          <a:ln/>
        </p:spPr>
        <p:txBody>
          <a:bodyPr/>
          <a:lstStyle/>
          <a:p>
            <a:endParaRPr lang="en-IN"/>
          </a:p>
        </p:txBody>
      </p:sp>
      <p:sp>
        <p:nvSpPr>
          <p:cNvPr id="7" name="Text 5"/>
          <p:cNvSpPr/>
          <p:nvPr/>
        </p:nvSpPr>
        <p:spPr>
          <a:xfrm>
            <a:off x="548640" y="1115568"/>
            <a:ext cx="11064240" cy="310896"/>
          </a:xfrm>
          <a:prstGeom prst="rect">
            <a:avLst/>
          </a:prstGeom>
          <a:noFill/>
          <a:ln/>
        </p:spPr>
        <p:txBody>
          <a:bodyPr wrap="square" lIns="0" tIns="0" rIns="0" bIns="0" rtlCol="0" anchor="ctr"/>
          <a:lstStyle/>
          <a:p>
            <a:pPr marL="0" indent="0">
              <a:buNone/>
            </a:pPr>
            <a:r>
              <a:rPr lang="en-US" sz="1200">
                <a:solidFill>
                  <a:srgbClr val="1F6F7A"/>
                </a:solidFill>
                <a:latin typeface="Calibri" pitchFamily="34" charset="0"/>
                <a:ea typeface="Calibri" pitchFamily="34" charset="-122"/>
                <a:cs typeface="Calibri" pitchFamily="34" charset="-120"/>
              </a:rPr>
              <a:t>Slack first — because the fastest adoption curve is the tool already open on every screen</a:t>
            </a:r>
            <a:endParaRPr lang="en-US" sz="1200"/>
          </a:p>
        </p:txBody>
      </p:sp>
      <p:sp>
        <p:nvSpPr>
          <p:cNvPr id="8" name="Shape 6"/>
          <p:cNvSpPr/>
          <p:nvPr/>
        </p:nvSpPr>
        <p:spPr>
          <a:xfrm>
            <a:off x="548640" y="1627632"/>
            <a:ext cx="5440680" cy="4754880"/>
          </a:xfrm>
          <a:prstGeom prst="roundRect">
            <a:avLst>
              <a:gd name="adj" fmla="val 1154"/>
            </a:avLst>
          </a:prstGeom>
          <a:solidFill>
            <a:srgbClr val="F8F7F3"/>
          </a:solidFill>
          <a:ln w="9525">
            <a:solidFill>
              <a:srgbClr val="E5E7EB"/>
            </a:solidFill>
            <a:prstDash val="solid"/>
          </a:ln>
        </p:spPr>
        <p:txBody>
          <a:bodyPr/>
          <a:lstStyle/>
          <a:p>
            <a:endParaRPr lang="en-IN"/>
          </a:p>
        </p:txBody>
      </p:sp>
      <p:sp>
        <p:nvSpPr>
          <p:cNvPr id="9" name="Shape 7"/>
          <p:cNvSpPr/>
          <p:nvPr/>
        </p:nvSpPr>
        <p:spPr>
          <a:xfrm>
            <a:off x="548640" y="1737360"/>
            <a:ext cx="64008" cy="4535424"/>
          </a:xfrm>
          <a:prstGeom prst="rect">
            <a:avLst/>
          </a:prstGeom>
          <a:solidFill>
            <a:srgbClr val="1F6F7A"/>
          </a:solidFill>
          <a:ln/>
        </p:spPr>
        <p:txBody>
          <a:bodyPr/>
          <a:lstStyle/>
          <a:p>
            <a:endParaRPr lang="en-IN"/>
          </a:p>
        </p:txBody>
      </p:sp>
      <p:sp>
        <p:nvSpPr>
          <p:cNvPr id="10" name="Text 8"/>
          <p:cNvSpPr/>
          <p:nvPr/>
        </p:nvSpPr>
        <p:spPr>
          <a:xfrm>
            <a:off x="804672" y="1773936"/>
            <a:ext cx="4937760" cy="310896"/>
          </a:xfrm>
          <a:prstGeom prst="rect">
            <a:avLst/>
          </a:prstGeom>
          <a:noFill/>
          <a:ln/>
        </p:spPr>
        <p:txBody>
          <a:bodyPr wrap="square" lIns="0" tIns="0" rIns="0" bIns="0" rtlCol="0" anchor="ctr"/>
          <a:lstStyle/>
          <a:p>
            <a:pPr marL="0" indent="0">
              <a:buNone/>
            </a:pPr>
            <a:r>
              <a:rPr lang="en-US" sz="1400" b="1">
                <a:solidFill>
                  <a:srgbClr val="0A1628"/>
                </a:solidFill>
                <a:latin typeface="Calibri" pitchFamily="34" charset="0"/>
                <a:ea typeface="Calibri" pitchFamily="34" charset="-122"/>
                <a:cs typeface="Calibri" pitchFamily="34" charset="-120"/>
              </a:rPr>
              <a:t>Slack — the primary channel</a:t>
            </a:r>
            <a:endParaRPr lang="en-US" sz="1400"/>
          </a:p>
        </p:txBody>
      </p:sp>
      <p:sp>
        <p:nvSpPr>
          <p:cNvPr id="11" name="Text 9"/>
          <p:cNvSpPr/>
          <p:nvPr/>
        </p:nvSpPr>
        <p:spPr>
          <a:xfrm>
            <a:off x="804672" y="2157984"/>
            <a:ext cx="4937760" cy="4114800"/>
          </a:xfrm>
          <a:prstGeom prst="rect">
            <a:avLst/>
          </a:prstGeom>
          <a:noFill/>
          <a:ln/>
        </p:spPr>
        <p:txBody>
          <a:bodyPr wrap="square" lIns="0" tIns="0" rIns="0" bIns="0" rtlCol="0" anchor="ctr"/>
          <a:lstStyle/>
          <a:p>
            <a:pPr marL="342900" indent="-342900">
              <a:spcAft>
                <a:spcPts val="800"/>
              </a:spcAft>
              <a:buSzPct val="100000"/>
              <a:buChar char="•"/>
            </a:pPr>
            <a:r>
              <a:rPr lang="en-US" sz="1050">
                <a:solidFill>
                  <a:srgbClr val="1F2937"/>
                </a:solidFill>
                <a:latin typeface="Calibri" pitchFamily="34" charset="0"/>
                <a:ea typeface="Calibri" pitchFamily="34" charset="-122"/>
                <a:cs typeface="Calibri" pitchFamily="34" charset="-120"/>
              </a:rPr>
              <a:t>Ask in a DM or bring the agent into a channel — answers arrive in-thread, charts attached</a:t>
            </a:r>
            <a:endParaRPr lang="en-US" sz="1050"/>
          </a:p>
          <a:p>
            <a:pPr marL="342900" indent="-342900">
              <a:spcAft>
                <a:spcPts val="800"/>
              </a:spcAft>
              <a:buSzPct val="100000"/>
              <a:buChar char="•"/>
            </a:pPr>
            <a:r>
              <a:rPr lang="en-US" sz="1050">
                <a:solidFill>
                  <a:srgbClr val="1F2937"/>
                </a:solidFill>
                <a:latin typeface="Calibri" pitchFamily="34" charset="0"/>
                <a:ea typeface="Calibri" pitchFamily="34" charset="-122"/>
                <a:cs typeface="Calibri" pitchFamily="34" charset="-120"/>
              </a:rPr>
              <a:t>Shared learning by design: when a manager asks a great question in a channel, the whole team sees the answer — and the question bank grows from real usage</a:t>
            </a:r>
            <a:endParaRPr lang="en-US" sz="1050"/>
          </a:p>
          <a:p>
            <a:pPr marL="342900" indent="-342900">
              <a:spcAft>
                <a:spcPts val="800"/>
              </a:spcAft>
              <a:buSzPct val="100000"/>
              <a:buChar char="•"/>
            </a:pPr>
            <a:r>
              <a:rPr lang="en-US" sz="1050">
                <a:solidFill>
                  <a:srgbClr val="1F2937"/>
                </a:solidFill>
                <a:latin typeface="Calibri" pitchFamily="34" charset="0"/>
                <a:ea typeface="Calibri" pitchFamily="34" charset="-122"/>
                <a:cs typeface="Calibri" pitchFamily="34" charset="-120"/>
              </a:rPr>
              <a:t>Every user is identified through Slack SSO, so RBAC follows the person, not the channel</a:t>
            </a:r>
            <a:endParaRPr lang="en-US" sz="1050"/>
          </a:p>
          <a:p>
            <a:pPr marL="342900" indent="-342900">
              <a:spcAft>
                <a:spcPts val="800"/>
              </a:spcAft>
              <a:buSzPct val="100000"/>
              <a:buChar char="•"/>
            </a:pPr>
            <a:r>
              <a:rPr lang="en-US" sz="1050">
                <a:solidFill>
                  <a:srgbClr val="1F2937"/>
                </a:solidFill>
                <a:latin typeface="Calibri" pitchFamily="34" charset="0"/>
                <a:ea typeface="Calibri" pitchFamily="34" charset="-122"/>
                <a:cs typeface="Calibri" pitchFamily="34" charset="-120"/>
              </a:rPr>
              <a:t>Sensitive (executive-tier) answers auto-route to DM even if asked in a channel — the agent never leaks a tier upward or sideways</a:t>
            </a:r>
            <a:endParaRPr lang="en-US" sz="1050"/>
          </a:p>
          <a:p>
            <a:pPr marL="342900" indent="-342900">
              <a:spcAft>
                <a:spcPts val="800"/>
              </a:spcAft>
              <a:buSzPct val="100000"/>
              <a:buChar char="•"/>
            </a:pPr>
            <a:r>
              <a:rPr lang="en-US" sz="1050">
                <a:solidFill>
                  <a:srgbClr val="1F2937"/>
                </a:solidFill>
                <a:latin typeface="Calibri" pitchFamily="34" charset="0"/>
                <a:ea typeface="Calibri" pitchFamily="34" charset="-122"/>
                <a:cs typeface="Calibri" pitchFamily="34" charset="-120"/>
              </a:rPr>
              <a:t>Feedback buttons on every answer (right / wrong / unclear) feed the QA loop weekly</a:t>
            </a:r>
            <a:endParaRPr lang="en-US" sz="1050"/>
          </a:p>
        </p:txBody>
      </p:sp>
      <p:sp>
        <p:nvSpPr>
          <p:cNvPr id="12" name="Shape 10"/>
          <p:cNvSpPr/>
          <p:nvPr/>
        </p:nvSpPr>
        <p:spPr>
          <a:xfrm>
            <a:off x="6172200" y="1627632"/>
            <a:ext cx="5440680" cy="4754880"/>
          </a:xfrm>
          <a:prstGeom prst="roundRect">
            <a:avLst>
              <a:gd name="adj" fmla="val 1154"/>
            </a:avLst>
          </a:prstGeom>
          <a:solidFill>
            <a:srgbClr val="F8F7F3"/>
          </a:solidFill>
          <a:ln w="9525">
            <a:solidFill>
              <a:srgbClr val="E5E7EB"/>
            </a:solidFill>
            <a:prstDash val="solid"/>
          </a:ln>
        </p:spPr>
        <p:txBody>
          <a:bodyPr/>
          <a:lstStyle/>
          <a:p>
            <a:endParaRPr lang="en-IN"/>
          </a:p>
        </p:txBody>
      </p:sp>
      <p:sp>
        <p:nvSpPr>
          <p:cNvPr id="13" name="Shape 11"/>
          <p:cNvSpPr/>
          <p:nvPr/>
        </p:nvSpPr>
        <p:spPr>
          <a:xfrm>
            <a:off x="6172200" y="1737360"/>
            <a:ext cx="64008" cy="4535424"/>
          </a:xfrm>
          <a:prstGeom prst="rect">
            <a:avLst/>
          </a:prstGeom>
          <a:solidFill>
            <a:srgbClr val="B8913B"/>
          </a:solidFill>
          <a:ln/>
        </p:spPr>
        <p:txBody>
          <a:bodyPr/>
          <a:lstStyle/>
          <a:p>
            <a:endParaRPr lang="en-IN"/>
          </a:p>
        </p:txBody>
      </p:sp>
      <p:sp>
        <p:nvSpPr>
          <p:cNvPr id="14" name="Text 12"/>
          <p:cNvSpPr/>
          <p:nvPr/>
        </p:nvSpPr>
        <p:spPr>
          <a:xfrm>
            <a:off x="6428232" y="1773936"/>
            <a:ext cx="4937760" cy="310896"/>
          </a:xfrm>
          <a:prstGeom prst="rect">
            <a:avLst/>
          </a:prstGeom>
          <a:noFill/>
          <a:ln/>
        </p:spPr>
        <p:txBody>
          <a:bodyPr wrap="square" lIns="0" tIns="0" rIns="0" bIns="0" rtlCol="0" anchor="ctr"/>
          <a:lstStyle/>
          <a:p>
            <a:pPr marL="0" indent="0">
              <a:buNone/>
            </a:pPr>
            <a:r>
              <a:rPr lang="en-US" sz="1400" b="1">
                <a:solidFill>
                  <a:srgbClr val="0A1628"/>
                </a:solidFill>
                <a:latin typeface="Calibri" pitchFamily="34" charset="0"/>
                <a:ea typeface="Calibri" pitchFamily="34" charset="-122"/>
                <a:cs typeface="Calibri" pitchFamily="34" charset="-120"/>
              </a:rPr>
              <a:t>Admin console — your operations team's cockpit</a:t>
            </a:r>
            <a:endParaRPr lang="en-US" sz="1400"/>
          </a:p>
        </p:txBody>
      </p:sp>
      <p:sp>
        <p:nvSpPr>
          <p:cNvPr id="15" name="Text 13"/>
          <p:cNvSpPr/>
          <p:nvPr/>
        </p:nvSpPr>
        <p:spPr>
          <a:xfrm>
            <a:off x="6428232" y="2157984"/>
            <a:ext cx="4937760" cy="4114800"/>
          </a:xfrm>
          <a:prstGeom prst="rect">
            <a:avLst/>
          </a:prstGeom>
          <a:noFill/>
          <a:ln/>
        </p:spPr>
        <p:txBody>
          <a:bodyPr wrap="square" lIns="0" tIns="0" rIns="0" bIns="0" rtlCol="0" anchor="ctr"/>
          <a:lstStyle/>
          <a:p>
            <a:pPr marL="342900" indent="-342900">
              <a:spcAft>
                <a:spcPts val="800"/>
              </a:spcAft>
              <a:buSzPct val="100000"/>
              <a:buChar char="•"/>
            </a:pPr>
            <a:r>
              <a:rPr lang="en-US" sz="1050">
                <a:solidFill>
                  <a:srgbClr val="1F2937"/>
                </a:solidFill>
                <a:latin typeface="Calibri" pitchFamily="34" charset="0"/>
                <a:ea typeface="Calibri" pitchFamily="34" charset="-122"/>
                <a:cs typeface="Calibri" pitchFamily="34" charset="-120"/>
              </a:rPr>
              <a:t>Spend by model, by day, by user tier — the token bill is never a surprise</a:t>
            </a:r>
            <a:endParaRPr lang="en-US" sz="1050"/>
          </a:p>
          <a:p>
            <a:pPr marL="342900" indent="-342900">
              <a:spcAft>
                <a:spcPts val="800"/>
              </a:spcAft>
              <a:buSzPct val="100000"/>
              <a:buChar char="•"/>
            </a:pPr>
            <a:r>
              <a:rPr lang="en-US" sz="1050">
                <a:solidFill>
                  <a:srgbClr val="1F2937"/>
                </a:solidFill>
                <a:latin typeface="Calibri" pitchFamily="34" charset="0"/>
                <a:ea typeface="Calibri" pitchFamily="34" charset="-122"/>
                <a:cs typeface="Calibri" pitchFamily="34" charset="-120"/>
              </a:rPr>
              <a:t>Routing controls: change token thresholds, pin a query type to a model, or force Copilot — no code, no ticket</a:t>
            </a:r>
            <a:endParaRPr lang="en-US" sz="1050"/>
          </a:p>
          <a:p>
            <a:pPr marL="342900" indent="-342900">
              <a:spcAft>
                <a:spcPts val="800"/>
              </a:spcAft>
              <a:buSzPct val="100000"/>
              <a:buChar char="•"/>
            </a:pPr>
            <a:r>
              <a:rPr lang="en-US" sz="1050">
                <a:solidFill>
                  <a:srgbClr val="1F2937"/>
                </a:solidFill>
                <a:latin typeface="Calibri" pitchFamily="34" charset="0"/>
                <a:ea typeface="Calibri" pitchFamily="34" charset="-122"/>
                <a:cs typeface="Calibri" pitchFamily="34" charset="-120"/>
              </a:rPr>
              <a:t>Full interaction log: every question, answer, citation, and guardrail event — searchable, exportable, retained per your policy</a:t>
            </a:r>
            <a:endParaRPr lang="en-US" sz="1050"/>
          </a:p>
          <a:p>
            <a:pPr marL="342900" indent="-342900">
              <a:spcAft>
                <a:spcPts val="800"/>
              </a:spcAft>
              <a:buSzPct val="100000"/>
              <a:buChar char="•"/>
            </a:pPr>
            <a:r>
              <a:rPr lang="en-US" sz="1050">
                <a:solidFill>
                  <a:srgbClr val="1F2937"/>
                </a:solidFill>
                <a:latin typeface="Calibri" pitchFamily="34" charset="0"/>
                <a:ea typeface="Calibri" pitchFamily="34" charset="-122"/>
                <a:cs typeface="Calibri" pitchFamily="34" charset="-120"/>
              </a:rPr>
              <a:t>Guardrail tuning: review blocked queries, adjust scope rules, approve new synonyms into the dictionary</a:t>
            </a:r>
            <a:endParaRPr lang="en-US" sz="1050"/>
          </a:p>
          <a:p>
            <a:pPr marL="342900" indent="-342900">
              <a:spcAft>
                <a:spcPts val="800"/>
              </a:spcAft>
              <a:buSzPct val="100000"/>
              <a:buChar char="•"/>
            </a:pPr>
            <a:r>
              <a:rPr lang="en-US" sz="1050">
                <a:solidFill>
                  <a:srgbClr val="1F2937"/>
                </a:solidFill>
                <a:latin typeface="Calibri" pitchFamily="34" charset="0"/>
                <a:ea typeface="Calibri" pitchFamily="34" charset="-122"/>
                <a:cs typeface="Calibri" pitchFamily="34" charset="-120"/>
              </a:rPr>
              <a:t>Health view: latency, answer-match rate vs baseline, adoption by tier</a:t>
            </a:r>
            <a:endParaRPr lang="en-US" sz="1050"/>
          </a:p>
        </p:txBody>
      </p:sp>
      <p:sp>
        <p:nvSpPr>
          <p:cNvPr id="17" name="Text 1">
            <a:extLst>
              <a:ext uri="{FF2B5EF4-FFF2-40B4-BE49-F238E27FC236}">
                <a16:creationId xmlns:a16="http://schemas.microsoft.com/office/drawing/2014/main" id="{6F94AE88-56DE-0496-7FE5-6DA23D0C25D0}"/>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13</a:t>
            </a:fld>
            <a:endParaRPr lang="en-US"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TECHNICAL ARCHITECTURE </a:t>
            </a:r>
            <a:endParaRPr lang="en-US" sz="1000"/>
          </a:p>
        </p:txBody>
      </p:sp>
      <p:sp>
        <p:nvSpPr>
          <p:cNvPr id="5" name="Text 3"/>
          <p:cNvSpPr/>
          <p:nvPr/>
        </p:nvSpPr>
        <p:spPr>
          <a:xfrm>
            <a:off x="548640" y="438912"/>
            <a:ext cx="11064240" cy="502920"/>
          </a:xfrm>
          <a:prstGeom prst="rect">
            <a:avLst/>
          </a:prstGeom>
          <a:noFill/>
          <a:ln/>
        </p:spPr>
        <p:txBody>
          <a:bodyPr wrap="square" lIns="0" tIns="0" rIns="0" bIns="0" rtlCol="0" anchor="ctr"/>
          <a:lstStyle/>
          <a:p>
            <a:pPr marL="0" indent="0">
              <a:buNone/>
            </a:pPr>
            <a:r>
              <a:rPr lang="en-US" sz="2200" b="1">
                <a:solidFill>
                  <a:srgbClr val="0A1628"/>
                </a:solidFill>
                <a:latin typeface="Georgia" pitchFamily="34" charset="0"/>
                <a:ea typeface="Georgia" pitchFamily="34" charset="-122"/>
                <a:cs typeface="Georgia" pitchFamily="34" charset="-120"/>
              </a:rPr>
              <a:t>The admin console: what your operations team sees and controls</a:t>
            </a:r>
            <a:endParaRPr lang="en-US" sz="2200"/>
          </a:p>
        </p:txBody>
      </p:sp>
      <p:sp>
        <p:nvSpPr>
          <p:cNvPr id="6" name="Shape 4"/>
          <p:cNvSpPr/>
          <p:nvPr/>
        </p:nvSpPr>
        <p:spPr>
          <a:xfrm>
            <a:off x="566928" y="950976"/>
            <a:ext cx="1371600" cy="32004"/>
          </a:xfrm>
          <a:prstGeom prst="rect">
            <a:avLst/>
          </a:prstGeom>
          <a:solidFill>
            <a:srgbClr val="B8913B"/>
          </a:solidFill>
          <a:ln/>
        </p:spPr>
        <p:txBody>
          <a:bodyPr/>
          <a:lstStyle/>
          <a:p>
            <a:endParaRPr lang="en-IN"/>
          </a:p>
        </p:txBody>
      </p:sp>
      <p:sp>
        <p:nvSpPr>
          <p:cNvPr id="7" name="Text 5"/>
          <p:cNvSpPr/>
          <p:nvPr/>
        </p:nvSpPr>
        <p:spPr>
          <a:xfrm>
            <a:off x="548640" y="1005840"/>
            <a:ext cx="11064240" cy="256032"/>
          </a:xfrm>
          <a:prstGeom prst="rect">
            <a:avLst/>
          </a:prstGeom>
          <a:noFill/>
          <a:ln/>
        </p:spPr>
        <p:txBody>
          <a:bodyPr wrap="square" lIns="0" tIns="0" rIns="0" bIns="0" rtlCol="0" anchor="ctr"/>
          <a:lstStyle/>
          <a:p>
            <a:pPr marL="0" indent="0">
              <a:buNone/>
            </a:pPr>
            <a:r>
              <a:rPr lang="en-US" sz="1050">
                <a:solidFill>
                  <a:srgbClr val="1F6F7A"/>
                </a:solidFill>
                <a:latin typeface="Calibri" pitchFamily="34" charset="0"/>
                <a:ea typeface="Calibri" pitchFamily="34" charset="-122"/>
                <a:cs typeface="Calibri" pitchFamily="34" charset="-120"/>
              </a:rPr>
              <a:t>Illustrative screen</a:t>
            </a:r>
            <a:endParaRPr lang="en-US" sz="1050"/>
          </a:p>
        </p:txBody>
      </p:sp>
      <p:sp>
        <p:nvSpPr>
          <p:cNvPr id="8" name="Shape 6"/>
          <p:cNvSpPr/>
          <p:nvPr/>
        </p:nvSpPr>
        <p:spPr>
          <a:xfrm>
            <a:off x="548640" y="1344347"/>
            <a:ext cx="11064240" cy="5112000"/>
          </a:xfrm>
          <a:prstGeom prst="roundRect">
            <a:avLst>
              <a:gd name="adj" fmla="val 1049"/>
            </a:avLst>
          </a:prstGeom>
          <a:solidFill>
            <a:srgbClr val="FFFFFF"/>
          </a:solidFill>
          <a:ln w="15875">
            <a:solidFill>
              <a:srgbClr val="C9CFD8"/>
            </a:solidFill>
            <a:prstDash val="solid"/>
          </a:ln>
          <a:effectLst>
            <a:outerShdw blurRad="76200" dist="25400" dir="5400000" algn="bl" rotWithShape="0">
              <a:srgbClr val="9AA3AF">
                <a:alpha val="35000"/>
              </a:srgbClr>
            </a:outerShdw>
          </a:effectLst>
        </p:spPr>
        <p:txBody>
          <a:bodyPr/>
          <a:lstStyle/>
          <a:p>
            <a:endParaRPr lang="en-IN"/>
          </a:p>
        </p:txBody>
      </p:sp>
      <p:sp>
        <p:nvSpPr>
          <p:cNvPr id="9" name="Shape 7"/>
          <p:cNvSpPr/>
          <p:nvPr/>
        </p:nvSpPr>
        <p:spPr>
          <a:xfrm>
            <a:off x="548640" y="1344347"/>
            <a:ext cx="11064240" cy="384048"/>
          </a:xfrm>
          <a:prstGeom prst="roundRect">
            <a:avLst>
              <a:gd name="adj" fmla="val 14286"/>
            </a:avLst>
          </a:prstGeom>
          <a:solidFill>
            <a:srgbClr val="0A1628"/>
          </a:solidFill>
          <a:ln/>
        </p:spPr>
        <p:txBody>
          <a:bodyPr/>
          <a:lstStyle/>
          <a:p>
            <a:endParaRPr lang="en-IN"/>
          </a:p>
        </p:txBody>
      </p:sp>
      <p:sp>
        <p:nvSpPr>
          <p:cNvPr id="10" name="Shape 8"/>
          <p:cNvSpPr/>
          <p:nvPr/>
        </p:nvSpPr>
        <p:spPr>
          <a:xfrm>
            <a:off x="548640" y="1536371"/>
            <a:ext cx="11064240" cy="192024"/>
          </a:xfrm>
          <a:prstGeom prst="rect">
            <a:avLst/>
          </a:prstGeom>
          <a:solidFill>
            <a:srgbClr val="0A1628"/>
          </a:solidFill>
          <a:ln/>
        </p:spPr>
        <p:txBody>
          <a:bodyPr/>
          <a:lstStyle/>
          <a:p>
            <a:endParaRPr lang="en-IN"/>
          </a:p>
        </p:txBody>
      </p:sp>
      <p:sp>
        <p:nvSpPr>
          <p:cNvPr id="11" name="Text 9"/>
          <p:cNvSpPr/>
          <p:nvPr/>
        </p:nvSpPr>
        <p:spPr>
          <a:xfrm>
            <a:off x="731520" y="1344347"/>
            <a:ext cx="3657600" cy="384048"/>
          </a:xfrm>
          <a:prstGeom prst="rect">
            <a:avLst/>
          </a:prstGeom>
          <a:noFill/>
          <a:ln/>
        </p:spPr>
        <p:txBody>
          <a:bodyPr wrap="square" lIns="0" tIns="0" rIns="0" bIns="0" rtlCol="0" anchor="ctr"/>
          <a:lstStyle/>
          <a:p>
            <a:pPr marL="0" indent="0">
              <a:buNone/>
            </a:pPr>
            <a:r>
              <a:rPr lang="en-US" sz="1100" b="1">
                <a:solidFill>
                  <a:srgbClr val="B8913B"/>
                </a:solidFill>
                <a:latin typeface="Calibri" pitchFamily="34" charset="0"/>
                <a:ea typeface="Calibri" pitchFamily="34" charset="-122"/>
                <a:cs typeface="Calibri" pitchFamily="34" charset="-120"/>
              </a:rPr>
              <a:t>ELEVATE  ·  Admin Console</a:t>
            </a:r>
            <a:endParaRPr lang="en-US" sz="1100"/>
          </a:p>
        </p:txBody>
      </p:sp>
      <p:sp>
        <p:nvSpPr>
          <p:cNvPr id="12" name="Text 10"/>
          <p:cNvSpPr/>
          <p:nvPr/>
        </p:nvSpPr>
        <p:spPr>
          <a:xfrm>
            <a:off x="6858000" y="1344347"/>
            <a:ext cx="4572000" cy="384048"/>
          </a:xfrm>
          <a:prstGeom prst="rect">
            <a:avLst/>
          </a:prstGeom>
          <a:noFill/>
          <a:ln/>
        </p:spPr>
        <p:txBody>
          <a:bodyPr wrap="square" lIns="0" tIns="0" rIns="0" bIns="0" rtlCol="0" anchor="ctr"/>
          <a:lstStyle/>
          <a:p>
            <a:pPr marL="0" indent="0" algn="r">
              <a:buNone/>
            </a:pPr>
            <a:r>
              <a:rPr lang="en-US" sz="850">
                <a:solidFill>
                  <a:srgbClr val="9AA7B8"/>
                </a:solidFill>
                <a:latin typeface="Calibri" pitchFamily="34" charset="0"/>
                <a:ea typeface="Calibri" pitchFamily="34" charset="-122"/>
                <a:cs typeface="Calibri" pitchFamily="34" charset="-120"/>
              </a:rPr>
              <a:t>env: PROD    ·    signed in: ops@bettercompanies    ·    role: Admin</a:t>
            </a:r>
            <a:endParaRPr lang="en-US" sz="850"/>
          </a:p>
        </p:txBody>
      </p:sp>
      <p:sp>
        <p:nvSpPr>
          <p:cNvPr id="13" name="Shape 11"/>
          <p:cNvSpPr/>
          <p:nvPr/>
        </p:nvSpPr>
        <p:spPr>
          <a:xfrm>
            <a:off x="658368" y="1838123"/>
            <a:ext cx="1417320" cy="4500000"/>
          </a:xfrm>
          <a:prstGeom prst="roundRect">
            <a:avLst>
              <a:gd name="adj" fmla="val 2581"/>
            </a:avLst>
          </a:prstGeom>
          <a:solidFill>
            <a:srgbClr val="F3F1EA"/>
          </a:solidFill>
          <a:ln/>
        </p:spPr>
        <p:txBody>
          <a:bodyPr/>
          <a:lstStyle/>
          <a:p>
            <a:endParaRPr lang="en-IN"/>
          </a:p>
        </p:txBody>
      </p:sp>
      <p:sp>
        <p:nvSpPr>
          <p:cNvPr id="14" name="Shape 12"/>
          <p:cNvSpPr/>
          <p:nvPr/>
        </p:nvSpPr>
        <p:spPr>
          <a:xfrm>
            <a:off x="731520" y="1920419"/>
            <a:ext cx="1271016" cy="292608"/>
          </a:xfrm>
          <a:prstGeom prst="roundRect">
            <a:avLst>
              <a:gd name="adj" fmla="val 12500"/>
            </a:avLst>
          </a:prstGeom>
          <a:solidFill>
            <a:srgbClr val="1F6F7A"/>
          </a:solidFill>
          <a:ln/>
        </p:spPr>
        <p:txBody>
          <a:bodyPr/>
          <a:lstStyle/>
          <a:p>
            <a:endParaRPr lang="en-IN"/>
          </a:p>
        </p:txBody>
      </p:sp>
      <p:sp>
        <p:nvSpPr>
          <p:cNvPr id="15" name="Text 13"/>
          <p:cNvSpPr/>
          <p:nvPr/>
        </p:nvSpPr>
        <p:spPr>
          <a:xfrm>
            <a:off x="822960" y="1920419"/>
            <a:ext cx="1143000" cy="292608"/>
          </a:xfrm>
          <a:prstGeom prst="rect">
            <a:avLst/>
          </a:prstGeom>
          <a:noFill/>
          <a:ln/>
        </p:spPr>
        <p:txBody>
          <a:bodyPr wrap="square" lIns="0" tIns="0" rIns="0" bIns="0" rtlCol="0" anchor="ctr"/>
          <a:lstStyle/>
          <a:p>
            <a:pPr marL="0" indent="0">
              <a:buNone/>
            </a:pPr>
            <a:r>
              <a:rPr lang="en-US" sz="950" b="1">
                <a:solidFill>
                  <a:srgbClr val="FFFFFF"/>
                </a:solidFill>
                <a:latin typeface="Calibri" pitchFamily="34" charset="0"/>
                <a:ea typeface="Calibri" pitchFamily="34" charset="-122"/>
                <a:cs typeface="Calibri" pitchFamily="34" charset="-120"/>
              </a:rPr>
              <a:t>Overview</a:t>
            </a:r>
            <a:endParaRPr lang="en-US" sz="950"/>
          </a:p>
        </p:txBody>
      </p:sp>
      <p:sp>
        <p:nvSpPr>
          <p:cNvPr id="16" name="Text 14"/>
          <p:cNvSpPr/>
          <p:nvPr/>
        </p:nvSpPr>
        <p:spPr>
          <a:xfrm>
            <a:off x="822960" y="2304467"/>
            <a:ext cx="1143000" cy="292608"/>
          </a:xfrm>
          <a:prstGeom prst="rect">
            <a:avLst/>
          </a:prstGeom>
          <a:noFill/>
          <a:ln/>
        </p:spPr>
        <p:txBody>
          <a:bodyPr wrap="square" lIns="0" tIns="0" rIns="0" bIns="0" rtlCol="0" anchor="ctr"/>
          <a:lstStyle/>
          <a:p>
            <a:pPr marL="0" indent="0">
              <a:buNone/>
            </a:pPr>
            <a:r>
              <a:rPr lang="en-US" sz="950">
                <a:solidFill>
                  <a:srgbClr val="1F2937"/>
                </a:solidFill>
                <a:latin typeface="Calibri" pitchFamily="34" charset="0"/>
                <a:ea typeface="Calibri" pitchFamily="34" charset="-122"/>
                <a:cs typeface="Calibri" pitchFamily="34" charset="-120"/>
              </a:rPr>
              <a:t>Spend</a:t>
            </a:r>
            <a:endParaRPr lang="en-US" sz="950"/>
          </a:p>
        </p:txBody>
      </p:sp>
      <p:sp>
        <p:nvSpPr>
          <p:cNvPr id="17" name="Text 15"/>
          <p:cNvSpPr/>
          <p:nvPr/>
        </p:nvSpPr>
        <p:spPr>
          <a:xfrm>
            <a:off x="822960" y="2688515"/>
            <a:ext cx="1143000" cy="292608"/>
          </a:xfrm>
          <a:prstGeom prst="rect">
            <a:avLst/>
          </a:prstGeom>
          <a:noFill/>
          <a:ln/>
        </p:spPr>
        <p:txBody>
          <a:bodyPr wrap="square" lIns="0" tIns="0" rIns="0" bIns="0" rtlCol="0" anchor="ctr"/>
          <a:lstStyle/>
          <a:p>
            <a:pPr marL="0" indent="0">
              <a:buNone/>
            </a:pPr>
            <a:r>
              <a:rPr lang="en-US" sz="950">
                <a:solidFill>
                  <a:srgbClr val="1F2937"/>
                </a:solidFill>
                <a:latin typeface="Calibri" pitchFamily="34" charset="0"/>
                <a:ea typeface="Calibri" pitchFamily="34" charset="-122"/>
                <a:cs typeface="Calibri" pitchFamily="34" charset="-120"/>
              </a:rPr>
              <a:t>Routing</a:t>
            </a:r>
            <a:endParaRPr lang="en-US" sz="950"/>
          </a:p>
        </p:txBody>
      </p:sp>
      <p:sp>
        <p:nvSpPr>
          <p:cNvPr id="18" name="Text 16"/>
          <p:cNvSpPr/>
          <p:nvPr/>
        </p:nvSpPr>
        <p:spPr>
          <a:xfrm>
            <a:off x="822960" y="3072563"/>
            <a:ext cx="1143000" cy="292608"/>
          </a:xfrm>
          <a:prstGeom prst="rect">
            <a:avLst/>
          </a:prstGeom>
          <a:noFill/>
          <a:ln/>
        </p:spPr>
        <p:txBody>
          <a:bodyPr wrap="square" lIns="0" tIns="0" rIns="0" bIns="0" rtlCol="0" anchor="ctr"/>
          <a:lstStyle/>
          <a:p>
            <a:pPr marL="0" indent="0">
              <a:buNone/>
            </a:pPr>
            <a:r>
              <a:rPr lang="en-US" sz="950">
                <a:solidFill>
                  <a:srgbClr val="1F2937"/>
                </a:solidFill>
                <a:latin typeface="Calibri" pitchFamily="34" charset="0"/>
                <a:ea typeface="Calibri" pitchFamily="34" charset="-122"/>
                <a:cs typeface="Calibri" pitchFamily="34" charset="-120"/>
              </a:rPr>
              <a:t>Guardrails</a:t>
            </a:r>
            <a:endParaRPr lang="en-US" sz="950"/>
          </a:p>
        </p:txBody>
      </p:sp>
      <p:sp>
        <p:nvSpPr>
          <p:cNvPr id="19" name="Text 17"/>
          <p:cNvSpPr/>
          <p:nvPr/>
        </p:nvSpPr>
        <p:spPr>
          <a:xfrm>
            <a:off x="822960" y="3456611"/>
            <a:ext cx="1143000" cy="292608"/>
          </a:xfrm>
          <a:prstGeom prst="rect">
            <a:avLst/>
          </a:prstGeom>
          <a:noFill/>
          <a:ln/>
        </p:spPr>
        <p:txBody>
          <a:bodyPr wrap="square" lIns="0" tIns="0" rIns="0" bIns="0" rtlCol="0" anchor="ctr"/>
          <a:lstStyle/>
          <a:p>
            <a:pPr marL="0" indent="0">
              <a:buNone/>
            </a:pPr>
            <a:r>
              <a:rPr lang="en-US" sz="950">
                <a:solidFill>
                  <a:srgbClr val="1F2937"/>
                </a:solidFill>
                <a:latin typeface="Calibri" pitchFamily="34" charset="0"/>
                <a:ea typeface="Calibri" pitchFamily="34" charset="-122"/>
                <a:cs typeface="Calibri" pitchFamily="34" charset="-120"/>
              </a:rPr>
              <a:t>Audit log</a:t>
            </a:r>
            <a:endParaRPr lang="en-US" sz="950"/>
          </a:p>
        </p:txBody>
      </p:sp>
      <p:sp>
        <p:nvSpPr>
          <p:cNvPr id="20" name="Text 18"/>
          <p:cNvSpPr/>
          <p:nvPr/>
        </p:nvSpPr>
        <p:spPr>
          <a:xfrm>
            <a:off x="822960" y="3840659"/>
            <a:ext cx="1143000" cy="292608"/>
          </a:xfrm>
          <a:prstGeom prst="rect">
            <a:avLst/>
          </a:prstGeom>
          <a:noFill/>
          <a:ln/>
        </p:spPr>
        <p:txBody>
          <a:bodyPr wrap="square" lIns="0" tIns="0" rIns="0" bIns="0" rtlCol="0" anchor="ctr"/>
          <a:lstStyle/>
          <a:p>
            <a:pPr marL="0" indent="0">
              <a:buNone/>
            </a:pPr>
            <a:r>
              <a:rPr lang="en-US" sz="950">
                <a:solidFill>
                  <a:srgbClr val="1F2937"/>
                </a:solidFill>
                <a:latin typeface="Calibri" pitchFamily="34" charset="0"/>
                <a:ea typeface="Calibri" pitchFamily="34" charset="-122"/>
                <a:cs typeface="Calibri" pitchFamily="34" charset="-120"/>
              </a:rPr>
              <a:t>Health</a:t>
            </a:r>
            <a:endParaRPr lang="en-US" sz="950"/>
          </a:p>
        </p:txBody>
      </p:sp>
      <p:sp>
        <p:nvSpPr>
          <p:cNvPr id="21" name="Shape 19"/>
          <p:cNvSpPr/>
          <p:nvPr/>
        </p:nvSpPr>
        <p:spPr>
          <a:xfrm>
            <a:off x="2240280" y="1838123"/>
            <a:ext cx="2212848" cy="841248"/>
          </a:xfrm>
          <a:prstGeom prst="roundRect">
            <a:avLst>
              <a:gd name="adj" fmla="val 5435"/>
            </a:avLst>
          </a:prstGeom>
          <a:solidFill>
            <a:srgbClr val="F8F7F3"/>
          </a:solidFill>
          <a:ln w="9525">
            <a:solidFill>
              <a:srgbClr val="E5E7EB"/>
            </a:solidFill>
            <a:prstDash val="solid"/>
          </a:ln>
        </p:spPr>
        <p:txBody>
          <a:bodyPr/>
          <a:lstStyle/>
          <a:p>
            <a:endParaRPr lang="en-IN"/>
          </a:p>
        </p:txBody>
      </p:sp>
      <p:sp>
        <p:nvSpPr>
          <p:cNvPr id="22" name="Text 20"/>
          <p:cNvSpPr/>
          <p:nvPr/>
        </p:nvSpPr>
        <p:spPr>
          <a:xfrm>
            <a:off x="2331720" y="1892987"/>
            <a:ext cx="2029968" cy="182880"/>
          </a:xfrm>
          <a:prstGeom prst="rect">
            <a:avLst/>
          </a:prstGeom>
          <a:noFill/>
          <a:ln/>
        </p:spPr>
        <p:txBody>
          <a:bodyPr wrap="square" lIns="0" tIns="0" rIns="0" bIns="0" rtlCol="0" anchor="ctr"/>
          <a:lstStyle/>
          <a:p>
            <a:pPr marL="0" indent="0">
              <a:buNone/>
            </a:pPr>
            <a:r>
              <a:rPr lang="en-US" sz="750">
                <a:solidFill>
                  <a:srgbClr val="6B7280"/>
                </a:solidFill>
                <a:latin typeface="Calibri" pitchFamily="34" charset="0"/>
                <a:ea typeface="Calibri" pitchFamily="34" charset="-122"/>
                <a:cs typeface="Calibri" pitchFamily="34" charset="-120"/>
              </a:rPr>
              <a:t>Spend, month to date</a:t>
            </a:r>
            <a:endParaRPr lang="en-US" sz="750"/>
          </a:p>
        </p:txBody>
      </p:sp>
      <p:sp>
        <p:nvSpPr>
          <p:cNvPr id="23" name="Text 21"/>
          <p:cNvSpPr/>
          <p:nvPr/>
        </p:nvSpPr>
        <p:spPr>
          <a:xfrm>
            <a:off x="2331720" y="2057579"/>
            <a:ext cx="2029968" cy="347472"/>
          </a:xfrm>
          <a:prstGeom prst="rect">
            <a:avLst/>
          </a:prstGeom>
          <a:noFill/>
          <a:ln/>
        </p:spPr>
        <p:txBody>
          <a:bodyPr wrap="square" lIns="0" tIns="0" rIns="0" bIns="0" rtlCol="0" anchor="ctr"/>
          <a:lstStyle/>
          <a:p>
            <a:pPr marL="0" indent="0">
              <a:buNone/>
            </a:pPr>
            <a:r>
              <a:rPr lang="en-US" sz="1700" b="1">
                <a:solidFill>
                  <a:srgbClr val="0A1628"/>
                </a:solidFill>
                <a:latin typeface="Georgia" pitchFamily="34" charset="0"/>
                <a:ea typeface="Georgia" pitchFamily="34" charset="-122"/>
                <a:cs typeface="Georgia" pitchFamily="34" charset="-120"/>
              </a:rPr>
              <a:t>$438</a:t>
            </a:r>
            <a:endParaRPr lang="en-US" sz="1700"/>
          </a:p>
        </p:txBody>
      </p:sp>
      <p:sp>
        <p:nvSpPr>
          <p:cNvPr id="24" name="Text 22"/>
          <p:cNvSpPr/>
          <p:nvPr/>
        </p:nvSpPr>
        <p:spPr>
          <a:xfrm>
            <a:off x="2331720" y="2423339"/>
            <a:ext cx="2029968" cy="219456"/>
          </a:xfrm>
          <a:prstGeom prst="rect">
            <a:avLst/>
          </a:prstGeom>
          <a:noFill/>
          <a:ln/>
        </p:spPr>
        <p:txBody>
          <a:bodyPr wrap="square" lIns="0" tIns="0" rIns="0" bIns="0" rtlCol="0" anchor="ctr"/>
          <a:lstStyle/>
          <a:p>
            <a:pPr marL="0" indent="0">
              <a:buNone/>
            </a:pPr>
            <a:r>
              <a:rPr lang="en-US" sz="700">
                <a:solidFill>
                  <a:srgbClr val="8A6A25"/>
                </a:solidFill>
                <a:latin typeface="Calibri" pitchFamily="34" charset="0"/>
                <a:ea typeface="Calibri" pitchFamily="34" charset="-122"/>
                <a:cs typeface="Calibri" pitchFamily="34" charset="-120"/>
              </a:rPr>
              <a:t>of $600 cap · alert at 80%</a:t>
            </a:r>
            <a:endParaRPr lang="en-US" sz="700"/>
          </a:p>
        </p:txBody>
      </p:sp>
      <p:sp>
        <p:nvSpPr>
          <p:cNvPr id="25" name="Shape 23"/>
          <p:cNvSpPr/>
          <p:nvPr/>
        </p:nvSpPr>
        <p:spPr>
          <a:xfrm>
            <a:off x="4581144" y="1838123"/>
            <a:ext cx="2212848" cy="841248"/>
          </a:xfrm>
          <a:prstGeom prst="roundRect">
            <a:avLst>
              <a:gd name="adj" fmla="val 5435"/>
            </a:avLst>
          </a:prstGeom>
          <a:solidFill>
            <a:srgbClr val="F8F7F3"/>
          </a:solidFill>
          <a:ln w="9525">
            <a:solidFill>
              <a:srgbClr val="E5E7EB"/>
            </a:solidFill>
            <a:prstDash val="solid"/>
          </a:ln>
        </p:spPr>
        <p:txBody>
          <a:bodyPr/>
          <a:lstStyle/>
          <a:p>
            <a:endParaRPr lang="en-IN"/>
          </a:p>
        </p:txBody>
      </p:sp>
      <p:sp>
        <p:nvSpPr>
          <p:cNvPr id="26" name="Text 24"/>
          <p:cNvSpPr/>
          <p:nvPr/>
        </p:nvSpPr>
        <p:spPr>
          <a:xfrm>
            <a:off x="4672584" y="1892987"/>
            <a:ext cx="2029968" cy="182880"/>
          </a:xfrm>
          <a:prstGeom prst="rect">
            <a:avLst/>
          </a:prstGeom>
          <a:noFill/>
          <a:ln/>
        </p:spPr>
        <p:txBody>
          <a:bodyPr wrap="square" lIns="0" tIns="0" rIns="0" bIns="0" rtlCol="0" anchor="ctr"/>
          <a:lstStyle/>
          <a:p>
            <a:pPr marL="0" indent="0">
              <a:buNone/>
            </a:pPr>
            <a:r>
              <a:rPr lang="en-US" sz="750">
                <a:solidFill>
                  <a:srgbClr val="6B7280"/>
                </a:solidFill>
                <a:latin typeface="Calibri" pitchFamily="34" charset="0"/>
                <a:ea typeface="Calibri" pitchFamily="34" charset="-122"/>
                <a:cs typeface="Calibri" pitchFamily="34" charset="-120"/>
              </a:rPr>
              <a:t>Queries today</a:t>
            </a:r>
            <a:endParaRPr lang="en-US" sz="750"/>
          </a:p>
        </p:txBody>
      </p:sp>
      <p:sp>
        <p:nvSpPr>
          <p:cNvPr id="27" name="Text 25"/>
          <p:cNvSpPr/>
          <p:nvPr/>
        </p:nvSpPr>
        <p:spPr>
          <a:xfrm>
            <a:off x="4672584" y="2057579"/>
            <a:ext cx="2029968" cy="347472"/>
          </a:xfrm>
          <a:prstGeom prst="rect">
            <a:avLst/>
          </a:prstGeom>
          <a:noFill/>
          <a:ln/>
        </p:spPr>
        <p:txBody>
          <a:bodyPr wrap="square" lIns="0" tIns="0" rIns="0" bIns="0" rtlCol="0" anchor="ctr"/>
          <a:lstStyle/>
          <a:p>
            <a:pPr marL="0" indent="0">
              <a:buNone/>
            </a:pPr>
            <a:r>
              <a:rPr lang="en-US" sz="1700" b="1">
                <a:solidFill>
                  <a:srgbClr val="0A1628"/>
                </a:solidFill>
                <a:latin typeface="Georgia" pitchFamily="34" charset="0"/>
                <a:ea typeface="Georgia" pitchFamily="34" charset="-122"/>
                <a:cs typeface="Georgia" pitchFamily="34" charset="-120"/>
              </a:rPr>
              <a:t>512</a:t>
            </a:r>
            <a:endParaRPr lang="en-US" sz="1700"/>
          </a:p>
        </p:txBody>
      </p:sp>
      <p:sp>
        <p:nvSpPr>
          <p:cNvPr id="28" name="Text 26"/>
          <p:cNvSpPr/>
          <p:nvPr/>
        </p:nvSpPr>
        <p:spPr>
          <a:xfrm>
            <a:off x="4672584" y="2423339"/>
            <a:ext cx="2029968" cy="219456"/>
          </a:xfrm>
          <a:prstGeom prst="rect">
            <a:avLst/>
          </a:prstGeom>
          <a:noFill/>
          <a:ln/>
        </p:spPr>
        <p:txBody>
          <a:bodyPr wrap="square" lIns="0" tIns="0" rIns="0" bIns="0" rtlCol="0" anchor="ctr"/>
          <a:lstStyle/>
          <a:p>
            <a:pPr marL="0" indent="0">
              <a:buNone/>
            </a:pPr>
            <a:r>
              <a:rPr lang="en-US" sz="700">
                <a:solidFill>
                  <a:srgbClr val="6B7280"/>
                </a:solidFill>
                <a:latin typeface="Calibri" pitchFamily="34" charset="0"/>
                <a:ea typeface="Calibri" pitchFamily="34" charset="-122"/>
                <a:cs typeface="Calibri" pitchFamily="34" charset="-120"/>
              </a:rPr>
              <a:t>target steady state 500/day</a:t>
            </a:r>
            <a:endParaRPr lang="en-US" sz="700"/>
          </a:p>
        </p:txBody>
      </p:sp>
      <p:sp>
        <p:nvSpPr>
          <p:cNvPr id="29" name="Shape 27"/>
          <p:cNvSpPr/>
          <p:nvPr/>
        </p:nvSpPr>
        <p:spPr>
          <a:xfrm>
            <a:off x="6922008" y="1838123"/>
            <a:ext cx="2212848" cy="841248"/>
          </a:xfrm>
          <a:prstGeom prst="roundRect">
            <a:avLst>
              <a:gd name="adj" fmla="val 5435"/>
            </a:avLst>
          </a:prstGeom>
          <a:solidFill>
            <a:srgbClr val="F8F7F3"/>
          </a:solidFill>
          <a:ln w="9525">
            <a:solidFill>
              <a:srgbClr val="E5E7EB"/>
            </a:solidFill>
            <a:prstDash val="solid"/>
          </a:ln>
        </p:spPr>
        <p:txBody>
          <a:bodyPr/>
          <a:lstStyle/>
          <a:p>
            <a:endParaRPr lang="en-IN"/>
          </a:p>
        </p:txBody>
      </p:sp>
      <p:sp>
        <p:nvSpPr>
          <p:cNvPr id="30" name="Text 28"/>
          <p:cNvSpPr/>
          <p:nvPr/>
        </p:nvSpPr>
        <p:spPr>
          <a:xfrm>
            <a:off x="7013448" y="1892987"/>
            <a:ext cx="2029968" cy="182880"/>
          </a:xfrm>
          <a:prstGeom prst="rect">
            <a:avLst/>
          </a:prstGeom>
          <a:noFill/>
          <a:ln/>
        </p:spPr>
        <p:txBody>
          <a:bodyPr wrap="square" lIns="0" tIns="0" rIns="0" bIns="0" rtlCol="0" anchor="ctr"/>
          <a:lstStyle/>
          <a:p>
            <a:pPr marL="0" indent="0">
              <a:buNone/>
            </a:pPr>
            <a:r>
              <a:rPr lang="en-US" sz="750">
                <a:solidFill>
                  <a:srgbClr val="6B7280"/>
                </a:solidFill>
                <a:latin typeface="Calibri" pitchFamily="34" charset="0"/>
                <a:ea typeface="Calibri" pitchFamily="34" charset="-122"/>
                <a:cs typeface="Calibri" pitchFamily="34" charset="-120"/>
              </a:rPr>
              <a:t>Avg cost / query</a:t>
            </a:r>
            <a:endParaRPr lang="en-US" sz="750"/>
          </a:p>
        </p:txBody>
      </p:sp>
      <p:sp>
        <p:nvSpPr>
          <p:cNvPr id="31" name="Text 29"/>
          <p:cNvSpPr/>
          <p:nvPr/>
        </p:nvSpPr>
        <p:spPr>
          <a:xfrm>
            <a:off x="7013448" y="2057579"/>
            <a:ext cx="2029968" cy="347472"/>
          </a:xfrm>
          <a:prstGeom prst="rect">
            <a:avLst/>
          </a:prstGeom>
          <a:noFill/>
          <a:ln/>
        </p:spPr>
        <p:txBody>
          <a:bodyPr wrap="square" lIns="0" tIns="0" rIns="0" bIns="0" rtlCol="0" anchor="ctr"/>
          <a:lstStyle/>
          <a:p>
            <a:pPr marL="0" indent="0">
              <a:buNone/>
            </a:pPr>
            <a:r>
              <a:rPr lang="en-US" sz="1700" b="1">
                <a:solidFill>
                  <a:srgbClr val="0A1628"/>
                </a:solidFill>
                <a:latin typeface="Georgia" pitchFamily="34" charset="0"/>
                <a:ea typeface="Georgia" pitchFamily="34" charset="-122"/>
                <a:cs typeface="Georgia" pitchFamily="34" charset="-120"/>
              </a:rPr>
              <a:t>$0.031</a:t>
            </a:r>
            <a:endParaRPr lang="en-US" sz="1700"/>
          </a:p>
        </p:txBody>
      </p:sp>
      <p:sp>
        <p:nvSpPr>
          <p:cNvPr id="32" name="Text 30"/>
          <p:cNvSpPr/>
          <p:nvPr/>
        </p:nvSpPr>
        <p:spPr>
          <a:xfrm>
            <a:off x="7013448" y="2423339"/>
            <a:ext cx="2029968" cy="219456"/>
          </a:xfrm>
          <a:prstGeom prst="rect">
            <a:avLst/>
          </a:prstGeom>
          <a:noFill/>
          <a:ln/>
        </p:spPr>
        <p:txBody>
          <a:bodyPr wrap="square" lIns="0" tIns="0" rIns="0" bIns="0" rtlCol="0" anchor="ctr"/>
          <a:lstStyle/>
          <a:p>
            <a:pPr marL="0" indent="0">
              <a:buNone/>
            </a:pPr>
            <a:r>
              <a:rPr lang="en-US" sz="700">
                <a:solidFill>
                  <a:srgbClr val="6B7280"/>
                </a:solidFill>
                <a:latin typeface="Calibri" pitchFamily="34" charset="0"/>
                <a:ea typeface="Calibri" pitchFamily="34" charset="-122"/>
                <a:cs typeface="Calibri" pitchFamily="34" charset="-120"/>
              </a:rPr>
              <a:t>incl. voice · vs $0.026 model-only</a:t>
            </a:r>
            <a:endParaRPr lang="en-US" sz="700"/>
          </a:p>
        </p:txBody>
      </p:sp>
      <p:sp>
        <p:nvSpPr>
          <p:cNvPr id="33" name="Shape 31"/>
          <p:cNvSpPr/>
          <p:nvPr/>
        </p:nvSpPr>
        <p:spPr>
          <a:xfrm>
            <a:off x="9262872" y="1838123"/>
            <a:ext cx="2212848" cy="841248"/>
          </a:xfrm>
          <a:prstGeom prst="roundRect">
            <a:avLst>
              <a:gd name="adj" fmla="val 5435"/>
            </a:avLst>
          </a:prstGeom>
          <a:solidFill>
            <a:srgbClr val="F8F7F3"/>
          </a:solidFill>
          <a:ln w="9525">
            <a:solidFill>
              <a:srgbClr val="E5E7EB"/>
            </a:solidFill>
            <a:prstDash val="solid"/>
          </a:ln>
        </p:spPr>
        <p:txBody>
          <a:bodyPr/>
          <a:lstStyle/>
          <a:p>
            <a:endParaRPr lang="en-IN"/>
          </a:p>
        </p:txBody>
      </p:sp>
      <p:sp>
        <p:nvSpPr>
          <p:cNvPr id="34" name="Text 32"/>
          <p:cNvSpPr/>
          <p:nvPr/>
        </p:nvSpPr>
        <p:spPr>
          <a:xfrm>
            <a:off x="9354312" y="1892987"/>
            <a:ext cx="2029968" cy="182880"/>
          </a:xfrm>
          <a:prstGeom prst="rect">
            <a:avLst/>
          </a:prstGeom>
          <a:noFill/>
          <a:ln/>
        </p:spPr>
        <p:txBody>
          <a:bodyPr wrap="square" lIns="0" tIns="0" rIns="0" bIns="0" rtlCol="0" anchor="ctr"/>
          <a:lstStyle/>
          <a:p>
            <a:pPr marL="0" indent="0">
              <a:buNone/>
            </a:pPr>
            <a:r>
              <a:rPr lang="en-US" sz="750">
                <a:solidFill>
                  <a:srgbClr val="6B7280"/>
                </a:solidFill>
                <a:latin typeface="Calibri" pitchFamily="34" charset="0"/>
                <a:ea typeface="Calibri" pitchFamily="34" charset="-122"/>
                <a:cs typeface="Calibri" pitchFamily="34" charset="-120"/>
              </a:rPr>
              <a:t>Answer-match vs baseline</a:t>
            </a:r>
            <a:endParaRPr lang="en-US" sz="750"/>
          </a:p>
        </p:txBody>
      </p:sp>
      <p:sp>
        <p:nvSpPr>
          <p:cNvPr id="35" name="Text 33"/>
          <p:cNvSpPr/>
          <p:nvPr/>
        </p:nvSpPr>
        <p:spPr>
          <a:xfrm>
            <a:off x="9354312" y="2057579"/>
            <a:ext cx="2029968" cy="347472"/>
          </a:xfrm>
          <a:prstGeom prst="rect">
            <a:avLst/>
          </a:prstGeom>
          <a:noFill/>
          <a:ln/>
        </p:spPr>
        <p:txBody>
          <a:bodyPr wrap="square" lIns="0" tIns="0" rIns="0" bIns="0" rtlCol="0" anchor="ctr"/>
          <a:lstStyle/>
          <a:p>
            <a:pPr marL="0" indent="0">
              <a:buNone/>
            </a:pPr>
            <a:r>
              <a:rPr lang="en-US" sz="1700" b="1">
                <a:solidFill>
                  <a:srgbClr val="0A1628"/>
                </a:solidFill>
                <a:latin typeface="Georgia" pitchFamily="34" charset="0"/>
                <a:ea typeface="Georgia" pitchFamily="34" charset="-122"/>
                <a:cs typeface="Georgia" pitchFamily="34" charset="-120"/>
              </a:rPr>
              <a:t>97.4%</a:t>
            </a:r>
            <a:endParaRPr lang="en-US" sz="1700"/>
          </a:p>
        </p:txBody>
      </p:sp>
      <p:sp>
        <p:nvSpPr>
          <p:cNvPr id="36" name="Text 34"/>
          <p:cNvSpPr/>
          <p:nvPr/>
        </p:nvSpPr>
        <p:spPr>
          <a:xfrm>
            <a:off x="9354312" y="2423339"/>
            <a:ext cx="2029968" cy="219456"/>
          </a:xfrm>
          <a:prstGeom prst="rect">
            <a:avLst/>
          </a:prstGeom>
          <a:noFill/>
          <a:ln/>
        </p:spPr>
        <p:txBody>
          <a:bodyPr wrap="square" lIns="0" tIns="0" rIns="0" bIns="0" rtlCol="0" anchor="ctr"/>
          <a:lstStyle/>
          <a:p>
            <a:pPr marL="0" indent="0">
              <a:buNone/>
            </a:pPr>
            <a:r>
              <a:rPr lang="en-US" sz="700">
                <a:solidFill>
                  <a:srgbClr val="6B7280"/>
                </a:solidFill>
                <a:latin typeface="Calibri" pitchFamily="34" charset="0"/>
                <a:ea typeface="Calibri" pitchFamily="34" charset="-122"/>
                <a:cs typeface="Calibri" pitchFamily="34" charset="-120"/>
              </a:rPr>
              <a:t>question-bank replay, last release</a:t>
            </a:r>
            <a:endParaRPr lang="en-US" sz="700"/>
          </a:p>
        </p:txBody>
      </p:sp>
      <p:sp>
        <p:nvSpPr>
          <p:cNvPr id="37" name="Shape 35"/>
          <p:cNvSpPr/>
          <p:nvPr/>
        </p:nvSpPr>
        <p:spPr>
          <a:xfrm>
            <a:off x="2331720" y="2386763"/>
            <a:ext cx="2029968" cy="64008"/>
          </a:xfrm>
          <a:prstGeom prst="roundRect">
            <a:avLst>
              <a:gd name="adj" fmla="val 42857"/>
            </a:avLst>
          </a:prstGeom>
          <a:solidFill>
            <a:srgbClr val="E5E7EB"/>
          </a:solidFill>
          <a:ln/>
        </p:spPr>
        <p:txBody>
          <a:bodyPr/>
          <a:lstStyle/>
          <a:p>
            <a:endParaRPr lang="en-IN"/>
          </a:p>
        </p:txBody>
      </p:sp>
      <p:sp>
        <p:nvSpPr>
          <p:cNvPr id="38" name="Shape 36"/>
          <p:cNvSpPr/>
          <p:nvPr/>
        </p:nvSpPr>
        <p:spPr>
          <a:xfrm>
            <a:off x="2331720" y="2386763"/>
            <a:ext cx="1481877" cy="64008"/>
          </a:xfrm>
          <a:prstGeom prst="roundRect">
            <a:avLst>
              <a:gd name="adj" fmla="val 42857"/>
            </a:avLst>
          </a:prstGeom>
          <a:solidFill>
            <a:srgbClr val="B8913B"/>
          </a:solidFill>
          <a:ln/>
        </p:spPr>
        <p:txBody>
          <a:bodyPr/>
          <a:lstStyle/>
          <a:p>
            <a:endParaRPr lang="en-IN"/>
          </a:p>
        </p:txBody>
      </p:sp>
      <p:sp>
        <p:nvSpPr>
          <p:cNvPr id="39" name="Text 37"/>
          <p:cNvSpPr/>
          <p:nvPr/>
        </p:nvSpPr>
        <p:spPr>
          <a:xfrm>
            <a:off x="2240280" y="2825675"/>
            <a:ext cx="4663440" cy="219456"/>
          </a:xfrm>
          <a:prstGeom prst="rect">
            <a:avLst/>
          </a:prstGeom>
          <a:noFill/>
          <a:ln/>
        </p:spPr>
        <p:txBody>
          <a:bodyPr wrap="square" lIns="0" tIns="0" rIns="0" bIns="0" rtlCol="0" anchor="ctr"/>
          <a:lstStyle/>
          <a:p>
            <a:pPr marL="0" indent="0">
              <a:buNone/>
            </a:pPr>
            <a:r>
              <a:rPr lang="en-US" sz="950" b="1">
                <a:solidFill>
                  <a:srgbClr val="0A1628"/>
                </a:solidFill>
                <a:latin typeface="Calibri" pitchFamily="34" charset="0"/>
                <a:ea typeface="Calibri" pitchFamily="34" charset="-122"/>
                <a:cs typeface="Calibri" pitchFamily="34" charset="-120"/>
              </a:rPr>
              <a:t>Spend by model — this month</a:t>
            </a:r>
            <a:endParaRPr lang="en-US" sz="950"/>
          </a:p>
        </p:txBody>
      </p:sp>
      <p:graphicFrame>
        <p:nvGraphicFramePr>
          <p:cNvPr id="40" name="Chart 0"/>
          <p:cNvGraphicFramePr/>
          <p:nvPr>
            <p:extLst>
              <p:ext uri="{D42A27DB-BD31-4B8C-83A1-F6EECF244321}">
                <p14:modId xmlns:p14="http://schemas.microsoft.com/office/powerpoint/2010/main" val="548083922"/>
              </p:ext>
            </p:extLst>
          </p:nvPr>
        </p:nvGraphicFramePr>
        <p:xfrm>
          <a:off x="2240280" y="3045131"/>
          <a:ext cx="4663440" cy="1737360"/>
        </p:xfrm>
        <a:graphic>
          <a:graphicData uri="http://schemas.openxmlformats.org/drawingml/2006/chart">
            <c:chart xmlns:c="http://schemas.openxmlformats.org/drawingml/2006/chart" xmlns:r="http://schemas.openxmlformats.org/officeDocument/2006/relationships" r:id="rId3"/>
          </a:graphicData>
        </a:graphic>
      </p:graphicFrame>
      <p:sp>
        <p:nvSpPr>
          <p:cNvPr id="41" name="Text 38"/>
          <p:cNvSpPr/>
          <p:nvPr/>
        </p:nvSpPr>
        <p:spPr>
          <a:xfrm>
            <a:off x="7132320" y="2825675"/>
            <a:ext cx="4343400" cy="219456"/>
          </a:xfrm>
          <a:prstGeom prst="rect">
            <a:avLst/>
          </a:prstGeom>
          <a:noFill/>
          <a:ln/>
        </p:spPr>
        <p:txBody>
          <a:bodyPr wrap="square" lIns="0" tIns="0" rIns="0" bIns="0" rtlCol="0" anchor="ctr"/>
          <a:lstStyle/>
          <a:p>
            <a:pPr marL="0" indent="0">
              <a:buNone/>
            </a:pPr>
            <a:r>
              <a:rPr lang="en-US" sz="950" b="1">
                <a:solidFill>
                  <a:srgbClr val="0A1628"/>
                </a:solidFill>
                <a:latin typeface="Calibri" pitchFamily="34" charset="0"/>
                <a:ea typeface="Calibri" pitchFamily="34" charset="-122"/>
                <a:cs typeface="Calibri" pitchFamily="34" charset="-120"/>
              </a:rPr>
              <a:t>Routing controls</a:t>
            </a:r>
            <a:endParaRPr lang="en-US" sz="950"/>
          </a:p>
        </p:txBody>
      </p:sp>
      <p:sp>
        <p:nvSpPr>
          <p:cNvPr id="42" name="Shape 39"/>
          <p:cNvSpPr/>
          <p:nvPr/>
        </p:nvSpPr>
        <p:spPr>
          <a:xfrm>
            <a:off x="7132320" y="3063419"/>
            <a:ext cx="4343400" cy="1719072"/>
          </a:xfrm>
          <a:prstGeom prst="roundRect">
            <a:avLst>
              <a:gd name="adj" fmla="val 2660"/>
            </a:avLst>
          </a:prstGeom>
          <a:solidFill>
            <a:srgbClr val="F8F7F3"/>
          </a:solidFill>
          <a:ln w="9525">
            <a:solidFill>
              <a:srgbClr val="E5E7EB"/>
            </a:solidFill>
            <a:prstDash val="solid"/>
          </a:ln>
        </p:spPr>
        <p:txBody>
          <a:bodyPr/>
          <a:lstStyle/>
          <a:p>
            <a:endParaRPr lang="en-IN"/>
          </a:p>
        </p:txBody>
      </p:sp>
      <p:sp>
        <p:nvSpPr>
          <p:cNvPr id="43" name="Text 40"/>
          <p:cNvSpPr/>
          <p:nvPr/>
        </p:nvSpPr>
        <p:spPr>
          <a:xfrm>
            <a:off x="7269480" y="3154859"/>
            <a:ext cx="2258568" cy="274320"/>
          </a:xfrm>
          <a:prstGeom prst="rect">
            <a:avLst/>
          </a:prstGeom>
          <a:noFill/>
          <a:ln/>
        </p:spPr>
        <p:txBody>
          <a:bodyPr wrap="square" lIns="0" tIns="0" rIns="0" bIns="0" rtlCol="0" anchor="ctr"/>
          <a:lstStyle/>
          <a:p>
            <a:pPr marL="0" indent="0">
              <a:buNone/>
            </a:pPr>
            <a:r>
              <a:rPr lang="en-US" sz="800">
                <a:solidFill>
                  <a:srgbClr val="1F2937"/>
                </a:solidFill>
                <a:latin typeface="Calibri" pitchFamily="34" charset="0"/>
                <a:ea typeface="Calibri" pitchFamily="34" charset="-122"/>
                <a:cs typeface="Calibri" pitchFamily="34" charset="-120"/>
              </a:rPr>
              <a:t>Token threshold — simple</a:t>
            </a:r>
            <a:endParaRPr lang="en-US" sz="800"/>
          </a:p>
        </p:txBody>
      </p:sp>
      <p:sp>
        <p:nvSpPr>
          <p:cNvPr id="44" name="Text 41"/>
          <p:cNvSpPr/>
          <p:nvPr/>
        </p:nvSpPr>
        <p:spPr>
          <a:xfrm>
            <a:off x="9390888" y="3154859"/>
            <a:ext cx="1650492" cy="274320"/>
          </a:xfrm>
          <a:prstGeom prst="rect">
            <a:avLst/>
          </a:prstGeom>
          <a:noFill/>
          <a:ln/>
        </p:spPr>
        <p:txBody>
          <a:bodyPr wrap="square" lIns="0" tIns="0" rIns="0" bIns="0" rtlCol="0" anchor="ctr"/>
          <a:lstStyle/>
          <a:p>
            <a:pPr marL="0" indent="0">
              <a:buNone/>
            </a:pPr>
            <a:r>
              <a:rPr lang="en-US" sz="800" b="1">
                <a:solidFill>
                  <a:srgbClr val="1F6F7A"/>
                </a:solidFill>
                <a:latin typeface="Calibri" pitchFamily="34" charset="0"/>
                <a:ea typeface="Calibri" pitchFamily="34" charset="-122"/>
                <a:cs typeface="Calibri" pitchFamily="34" charset="-120"/>
              </a:rPr>
              <a:t>≤ 5K tokens  →  GPT-4o-mini</a:t>
            </a:r>
            <a:endParaRPr lang="en-US" sz="800"/>
          </a:p>
        </p:txBody>
      </p:sp>
      <p:sp>
        <p:nvSpPr>
          <p:cNvPr id="45" name="Shape 42"/>
          <p:cNvSpPr/>
          <p:nvPr/>
        </p:nvSpPr>
        <p:spPr>
          <a:xfrm>
            <a:off x="11091672" y="3205151"/>
            <a:ext cx="274320" cy="146304"/>
          </a:xfrm>
          <a:prstGeom prst="roundRect">
            <a:avLst>
              <a:gd name="adj" fmla="val 50000"/>
            </a:avLst>
          </a:prstGeom>
          <a:solidFill>
            <a:srgbClr val="1F6F7A"/>
          </a:solidFill>
          <a:ln/>
        </p:spPr>
        <p:txBody>
          <a:bodyPr/>
          <a:lstStyle/>
          <a:p>
            <a:endParaRPr lang="en-IN"/>
          </a:p>
        </p:txBody>
      </p:sp>
      <p:sp>
        <p:nvSpPr>
          <p:cNvPr id="46" name="Shape 43"/>
          <p:cNvSpPr/>
          <p:nvPr/>
        </p:nvSpPr>
        <p:spPr>
          <a:xfrm>
            <a:off x="11219688" y="3218867"/>
            <a:ext cx="118872" cy="118872"/>
          </a:xfrm>
          <a:prstGeom prst="ellipse">
            <a:avLst/>
          </a:prstGeom>
          <a:solidFill>
            <a:srgbClr val="FFFFFF"/>
          </a:solidFill>
          <a:ln/>
        </p:spPr>
        <p:txBody>
          <a:bodyPr/>
          <a:lstStyle/>
          <a:p>
            <a:endParaRPr lang="en-IN"/>
          </a:p>
        </p:txBody>
      </p:sp>
      <p:sp>
        <p:nvSpPr>
          <p:cNvPr id="47" name="Text 44"/>
          <p:cNvSpPr/>
          <p:nvPr/>
        </p:nvSpPr>
        <p:spPr>
          <a:xfrm>
            <a:off x="7269480" y="3465755"/>
            <a:ext cx="2258568" cy="274320"/>
          </a:xfrm>
          <a:prstGeom prst="rect">
            <a:avLst/>
          </a:prstGeom>
          <a:noFill/>
          <a:ln/>
        </p:spPr>
        <p:txBody>
          <a:bodyPr wrap="square" lIns="0" tIns="0" rIns="0" bIns="0" rtlCol="0" anchor="ctr"/>
          <a:lstStyle/>
          <a:p>
            <a:pPr marL="0" indent="0">
              <a:buNone/>
            </a:pPr>
            <a:r>
              <a:rPr lang="en-US" sz="800">
                <a:solidFill>
                  <a:srgbClr val="1F2937"/>
                </a:solidFill>
                <a:latin typeface="Calibri" pitchFamily="34" charset="0"/>
                <a:ea typeface="Calibri" pitchFamily="34" charset="-122"/>
                <a:cs typeface="Calibri" pitchFamily="34" charset="-120"/>
              </a:rPr>
              <a:t>Token threshold — standard</a:t>
            </a:r>
            <a:endParaRPr lang="en-US" sz="800"/>
          </a:p>
        </p:txBody>
      </p:sp>
      <p:sp>
        <p:nvSpPr>
          <p:cNvPr id="48" name="Text 45"/>
          <p:cNvSpPr/>
          <p:nvPr/>
        </p:nvSpPr>
        <p:spPr>
          <a:xfrm>
            <a:off x="9390888" y="3465755"/>
            <a:ext cx="1650492" cy="274320"/>
          </a:xfrm>
          <a:prstGeom prst="rect">
            <a:avLst/>
          </a:prstGeom>
          <a:noFill/>
          <a:ln/>
        </p:spPr>
        <p:txBody>
          <a:bodyPr wrap="square" lIns="0" tIns="0" rIns="0" bIns="0" rtlCol="0" anchor="ctr"/>
          <a:lstStyle/>
          <a:p>
            <a:pPr marL="0" indent="0">
              <a:buNone/>
            </a:pPr>
            <a:r>
              <a:rPr lang="en-US" sz="800" b="1">
                <a:solidFill>
                  <a:srgbClr val="1F6F7A"/>
                </a:solidFill>
                <a:latin typeface="Calibri" pitchFamily="34" charset="0"/>
                <a:ea typeface="Calibri" pitchFamily="34" charset="-122"/>
                <a:cs typeface="Calibri" pitchFamily="34" charset="-120"/>
              </a:rPr>
              <a:t>5–15K tokens  →  GPT-4o</a:t>
            </a:r>
            <a:endParaRPr lang="en-US" sz="800"/>
          </a:p>
        </p:txBody>
      </p:sp>
      <p:sp>
        <p:nvSpPr>
          <p:cNvPr id="49" name="Shape 46"/>
          <p:cNvSpPr/>
          <p:nvPr/>
        </p:nvSpPr>
        <p:spPr>
          <a:xfrm>
            <a:off x="11091672" y="3516047"/>
            <a:ext cx="274320" cy="146304"/>
          </a:xfrm>
          <a:prstGeom prst="roundRect">
            <a:avLst>
              <a:gd name="adj" fmla="val 50000"/>
            </a:avLst>
          </a:prstGeom>
          <a:solidFill>
            <a:srgbClr val="1F6F7A"/>
          </a:solidFill>
          <a:ln/>
        </p:spPr>
        <p:txBody>
          <a:bodyPr/>
          <a:lstStyle/>
          <a:p>
            <a:endParaRPr lang="en-IN"/>
          </a:p>
        </p:txBody>
      </p:sp>
      <p:sp>
        <p:nvSpPr>
          <p:cNvPr id="50" name="Shape 47"/>
          <p:cNvSpPr/>
          <p:nvPr/>
        </p:nvSpPr>
        <p:spPr>
          <a:xfrm>
            <a:off x="11219688" y="3529763"/>
            <a:ext cx="118872" cy="118872"/>
          </a:xfrm>
          <a:prstGeom prst="ellipse">
            <a:avLst/>
          </a:prstGeom>
          <a:solidFill>
            <a:srgbClr val="FFFFFF"/>
          </a:solidFill>
          <a:ln/>
        </p:spPr>
        <p:txBody>
          <a:bodyPr/>
          <a:lstStyle/>
          <a:p>
            <a:endParaRPr lang="en-IN"/>
          </a:p>
        </p:txBody>
      </p:sp>
      <p:sp>
        <p:nvSpPr>
          <p:cNvPr id="51" name="Text 48"/>
          <p:cNvSpPr/>
          <p:nvPr/>
        </p:nvSpPr>
        <p:spPr>
          <a:xfrm>
            <a:off x="7269480" y="3776651"/>
            <a:ext cx="2258568" cy="274320"/>
          </a:xfrm>
          <a:prstGeom prst="rect">
            <a:avLst/>
          </a:prstGeom>
          <a:noFill/>
          <a:ln/>
        </p:spPr>
        <p:txBody>
          <a:bodyPr wrap="square" lIns="0" tIns="0" rIns="0" bIns="0" rtlCol="0" anchor="ctr"/>
          <a:lstStyle/>
          <a:p>
            <a:pPr marL="0" indent="0">
              <a:buNone/>
            </a:pPr>
            <a:r>
              <a:rPr lang="en-US" sz="800">
                <a:solidFill>
                  <a:srgbClr val="1F2937"/>
                </a:solidFill>
                <a:latin typeface="Calibri" pitchFamily="34" charset="0"/>
                <a:ea typeface="Calibri" pitchFamily="34" charset="-122"/>
                <a:cs typeface="Calibri" pitchFamily="34" charset="-120"/>
              </a:rPr>
              <a:t>Token threshold — complex</a:t>
            </a:r>
            <a:endParaRPr lang="en-US" sz="800"/>
          </a:p>
        </p:txBody>
      </p:sp>
      <p:sp>
        <p:nvSpPr>
          <p:cNvPr id="52" name="Text 49"/>
          <p:cNvSpPr/>
          <p:nvPr/>
        </p:nvSpPr>
        <p:spPr>
          <a:xfrm>
            <a:off x="9390888" y="3776651"/>
            <a:ext cx="1650492" cy="274320"/>
          </a:xfrm>
          <a:prstGeom prst="rect">
            <a:avLst/>
          </a:prstGeom>
          <a:noFill/>
          <a:ln/>
        </p:spPr>
        <p:txBody>
          <a:bodyPr wrap="square" lIns="0" tIns="0" rIns="0" bIns="0" rtlCol="0" anchor="ctr"/>
          <a:lstStyle/>
          <a:p>
            <a:pPr marL="0" indent="0">
              <a:buNone/>
            </a:pPr>
            <a:r>
              <a:rPr lang="en-US" sz="800" b="1">
                <a:solidFill>
                  <a:srgbClr val="1F6F7A"/>
                </a:solidFill>
                <a:latin typeface="Calibri" pitchFamily="34" charset="0"/>
                <a:ea typeface="Calibri" pitchFamily="34" charset="-122"/>
                <a:cs typeface="Calibri" pitchFamily="34" charset="-120"/>
              </a:rPr>
              <a:t>&gt; 15K tokens  →  o4-mini</a:t>
            </a:r>
            <a:endParaRPr lang="en-US" sz="800"/>
          </a:p>
        </p:txBody>
      </p:sp>
      <p:sp>
        <p:nvSpPr>
          <p:cNvPr id="53" name="Shape 50"/>
          <p:cNvSpPr/>
          <p:nvPr/>
        </p:nvSpPr>
        <p:spPr>
          <a:xfrm>
            <a:off x="11091672" y="3826943"/>
            <a:ext cx="274320" cy="146304"/>
          </a:xfrm>
          <a:prstGeom prst="roundRect">
            <a:avLst>
              <a:gd name="adj" fmla="val 50000"/>
            </a:avLst>
          </a:prstGeom>
          <a:solidFill>
            <a:srgbClr val="1F6F7A"/>
          </a:solidFill>
          <a:ln/>
        </p:spPr>
        <p:txBody>
          <a:bodyPr/>
          <a:lstStyle/>
          <a:p>
            <a:endParaRPr lang="en-IN"/>
          </a:p>
        </p:txBody>
      </p:sp>
      <p:sp>
        <p:nvSpPr>
          <p:cNvPr id="54" name="Shape 51"/>
          <p:cNvSpPr/>
          <p:nvPr/>
        </p:nvSpPr>
        <p:spPr>
          <a:xfrm>
            <a:off x="11219688" y="3840659"/>
            <a:ext cx="118872" cy="118872"/>
          </a:xfrm>
          <a:prstGeom prst="ellipse">
            <a:avLst/>
          </a:prstGeom>
          <a:solidFill>
            <a:srgbClr val="FFFFFF"/>
          </a:solidFill>
          <a:ln/>
        </p:spPr>
        <p:txBody>
          <a:bodyPr/>
          <a:lstStyle/>
          <a:p>
            <a:endParaRPr lang="en-IN"/>
          </a:p>
        </p:txBody>
      </p:sp>
      <p:sp>
        <p:nvSpPr>
          <p:cNvPr id="55" name="Text 52"/>
          <p:cNvSpPr/>
          <p:nvPr/>
        </p:nvSpPr>
        <p:spPr>
          <a:xfrm>
            <a:off x="7269480" y="4087547"/>
            <a:ext cx="2258568" cy="274320"/>
          </a:xfrm>
          <a:prstGeom prst="rect">
            <a:avLst/>
          </a:prstGeom>
          <a:noFill/>
          <a:ln/>
        </p:spPr>
        <p:txBody>
          <a:bodyPr wrap="square" lIns="0" tIns="0" rIns="0" bIns="0" rtlCol="0" anchor="ctr"/>
          <a:lstStyle/>
          <a:p>
            <a:pPr marL="0" indent="0">
              <a:buNone/>
            </a:pPr>
            <a:r>
              <a:rPr lang="en-US" sz="800">
                <a:solidFill>
                  <a:srgbClr val="1F2937"/>
                </a:solidFill>
                <a:latin typeface="Calibri" pitchFamily="34" charset="0"/>
                <a:ea typeface="Calibri" pitchFamily="34" charset="-122"/>
                <a:cs typeface="Calibri" pitchFamily="34" charset="-120"/>
              </a:rPr>
              <a:t>Pinned: certified PBI measures</a:t>
            </a:r>
            <a:endParaRPr lang="en-US" sz="800"/>
          </a:p>
        </p:txBody>
      </p:sp>
      <p:sp>
        <p:nvSpPr>
          <p:cNvPr id="56" name="Text 53"/>
          <p:cNvSpPr/>
          <p:nvPr/>
        </p:nvSpPr>
        <p:spPr>
          <a:xfrm>
            <a:off x="9390888" y="4087547"/>
            <a:ext cx="1650492" cy="274320"/>
          </a:xfrm>
          <a:prstGeom prst="rect">
            <a:avLst/>
          </a:prstGeom>
          <a:noFill/>
          <a:ln/>
        </p:spPr>
        <p:txBody>
          <a:bodyPr wrap="square" lIns="0" tIns="0" rIns="0" bIns="0" rtlCol="0" anchor="ctr"/>
          <a:lstStyle/>
          <a:p>
            <a:pPr marL="0" indent="0">
              <a:buNone/>
            </a:pPr>
            <a:r>
              <a:rPr lang="en-US" sz="800" b="1">
                <a:solidFill>
                  <a:srgbClr val="8A6A25"/>
                </a:solidFill>
                <a:latin typeface="Calibri" pitchFamily="34" charset="0"/>
                <a:ea typeface="Calibri" pitchFamily="34" charset="-122"/>
                <a:cs typeface="Calibri" pitchFamily="34" charset="-120"/>
              </a:rPr>
              <a:t>→  Copilot (zero marginal token cost)</a:t>
            </a:r>
            <a:endParaRPr lang="en-US" sz="800"/>
          </a:p>
        </p:txBody>
      </p:sp>
      <p:sp>
        <p:nvSpPr>
          <p:cNvPr id="57" name="Shape 54"/>
          <p:cNvSpPr/>
          <p:nvPr/>
        </p:nvSpPr>
        <p:spPr>
          <a:xfrm>
            <a:off x="11091672" y="4137839"/>
            <a:ext cx="274320" cy="146304"/>
          </a:xfrm>
          <a:prstGeom prst="roundRect">
            <a:avLst>
              <a:gd name="adj" fmla="val 50000"/>
            </a:avLst>
          </a:prstGeom>
          <a:solidFill>
            <a:srgbClr val="1F6F7A"/>
          </a:solidFill>
          <a:ln/>
        </p:spPr>
        <p:txBody>
          <a:bodyPr/>
          <a:lstStyle/>
          <a:p>
            <a:endParaRPr lang="en-IN"/>
          </a:p>
        </p:txBody>
      </p:sp>
      <p:sp>
        <p:nvSpPr>
          <p:cNvPr id="58" name="Shape 55"/>
          <p:cNvSpPr/>
          <p:nvPr/>
        </p:nvSpPr>
        <p:spPr>
          <a:xfrm>
            <a:off x="11219688" y="4151555"/>
            <a:ext cx="118872" cy="118872"/>
          </a:xfrm>
          <a:prstGeom prst="ellipse">
            <a:avLst/>
          </a:prstGeom>
          <a:solidFill>
            <a:srgbClr val="FFFFFF"/>
          </a:solidFill>
          <a:ln/>
        </p:spPr>
        <p:txBody>
          <a:bodyPr/>
          <a:lstStyle/>
          <a:p>
            <a:endParaRPr lang="en-IN"/>
          </a:p>
        </p:txBody>
      </p:sp>
      <p:sp>
        <p:nvSpPr>
          <p:cNvPr id="59" name="Text 56"/>
          <p:cNvSpPr/>
          <p:nvPr/>
        </p:nvSpPr>
        <p:spPr>
          <a:xfrm>
            <a:off x="7269480" y="4398443"/>
            <a:ext cx="2258568" cy="274320"/>
          </a:xfrm>
          <a:prstGeom prst="rect">
            <a:avLst/>
          </a:prstGeom>
          <a:noFill/>
          <a:ln/>
        </p:spPr>
        <p:txBody>
          <a:bodyPr wrap="square" lIns="0" tIns="0" rIns="0" bIns="0" rtlCol="0" anchor="ctr"/>
          <a:lstStyle/>
          <a:p>
            <a:pPr marL="0" indent="0">
              <a:buNone/>
            </a:pPr>
            <a:r>
              <a:rPr lang="en-US" sz="800">
                <a:solidFill>
                  <a:srgbClr val="1F2937"/>
                </a:solidFill>
                <a:latin typeface="Calibri" pitchFamily="34" charset="0"/>
                <a:ea typeface="Calibri" pitchFamily="34" charset="-122"/>
                <a:cs typeface="Calibri" pitchFamily="34" charset="-120"/>
              </a:rPr>
              <a:t>Budget alert</a:t>
            </a:r>
            <a:endParaRPr lang="en-US" sz="800"/>
          </a:p>
        </p:txBody>
      </p:sp>
      <p:sp>
        <p:nvSpPr>
          <p:cNvPr id="60" name="Text 57"/>
          <p:cNvSpPr/>
          <p:nvPr/>
        </p:nvSpPr>
        <p:spPr>
          <a:xfrm>
            <a:off x="9390888" y="4398443"/>
            <a:ext cx="1650492" cy="274320"/>
          </a:xfrm>
          <a:prstGeom prst="rect">
            <a:avLst/>
          </a:prstGeom>
          <a:noFill/>
          <a:ln/>
        </p:spPr>
        <p:txBody>
          <a:bodyPr wrap="square" lIns="0" tIns="0" rIns="0" bIns="0" rtlCol="0" anchor="ctr"/>
          <a:lstStyle/>
          <a:p>
            <a:pPr marL="0" indent="0">
              <a:buNone/>
            </a:pPr>
            <a:r>
              <a:rPr lang="en-US" sz="800" b="1">
                <a:solidFill>
                  <a:srgbClr val="8A6A25"/>
                </a:solidFill>
                <a:latin typeface="Calibri" pitchFamily="34" charset="0"/>
                <a:ea typeface="Calibri" pitchFamily="34" charset="-122"/>
                <a:cs typeface="Calibri" pitchFamily="34" charset="-120"/>
              </a:rPr>
              <a:t>80% of monthly cap  ·  ON</a:t>
            </a:r>
            <a:endParaRPr lang="en-US" sz="800"/>
          </a:p>
        </p:txBody>
      </p:sp>
      <p:sp>
        <p:nvSpPr>
          <p:cNvPr id="61" name="Shape 58"/>
          <p:cNvSpPr/>
          <p:nvPr/>
        </p:nvSpPr>
        <p:spPr>
          <a:xfrm>
            <a:off x="11091672" y="4448735"/>
            <a:ext cx="274320" cy="146304"/>
          </a:xfrm>
          <a:prstGeom prst="roundRect">
            <a:avLst>
              <a:gd name="adj" fmla="val 50000"/>
            </a:avLst>
          </a:prstGeom>
          <a:solidFill>
            <a:srgbClr val="1F6F7A"/>
          </a:solidFill>
          <a:ln/>
        </p:spPr>
        <p:txBody>
          <a:bodyPr/>
          <a:lstStyle/>
          <a:p>
            <a:endParaRPr lang="en-IN"/>
          </a:p>
        </p:txBody>
      </p:sp>
      <p:sp>
        <p:nvSpPr>
          <p:cNvPr id="62" name="Shape 59"/>
          <p:cNvSpPr/>
          <p:nvPr/>
        </p:nvSpPr>
        <p:spPr>
          <a:xfrm>
            <a:off x="11219688" y="4462451"/>
            <a:ext cx="118872" cy="118872"/>
          </a:xfrm>
          <a:prstGeom prst="ellipse">
            <a:avLst/>
          </a:prstGeom>
          <a:solidFill>
            <a:srgbClr val="FFFFFF"/>
          </a:solidFill>
          <a:ln/>
        </p:spPr>
        <p:txBody>
          <a:bodyPr/>
          <a:lstStyle/>
          <a:p>
            <a:endParaRPr lang="en-IN"/>
          </a:p>
        </p:txBody>
      </p:sp>
      <p:sp>
        <p:nvSpPr>
          <p:cNvPr id="63" name="Text 60"/>
          <p:cNvSpPr/>
          <p:nvPr/>
        </p:nvSpPr>
        <p:spPr>
          <a:xfrm>
            <a:off x="2240280" y="4928795"/>
            <a:ext cx="4572000" cy="201168"/>
          </a:xfrm>
          <a:prstGeom prst="rect">
            <a:avLst/>
          </a:prstGeom>
          <a:noFill/>
          <a:ln/>
        </p:spPr>
        <p:txBody>
          <a:bodyPr wrap="square" lIns="0" tIns="0" rIns="0" bIns="0" rtlCol="0" anchor="ctr"/>
          <a:lstStyle/>
          <a:p>
            <a:pPr marL="0" indent="0">
              <a:buNone/>
            </a:pPr>
            <a:r>
              <a:rPr lang="en-US" sz="950" b="1">
                <a:solidFill>
                  <a:srgbClr val="0A1628"/>
                </a:solidFill>
                <a:latin typeface="Calibri" pitchFamily="34" charset="0"/>
                <a:ea typeface="Calibri" pitchFamily="34" charset="-122"/>
                <a:cs typeface="Calibri" pitchFamily="34" charset="-120"/>
              </a:rPr>
              <a:t>Live interaction log</a:t>
            </a:r>
            <a:endParaRPr lang="en-US" sz="950"/>
          </a:p>
        </p:txBody>
      </p:sp>
      <p:sp>
        <p:nvSpPr>
          <p:cNvPr id="64" name="Shape 61"/>
          <p:cNvSpPr/>
          <p:nvPr/>
        </p:nvSpPr>
        <p:spPr>
          <a:xfrm>
            <a:off x="2240280" y="5148251"/>
            <a:ext cx="9235440" cy="274320"/>
          </a:xfrm>
          <a:prstGeom prst="roundRect">
            <a:avLst>
              <a:gd name="adj" fmla="val 10000"/>
            </a:avLst>
          </a:prstGeom>
          <a:solidFill>
            <a:srgbClr val="0A1628"/>
          </a:solidFill>
          <a:ln/>
        </p:spPr>
        <p:txBody>
          <a:bodyPr/>
          <a:lstStyle/>
          <a:p>
            <a:endParaRPr lang="en-IN"/>
          </a:p>
        </p:txBody>
      </p:sp>
      <p:sp>
        <p:nvSpPr>
          <p:cNvPr id="65" name="Text 62"/>
          <p:cNvSpPr/>
          <p:nvPr/>
        </p:nvSpPr>
        <p:spPr>
          <a:xfrm>
            <a:off x="2350008" y="5148251"/>
            <a:ext cx="822960" cy="274320"/>
          </a:xfrm>
          <a:prstGeom prst="rect">
            <a:avLst/>
          </a:prstGeom>
          <a:noFill/>
          <a:ln/>
        </p:spPr>
        <p:txBody>
          <a:bodyPr wrap="square" lIns="0" tIns="0" rIns="0" bIns="0" rtlCol="0" anchor="ctr"/>
          <a:lstStyle/>
          <a:p>
            <a:pPr marL="0" indent="0">
              <a:buNone/>
            </a:pPr>
            <a:r>
              <a:rPr lang="en-US" sz="750" b="1">
                <a:solidFill>
                  <a:srgbClr val="FFFFFF"/>
                </a:solidFill>
                <a:latin typeface="Calibri" pitchFamily="34" charset="0"/>
                <a:ea typeface="Calibri" pitchFamily="34" charset="-122"/>
                <a:cs typeface="Calibri" pitchFamily="34" charset="-120"/>
              </a:rPr>
              <a:t>TIME</a:t>
            </a:r>
            <a:endParaRPr lang="en-US" sz="750"/>
          </a:p>
        </p:txBody>
      </p:sp>
      <p:sp>
        <p:nvSpPr>
          <p:cNvPr id="66" name="Text 63"/>
          <p:cNvSpPr/>
          <p:nvPr/>
        </p:nvSpPr>
        <p:spPr>
          <a:xfrm>
            <a:off x="3172968" y="5148251"/>
            <a:ext cx="822960" cy="274320"/>
          </a:xfrm>
          <a:prstGeom prst="rect">
            <a:avLst/>
          </a:prstGeom>
          <a:noFill/>
          <a:ln/>
        </p:spPr>
        <p:txBody>
          <a:bodyPr wrap="square" lIns="0" tIns="0" rIns="0" bIns="0" rtlCol="0" anchor="ctr"/>
          <a:lstStyle/>
          <a:p>
            <a:pPr marL="0" indent="0">
              <a:buNone/>
            </a:pPr>
            <a:r>
              <a:rPr lang="en-US" sz="750" b="1">
                <a:solidFill>
                  <a:srgbClr val="FFFFFF"/>
                </a:solidFill>
                <a:latin typeface="Calibri" pitchFamily="34" charset="0"/>
                <a:ea typeface="Calibri" pitchFamily="34" charset="-122"/>
                <a:cs typeface="Calibri" pitchFamily="34" charset="-120"/>
              </a:rPr>
              <a:t>TIER</a:t>
            </a:r>
            <a:endParaRPr lang="en-US" sz="750"/>
          </a:p>
        </p:txBody>
      </p:sp>
      <p:sp>
        <p:nvSpPr>
          <p:cNvPr id="67" name="Text 64"/>
          <p:cNvSpPr/>
          <p:nvPr/>
        </p:nvSpPr>
        <p:spPr>
          <a:xfrm>
            <a:off x="3995928" y="5148251"/>
            <a:ext cx="4206240" cy="274320"/>
          </a:xfrm>
          <a:prstGeom prst="rect">
            <a:avLst/>
          </a:prstGeom>
          <a:noFill/>
          <a:ln/>
        </p:spPr>
        <p:txBody>
          <a:bodyPr wrap="square" lIns="0" tIns="0" rIns="0" bIns="0" rtlCol="0" anchor="ctr"/>
          <a:lstStyle/>
          <a:p>
            <a:pPr marL="0" indent="0">
              <a:buNone/>
            </a:pPr>
            <a:r>
              <a:rPr lang="en-US" sz="750" b="1">
                <a:solidFill>
                  <a:srgbClr val="FFFFFF"/>
                </a:solidFill>
                <a:latin typeface="Calibri" pitchFamily="34" charset="0"/>
                <a:ea typeface="Calibri" pitchFamily="34" charset="-122"/>
                <a:cs typeface="Calibri" pitchFamily="34" charset="-120"/>
              </a:rPr>
              <a:t>QUESTION</a:t>
            </a:r>
            <a:endParaRPr lang="en-US" sz="750"/>
          </a:p>
        </p:txBody>
      </p:sp>
      <p:sp>
        <p:nvSpPr>
          <p:cNvPr id="68" name="Text 65"/>
          <p:cNvSpPr/>
          <p:nvPr/>
        </p:nvSpPr>
        <p:spPr>
          <a:xfrm>
            <a:off x="8202168" y="5148251"/>
            <a:ext cx="1188720" cy="274320"/>
          </a:xfrm>
          <a:prstGeom prst="rect">
            <a:avLst/>
          </a:prstGeom>
          <a:noFill/>
          <a:ln/>
        </p:spPr>
        <p:txBody>
          <a:bodyPr wrap="square" lIns="0" tIns="0" rIns="0" bIns="0" rtlCol="0" anchor="ctr"/>
          <a:lstStyle/>
          <a:p>
            <a:pPr marL="0" indent="0">
              <a:buNone/>
            </a:pPr>
            <a:r>
              <a:rPr lang="en-US" sz="750" b="1">
                <a:solidFill>
                  <a:srgbClr val="FFFFFF"/>
                </a:solidFill>
                <a:latin typeface="Calibri" pitchFamily="34" charset="0"/>
                <a:ea typeface="Calibri" pitchFamily="34" charset="-122"/>
                <a:cs typeface="Calibri" pitchFamily="34" charset="-120"/>
              </a:rPr>
              <a:t>MODEL</a:t>
            </a:r>
            <a:endParaRPr lang="en-US" sz="750"/>
          </a:p>
        </p:txBody>
      </p:sp>
      <p:sp>
        <p:nvSpPr>
          <p:cNvPr id="69" name="Text 66"/>
          <p:cNvSpPr/>
          <p:nvPr/>
        </p:nvSpPr>
        <p:spPr>
          <a:xfrm>
            <a:off x="9390888" y="5148251"/>
            <a:ext cx="777240" cy="274320"/>
          </a:xfrm>
          <a:prstGeom prst="rect">
            <a:avLst/>
          </a:prstGeom>
          <a:noFill/>
          <a:ln/>
        </p:spPr>
        <p:txBody>
          <a:bodyPr wrap="square" lIns="0" tIns="0" rIns="0" bIns="0" rtlCol="0" anchor="ctr"/>
          <a:lstStyle/>
          <a:p>
            <a:pPr marL="0" indent="0">
              <a:buNone/>
            </a:pPr>
            <a:r>
              <a:rPr lang="en-US" sz="750" b="1">
                <a:solidFill>
                  <a:srgbClr val="FFFFFF"/>
                </a:solidFill>
                <a:latin typeface="Calibri" pitchFamily="34" charset="0"/>
                <a:ea typeface="Calibri" pitchFamily="34" charset="-122"/>
                <a:cs typeface="Calibri" pitchFamily="34" charset="-120"/>
              </a:rPr>
              <a:t>TOKENS</a:t>
            </a:r>
            <a:endParaRPr lang="en-US" sz="750"/>
          </a:p>
        </p:txBody>
      </p:sp>
      <p:sp>
        <p:nvSpPr>
          <p:cNvPr id="70" name="Text 67"/>
          <p:cNvSpPr/>
          <p:nvPr/>
        </p:nvSpPr>
        <p:spPr>
          <a:xfrm>
            <a:off x="10168128" y="5148251"/>
            <a:ext cx="685800" cy="274320"/>
          </a:xfrm>
          <a:prstGeom prst="rect">
            <a:avLst/>
          </a:prstGeom>
          <a:noFill/>
          <a:ln/>
        </p:spPr>
        <p:txBody>
          <a:bodyPr wrap="square" lIns="0" tIns="0" rIns="0" bIns="0" rtlCol="0" anchor="ctr"/>
          <a:lstStyle/>
          <a:p>
            <a:pPr marL="0" indent="0">
              <a:buNone/>
            </a:pPr>
            <a:r>
              <a:rPr lang="en-US" sz="750" b="1">
                <a:solidFill>
                  <a:srgbClr val="FFFFFF"/>
                </a:solidFill>
                <a:latin typeface="Calibri" pitchFamily="34" charset="0"/>
                <a:ea typeface="Calibri" pitchFamily="34" charset="-122"/>
                <a:cs typeface="Calibri" pitchFamily="34" charset="-120"/>
              </a:rPr>
              <a:t>COST</a:t>
            </a:r>
            <a:endParaRPr lang="en-US" sz="750"/>
          </a:p>
        </p:txBody>
      </p:sp>
      <p:sp>
        <p:nvSpPr>
          <p:cNvPr id="71" name="Text 68"/>
          <p:cNvSpPr/>
          <p:nvPr/>
        </p:nvSpPr>
        <p:spPr>
          <a:xfrm>
            <a:off x="10853928" y="5148251"/>
            <a:ext cx="914400" cy="274320"/>
          </a:xfrm>
          <a:prstGeom prst="rect">
            <a:avLst/>
          </a:prstGeom>
          <a:noFill/>
          <a:ln/>
        </p:spPr>
        <p:txBody>
          <a:bodyPr wrap="square" lIns="0" tIns="0" rIns="0" bIns="0" rtlCol="0" anchor="ctr"/>
          <a:lstStyle/>
          <a:p>
            <a:pPr marL="0" indent="0">
              <a:buNone/>
            </a:pPr>
            <a:r>
              <a:rPr lang="en-US" sz="750" b="1">
                <a:solidFill>
                  <a:srgbClr val="FFFFFF"/>
                </a:solidFill>
                <a:latin typeface="Calibri" pitchFamily="34" charset="0"/>
                <a:ea typeface="Calibri" pitchFamily="34" charset="-122"/>
                <a:cs typeface="Calibri" pitchFamily="34" charset="-120"/>
              </a:rPr>
              <a:t>GUARDRAIL</a:t>
            </a:r>
            <a:endParaRPr lang="en-US" sz="750"/>
          </a:p>
        </p:txBody>
      </p:sp>
      <p:sp>
        <p:nvSpPr>
          <p:cNvPr id="72" name="Shape 69"/>
          <p:cNvSpPr/>
          <p:nvPr/>
        </p:nvSpPr>
        <p:spPr>
          <a:xfrm>
            <a:off x="2240280" y="5422571"/>
            <a:ext cx="9235440" cy="274320"/>
          </a:xfrm>
          <a:prstGeom prst="rect">
            <a:avLst/>
          </a:prstGeom>
          <a:solidFill>
            <a:srgbClr val="FFFFFF"/>
          </a:solidFill>
          <a:ln w="6350">
            <a:solidFill>
              <a:srgbClr val="EDEAE2"/>
            </a:solidFill>
            <a:prstDash val="solid"/>
          </a:ln>
        </p:spPr>
        <p:txBody>
          <a:bodyPr/>
          <a:lstStyle/>
          <a:p>
            <a:endParaRPr lang="en-IN"/>
          </a:p>
        </p:txBody>
      </p:sp>
      <p:sp>
        <p:nvSpPr>
          <p:cNvPr id="73" name="Text 70"/>
          <p:cNvSpPr/>
          <p:nvPr/>
        </p:nvSpPr>
        <p:spPr>
          <a:xfrm>
            <a:off x="2350008" y="5422571"/>
            <a:ext cx="822960" cy="274320"/>
          </a:xfrm>
          <a:prstGeom prst="rect">
            <a:avLst/>
          </a:prstGeom>
          <a:noFill/>
          <a:ln/>
        </p:spPr>
        <p:txBody>
          <a:bodyPr wrap="square" lIns="0" tIns="0" rIns="0" bIns="0" rtlCol="0" anchor="ctr"/>
          <a:lstStyle/>
          <a:p>
            <a:pPr marL="0" indent="0">
              <a:buNone/>
            </a:pPr>
            <a:r>
              <a:rPr lang="en-US" sz="750">
                <a:solidFill>
                  <a:srgbClr val="1F2937"/>
                </a:solidFill>
                <a:latin typeface="Calibri" pitchFamily="34" charset="0"/>
                <a:ea typeface="Calibri" pitchFamily="34" charset="-122"/>
                <a:cs typeface="Calibri" pitchFamily="34" charset="-120"/>
              </a:rPr>
              <a:t>09:41</a:t>
            </a:r>
            <a:endParaRPr lang="en-US" sz="750"/>
          </a:p>
        </p:txBody>
      </p:sp>
      <p:sp>
        <p:nvSpPr>
          <p:cNvPr id="74" name="Text 71"/>
          <p:cNvSpPr/>
          <p:nvPr/>
        </p:nvSpPr>
        <p:spPr>
          <a:xfrm>
            <a:off x="3172968" y="5422571"/>
            <a:ext cx="822960" cy="274320"/>
          </a:xfrm>
          <a:prstGeom prst="rect">
            <a:avLst/>
          </a:prstGeom>
          <a:noFill/>
          <a:ln/>
        </p:spPr>
        <p:txBody>
          <a:bodyPr wrap="square" lIns="0" tIns="0" rIns="0" bIns="0" rtlCol="0" anchor="ctr"/>
          <a:lstStyle/>
          <a:p>
            <a:pPr marL="0" indent="0">
              <a:buNone/>
            </a:pPr>
            <a:r>
              <a:rPr lang="en-US" sz="750">
                <a:solidFill>
                  <a:srgbClr val="1F2937"/>
                </a:solidFill>
                <a:latin typeface="Calibri" pitchFamily="34" charset="0"/>
                <a:ea typeface="Calibri" pitchFamily="34" charset="-122"/>
                <a:cs typeface="Calibri" pitchFamily="34" charset="-120"/>
              </a:rPr>
              <a:t>Manager</a:t>
            </a:r>
            <a:endParaRPr lang="en-US" sz="750"/>
          </a:p>
        </p:txBody>
      </p:sp>
      <p:sp>
        <p:nvSpPr>
          <p:cNvPr id="75" name="Text 72"/>
          <p:cNvSpPr/>
          <p:nvPr/>
        </p:nvSpPr>
        <p:spPr>
          <a:xfrm>
            <a:off x="3995928" y="5422571"/>
            <a:ext cx="4206240" cy="274320"/>
          </a:xfrm>
          <a:prstGeom prst="rect">
            <a:avLst/>
          </a:prstGeom>
          <a:noFill/>
          <a:ln/>
        </p:spPr>
        <p:txBody>
          <a:bodyPr wrap="square" lIns="0" tIns="0" rIns="0" bIns="0" rtlCol="0" anchor="ctr"/>
          <a:lstStyle/>
          <a:p>
            <a:pPr marL="0" indent="0">
              <a:buNone/>
            </a:pPr>
            <a:r>
              <a:rPr lang="en-US" sz="750">
                <a:solidFill>
                  <a:srgbClr val="1F2937"/>
                </a:solidFill>
                <a:latin typeface="Calibri" pitchFamily="34" charset="0"/>
                <a:ea typeface="Calibri" pitchFamily="34" charset="-122"/>
                <a:cs typeface="Calibri" pitchFamily="34" charset="-120"/>
              </a:rPr>
              <a:t>compare first payment rate QoQ across teams</a:t>
            </a:r>
            <a:endParaRPr lang="en-US" sz="750"/>
          </a:p>
        </p:txBody>
      </p:sp>
      <p:sp>
        <p:nvSpPr>
          <p:cNvPr id="76" name="Text 73"/>
          <p:cNvSpPr/>
          <p:nvPr/>
        </p:nvSpPr>
        <p:spPr>
          <a:xfrm>
            <a:off x="8202168" y="5422571"/>
            <a:ext cx="1188720" cy="274320"/>
          </a:xfrm>
          <a:prstGeom prst="rect">
            <a:avLst/>
          </a:prstGeom>
          <a:noFill/>
          <a:ln/>
        </p:spPr>
        <p:txBody>
          <a:bodyPr wrap="square" lIns="0" tIns="0" rIns="0" bIns="0" rtlCol="0" anchor="ctr"/>
          <a:lstStyle/>
          <a:p>
            <a:pPr marL="0" indent="0">
              <a:buNone/>
            </a:pPr>
            <a:r>
              <a:rPr lang="en-US" sz="750">
                <a:solidFill>
                  <a:srgbClr val="1F2937"/>
                </a:solidFill>
                <a:latin typeface="Calibri" pitchFamily="34" charset="0"/>
                <a:ea typeface="Calibri" pitchFamily="34" charset="-122"/>
                <a:cs typeface="Calibri" pitchFamily="34" charset="-120"/>
              </a:rPr>
              <a:t>GPT-4o</a:t>
            </a:r>
            <a:endParaRPr lang="en-US" sz="750"/>
          </a:p>
        </p:txBody>
      </p:sp>
      <p:sp>
        <p:nvSpPr>
          <p:cNvPr id="77" name="Text 74"/>
          <p:cNvSpPr/>
          <p:nvPr/>
        </p:nvSpPr>
        <p:spPr>
          <a:xfrm>
            <a:off x="9390888" y="5422571"/>
            <a:ext cx="777240" cy="274320"/>
          </a:xfrm>
          <a:prstGeom prst="rect">
            <a:avLst/>
          </a:prstGeom>
          <a:noFill/>
          <a:ln/>
        </p:spPr>
        <p:txBody>
          <a:bodyPr wrap="square" lIns="0" tIns="0" rIns="0" bIns="0" rtlCol="0" anchor="ctr"/>
          <a:lstStyle/>
          <a:p>
            <a:pPr marL="0" indent="0">
              <a:buNone/>
            </a:pPr>
            <a:r>
              <a:rPr lang="en-US" sz="750">
                <a:solidFill>
                  <a:srgbClr val="1F2937"/>
                </a:solidFill>
                <a:latin typeface="Calibri" pitchFamily="34" charset="0"/>
                <a:ea typeface="Calibri" pitchFamily="34" charset="-122"/>
                <a:cs typeface="Calibri" pitchFamily="34" charset="-120"/>
              </a:rPr>
              <a:t>11,240</a:t>
            </a:r>
            <a:endParaRPr lang="en-US" sz="750"/>
          </a:p>
        </p:txBody>
      </p:sp>
      <p:sp>
        <p:nvSpPr>
          <p:cNvPr id="78" name="Text 75"/>
          <p:cNvSpPr/>
          <p:nvPr/>
        </p:nvSpPr>
        <p:spPr>
          <a:xfrm>
            <a:off x="10168128" y="5422571"/>
            <a:ext cx="685800" cy="274320"/>
          </a:xfrm>
          <a:prstGeom prst="rect">
            <a:avLst/>
          </a:prstGeom>
          <a:noFill/>
          <a:ln/>
        </p:spPr>
        <p:txBody>
          <a:bodyPr wrap="square" lIns="0" tIns="0" rIns="0" bIns="0" rtlCol="0" anchor="ctr"/>
          <a:lstStyle/>
          <a:p>
            <a:pPr marL="0" indent="0">
              <a:buNone/>
            </a:pPr>
            <a:r>
              <a:rPr lang="en-US" sz="750">
                <a:solidFill>
                  <a:srgbClr val="1F2937"/>
                </a:solidFill>
                <a:latin typeface="Calibri" pitchFamily="34" charset="0"/>
                <a:ea typeface="Calibri" pitchFamily="34" charset="-122"/>
                <a:cs typeface="Calibri" pitchFamily="34" charset="-120"/>
              </a:rPr>
              <a:t>$0.036</a:t>
            </a:r>
            <a:endParaRPr lang="en-US" sz="750"/>
          </a:p>
        </p:txBody>
      </p:sp>
      <p:sp>
        <p:nvSpPr>
          <p:cNvPr id="79" name="Text 76"/>
          <p:cNvSpPr/>
          <p:nvPr/>
        </p:nvSpPr>
        <p:spPr>
          <a:xfrm>
            <a:off x="10853928" y="5422571"/>
            <a:ext cx="914400" cy="274320"/>
          </a:xfrm>
          <a:prstGeom prst="rect">
            <a:avLst/>
          </a:prstGeom>
          <a:noFill/>
          <a:ln/>
        </p:spPr>
        <p:txBody>
          <a:bodyPr wrap="square" lIns="0" tIns="0" rIns="0" bIns="0" rtlCol="0" anchor="ctr"/>
          <a:lstStyle/>
          <a:p>
            <a:pPr marL="0" indent="0">
              <a:buNone/>
            </a:pPr>
            <a:r>
              <a:rPr lang="en-US" sz="750">
                <a:solidFill>
                  <a:srgbClr val="1F2937"/>
                </a:solidFill>
                <a:latin typeface="Calibri" pitchFamily="34" charset="0"/>
                <a:ea typeface="Calibri" pitchFamily="34" charset="-122"/>
                <a:cs typeface="Calibri" pitchFamily="34" charset="-120"/>
              </a:rPr>
              <a:t>—</a:t>
            </a:r>
            <a:endParaRPr lang="en-US" sz="750"/>
          </a:p>
        </p:txBody>
      </p:sp>
      <p:sp>
        <p:nvSpPr>
          <p:cNvPr id="80" name="Shape 77"/>
          <p:cNvSpPr/>
          <p:nvPr/>
        </p:nvSpPr>
        <p:spPr>
          <a:xfrm>
            <a:off x="2240280" y="5696891"/>
            <a:ext cx="9235440" cy="274320"/>
          </a:xfrm>
          <a:prstGeom prst="rect">
            <a:avLst/>
          </a:prstGeom>
          <a:solidFill>
            <a:srgbClr val="F8F7F3"/>
          </a:solidFill>
          <a:ln w="6350">
            <a:solidFill>
              <a:srgbClr val="EDEAE2"/>
            </a:solidFill>
            <a:prstDash val="solid"/>
          </a:ln>
        </p:spPr>
        <p:txBody>
          <a:bodyPr/>
          <a:lstStyle/>
          <a:p>
            <a:endParaRPr lang="en-IN"/>
          </a:p>
        </p:txBody>
      </p:sp>
      <p:sp>
        <p:nvSpPr>
          <p:cNvPr id="81" name="Text 78"/>
          <p:cNvSpPr/>
          <p:nvPr/>
        </p:nvSpPr>
        <p:spPr>
          <a:xfrm>
            <a:off x="2350008" y="5696891"/>
            <a:ext cx="822960" cy="274320"/>
          </a:xfrm>
          <a:prstGeom prst="rect">
            <a:avLst/>
          </a:prstGeom>
          <a:noFill/>
          <a:ln/>
        </p:spPr>
        <p:txBody>
          <a:bodyPr wrap="square" lIns="0" tIns="0" rIns="0" bIns="0" rtlCol="0" anchor="ctr"/>
          <a:lstStyle/>
          <a:p>
            <a:pPr marL="0" indent="0">
              <a:buNone/>
            </a:pPr>
            <a:r>
              <a:rPr lang="en-US" sz="750">
                <a:solidFill>
                  <a:srgbClr val="1F2937"/>
                </a:solidFill>
                <a:latin typeface="Calibri" pitchFamily="34" charset="0"/>
                <a:ea typeface="Calibri" pitchFamily="34" charset="-122"/>
                <a:cs typeface="Calibri" pitchFamily="34" charset="-120"/>
              </a:rPr>
              <a:t>09:40</a:t>
            </a:r>
            <a:endParaRPr lang="en-US" sz="750"/>
          </a:p>
        </p:txBody>
      </p:sp>
      <p:sp>
        <p:nvSpPr>
          <p:cNvPr id="82" name="Text 79"/>
          <p:cNvSpPr/>
          <p:nvPr/>
        </p:nvSpPr>
        <p:spPr>
          <a:xfrm>
            <a:off x="3172968" y="5696891"/>
            <a:ext cx="822960" cy="274320"/>
          </a:xfrm>
          <a:prstGeom prst="rect">
            <a:avLst/>
          </a:prstGeom>
          <a:noFill/>
          <a:ln/>
        </p:spPr>
        <p:txBody>
          <a:bodyPr wrap="square" lIns="0" tIns="0" rIns="0" bIns="0" rtlCol="0" anchor="ctr"/>
          <a:lstStyle/>
          <a:p>
            <a:pPr marL="0" indent="0">
              <a:buNone/>
            </a:pPr>
            <a:r>
              <a:rPr lang="en-US" sz="750">
                <a:solidFill>
                  <a:srgbClr val="1F2937"/>
                </a:solidFill>
                <a:latin typeface="Calibri" pitchFamily="34" charset="0"/>
                <a:ea typeface="Calibri" pitchFamily="34" charset="-122"/>
                <a:cs typeface="Calibri" pitchFamily="34" charset="-120"/>
              </a:rPr>
              <a:t>Agent</a:t>
            </a:r>
            <a:endParaRPr lang="en-US" sz="750"/>
          </a:p>
        </p:txBody>
      </p:sp>
      <p:sp>
        <p:nvSpPr>
          <p:cNvPr id="83" name="Text 80"/>
          <p:cNvSpPr/>
          <p:nvPr/>
        </p:nvSpPr>
        <p:spPr>
          <a:xfrm>
            <a:off x="3995928" y="5696891"/>
            <a:ext cx="4206240" cy="274320"/>
          </a:xfrm>
          <a:prstGeom prst="rect">
            <a:avLst/>
          </a:prstGeom>
          <a:noFill/>
          <a:ln/>
        </p:spPr>
        <p:txBody>
          <a:bodyPr wrap="square" lIns="0" tIns="0" rIns="0" bIns="0" rtlCol="0" anchor="ctr"/>
          <a:lstStyle/>
          <a:p>
            <a:pPr marL="0" indent="0">
              <a:buNone/>
            </a:pPr>
            <a:r>
              <a:rPr lang="en-US" sz="750">
                <a:solidFill>
                  <a:srgbClr val="1F2937"/>
                </a:solidFill>
                <a:latin typeface="Calibri" pitchFamily="34" charset="0"/>
                <a:ea typeface="Calibri" pitchFamily="34" charset="-122"/>
                <a:cs typeface="Calibri" pitchFamily="34" charset="-120"/>
              </a:rPr>
              <a:t>what were my deals signed last week</a:t>
            </a:r>
            <a:endParaRPr lang="en-US" sz="750"/>
          </a:p>
        </p:txBody>
      </p:sp>
      <p:sp>
        <p:nvSpPr>
          <p:cNvPr id="84" name="Text 81"/>
          <p:cNvSpPr/>
          <p:nvPr/>
        </p:nvSpPr>
        <p:spPr>
          <a:xfrm>
            <a:off x="8202168" y="5696891"/>
            <a:ext cx="1188720" cy="274320"/>
          </a:xfrm>
          <a:prstGeom prst="rect">
            <a:avLst/>
          </a:prstGeom>
          <a:noFill/>
          <a:ln/>
        </p:spPr>
        <p:txBody>
          <a:bodyPr wrap="square" lIns="0" tIns="0" rIns="0" bIns="0" rtlCol="0" anchor="ctr"/>
          <a:lstStyle/>
          <a:p>
            <a:pPr marL="0" indent="0">
              <a:buNone/>
            </a:pPr>
            <a:r>
              <a:rPr lang="en-US" sz="750">
                <a:solidFill>
                  <a:srgbClr val="1F2937"/>
                </a:solidFill>
                <a:latin typeface="Calibri" pitchFamily="34" charset="0"/>
                <a:ea typeface="Calibri" pitchFamily="34" charset="-122"/>
                <a:cs typeface="Calibri" pitchFamily="34" charset="-120"/>
              </a:rPr>
              <a:t>4o-mini</a:t>
            </a:r>
            <a:endParaRPr lang="en-US" sz="750"/>
          </a:p>
        </p:txBody>
      </p:sp>
      <p:sp>
        <p:nvSpPr>
          <p:cNvPr id="85" name="Text 82"/>
          <p:cNvSpPr/>
          <p:nvPr/>
        </p:nvSpPr>
        <p:spPr>
          <a:xfrm>
            <a:off x="9390888" y="5696891"/>
            <a:ext cx="777240" cy="274320"/>
          </a:xfrm>
          <a:prstGeom prst="rect">
            <a:avLst/>
          </a:prstGeom>
          <a:noFill/>
          <a:ln/>
        </p:spPr>
        <p:txBody>
          <a:bodyPr wrap="square" lIns="0" tIns="0" rIns="0" bIns="0" rtlCol="0" anchor="ctr"/>
          <a:lstStyle/>
          <a:p>
            <a:pPr marL="0" indent="0">
              <a:buNone/>
            </a:pPr>
            <a:r>
              <a:rPr lang="en-US" sz="750">
                <a:solidFill>
                  <a:srgbClr val="1F2937"/>
                </a:solidFill>
                <a:latin typeface="Calibri" pitchFamily="34" charset="0"/>
                <a:ea typeface="Calibri" pitchFamily="34" charset="-122"/>
                <a:cs typeface="Calibri" pitchFamily="34" charset="-120"/>
              </a:rPr>
              <a:t>3,870</a:t>
            </a:r>
            <a:endParaRPr lang="en-US" sz="750"/>
          </a:p>
        </p:txBody>
      </p:sp>
      <p:sp>
        <p:nvSpPr>
          <p:cNvPr id="86" name="Text 83"/>
          <p:cNvSpPr/>
          <p:nvPr/>
        </p:nvSpPr>
        <p:spPr>
          <a:xfrm>
            <a:off x="10168128" y="5696891"/>
            <a:ext cx="685800" cy="274320"/>
          </a:xfrm>
          <a:prstGeom prst="rect">
            <a:avLst/>
          </a:prstGeom>
          <a:noFill/>
          <a:ln/>
        </p:spPr>
        <p:txBody>
          <a:bodyPr wrap="square" lIns="0" tIns="0" rIns="0" bIns="0" rtlCol="0" anchor="ctr"/>
          <a:lstStyle/>
          <a:p>
            <a:pPr marL="0" indent="0">
              <a:buNone/>
            </a:pPr>
            <a:r>
              <a:rPr lang="en-US" sz="750">
                <a:solidFill>
                  <a:srgbClr val="1F2937"/>
                </a:solidFill>
                <a:latin typeface="Calibri" pitchFamily="34" charset="0"/>
                <a:ea typeface="Calibri" pitchFamily="34" charset="-122"/>
                <a:cs typeface="Calibri" pitchFamily="34" charset="-120"/>
              </a:rPr>
              <a:t>$0.001</a:t>
            </a:r>
            <a:endParaRPr lang="en-US" sz="750"/>
          </a:p>
        </p:txBody>
      </p:sp>
      <p:sp>
        <p:nvSpPr>
          <p:cNvPr id="87" name="Text 84"/>
          <p:cNvSpPr/>
          <p:nvPr/>
        </p:nvSpPr>
        <p:spPr>
          <a:xfrm>
            <a:off x="10853928" y="5696891"/>
            <a:ext cx="914400" cy="274320"/>
          </a:xfrm>
          <a:prstGeom prst="rect">
            <a:avLst/>
          </a:prstGeom>
          <a:noFill/>
          <a:ln/>
        </p:spPr>
        <p:txBody>
          <a:bodyPr wrap="square" lIns="0" tIns="0" rIns="0" bIns="0" rtlCol="0" anchor="ctr"/>
          <a:lstStyle/>
          <a:p>
            <a:pPr marL="0" indent="0">
              <a:buNone/>
            </a:pPr>
            <a:r>
              <a:rPr lang="en-US" sz="750">
                <a:solidFill>
                  <a:srgbClr val="1F2937"/>
                </a:solidFill>
                <a:latin typeface="Calibri" pitchFamily="34" charset="0"/>
                <a:ea typeface="Calibri" pitchFamily="34" charset="-122"/>
                <a:cs typeface="Calibri" pitchFamily="34" charset="-120"/>
              </a:rPr>
              <a:t>—</a:t>
            </a:r>
            <a:endParaRPr lang="en-US" sz="750"/>
          </a:p>
        </p:txBody>
      </p:sp>
      <p:sp>
        <p:nvSpPr>
          <p:cNvPr id="88" name="Shape 85"/>
          <p:cNvSpPr/>
          <p:nvPr/>
        </p:nvSpPr>
        <p:spPr>
          <a:xfrm>
            <a:off x="2240280" y="5971211"/>
            <a:ext cx="9235440" cy="274320"/>
          </a:xfrm>
          <a:prstGeom prst="rect">
            <a:avLst/>
          </a:prstGeom>
          <a:solidFill>
            <a:srgbClr val="FBF3E2"/>
          </a:solidFill>
          <a:ln w="6350">
            <a:solidFill>
              <a:srgbClr val="EDEAE2"/>
            </a:solidFill>
            <a:prstDash val="solid"/>
          </a:ln>
        </p:spPr>
        <p:txBody>
          <a:bodyPr/>
          <a:lstStyle/>
          <a:p>
            <a:endParaRPr lang="en-IN"/>
          </a:p>
        </p:txBody>
      </p:sp>
      <p:sp>
        <p:nvSpPr>
          <p:cNvPr id="89" name="Text 86"/>
          <p:cNvSpPr/>
          <p:nvPr/>
        </p:nvSpPr>
        <p:spPr>
          <a:xfrm>
            <a:off x="2350008" y="5971211"/>
            <a:ext cx="822960" cy="274320"/>
          </a:xfrm>
          <a:prstGeom prst="rect">
            <a:avLst/>
          </a:prstGeom>
          <a:noFill/>
          <a:ln/>
        </p:spPr>
        <p:txBody>
          <a:bodyPr wrap="square" lIns="0" tIns="0" rIns="0" bIns="0" rtlCol="0" anchor="ctr"/>
          <a:lstStyle/>
          <a:p>
            <a:pPr marL="0" indent="0">
              <a:buNone/>
            </a:pPr>
            <a:r>
              <a:rPr lang="en-US" sz="750">
                <a:solidFill>
                  <a:srgbClr val="1F2937"/>
                </a:solidFill>
                <a:latin typeface="Calibri" pitchFamily="34" charset="0"/>
                <a:ea typeface="Calibri" pitchFamily="34" charset="-122"/>
                <a:cs typeface="Calibri" pitchFamily="34" charset="-120"/>
              </a:rPr>
              <a:t>09:38</a:t>
            </a:r>
            <a:endParaRPr lang="en-US" sz="750"/>
          </a:p>
        </p:txBody>
      </p:sp>
      <p:sp>
        <p:nvSpPr>
          <p:cNvPr id="90" name="Text 87"/>
          <p:cNvSpPr/>
          <p:nvPr/>
        </p:nvSpPr>
        <p:spPr>
          <a:xfrm>
            <a:off x="3172968" y="5971211"/>
            <a:ext cx="822960" cy="274320"/>
          </a:xfrm>
          <a:prstGeom prst="rect">
            <a:avLst/>
          </a:prstGeom>
          <a:noFill/>
          <a:ln/>
        </p:spPr>
        <p:txBody>
          <a:bodyPr wrap="square" lIns="0" tIns="0" rIns="0" bIns="0" rtlCol="0" anchor="ctr"/>
          <a:lstStyle/>
          <a:p>
            <a:pPr marL="0" indent="0">
              <a:buNone/>
            </a:pPr>
            <a:r>
              <a:rPr lang="en-US" sz="750">
                <a:solidFill>
                  <a:srgbClr val="1F2937"/>
                </a:solidFill>
                <a:latin typeface="Calibri" pitchFamily="34" charset="0"/>
                <a:ea typeface="Calibri" pitchFamily="34" charset="-122"/>
                <a:cs typeface="Calibri" pitchFamily="34" charset="-120"/>
              </a:rPr>
              <a:t>Agent</a:t>
            </a:r>
            <a:endParaRPr lang="en-US" sz="750"/>
          </a:p>
        </p:txBody>
      </p:sp>
      <p:sp>
        <p:nvSpPr>
          <p:cNvPr id="91" name="Text 88"/>
          <p:cNvSpPr/>
          <p:nvPr/>
        </p:nvSpPr>
        <p:spPr>
          <a:xfrm>
            <a:off x="3995928" y="5971211"/>
            <a:ext cx="4206240" cy="274320"/>
          </a:xfrm>
          <a:prstGeom prst="rect">
            <a:avLst/>
          </a:prstGeom>
          <a:noFill/>
          <a:ln/>
        </p:spPr>
        <p:txBody>
          <a:bodyPr wrap="square" lIns="0" tIns="0" rIns="0" bIns="0" rtlCol="0" anchor="ctr"/>
          <a:lstStyle/>
          <a:p>
            <a:pPr marL="0" indent="0">
              <a:buNone/>
            </a:pPr>
            <a:r>
              <a:rPr lang="en-US" sz="750">
                <a:solidFill>
                  <a:srgbClr val="1F2937"/>
                </a:solidFill>
                <a:latin typeface="Calibri" pitchFamily="34" charset="0"/>
                <a:ea typeface="Calibri" pitchFamily="34" charset="-122"/>
                <a:cs typeface="Calibri" pitchFamily="34" charset="-120"/>
              </a:rPr>
              <a:t>show me account balances for team east</a:t>
            </a:r>
            <a:endParaRPr lang="en-US" sz="750"/>
          </a:p>
        </p:txBody>
      </p:sp>
      <p:sp>
        <p:nvSpPr>
          <p:cNvPr id="92" name="Text 89"/>
          <p:cNvSpPr/>
          <p:nvPr/>
        </p:nvSpPr>
        <p:spPr>
          <a:xfrm>
            <a:off x="8202168" y="5971211"/>
            <a:ext cx="1188720" cy="274320"/>
          </a:xfrm>
          <a:prstGeom prst="rect">
            <a:avLst/>
          </a:prstGeom>
          <a:noFill/>
          <a:ln/>
        </p:spPr>
        <p:txBody>
          <a:bodyPr wrap="square" lIns="0" tIns="0" rIns="0" bIns="0" rtlCol="0" anchor="ctr"/>
          <a:lstStyle/>
          <a:p>
            <a:pPr marL="0" indent="0">
              <a:buNone/>
            </a:pPr>
            <a:r>
              <a:rPr lang="en-US" sz="750">
                <a:solidFill>
                  <a:srgbClr val="1F2937"/>
                </a:solidFill>
                <a:latin typeface="Calibri" pitchFamily="34" charset="0"/>
                <a:ea typeface="Calibri" pitchFamily="34" charset="-122"/>
                <a:cs typeface="Calibri" pitchFamily="34" charset="-120"/>
              </a:rPr>
              <a:t>—</a:t>
            </a:r>
            <a:endParaRPr lang="en-US" sz="750"/>
          </a:p>
        </p:txBody>
      </p:sp>
      <p:sp>
        <p:nvSpPr>
          <p:cNvPr id="93" name="Text 90"/>
          <p:cNvSpPr/>
          <p:nvPr/>
        </p:nvSpPr>
        <p:spPr>
          <a:xfrm>
            <a:off x="9390888" y="5971211"/>
            <a:ext cx="777240" cy="274320"/>
          </a:xfrm>
          <a:prstGeom prst="rect">
            <a:avLst/>
          </a:prstGeom>
          <a:noFill/>
          <a:ln/>
        </p:spPr>
        <p:txBody>
          <a:bodyPr wrap="square" lIns="0" tIns="0" rIns="0" bIns="0" rtlCol="0" anchor="ctr"/>
          <a:lstStyle/>
          <a:p>
            <a:pPr marL="0" indent="0">
              <a:buNone/>
            </a:pPr>
            <a:r>
              <a:rPr lang="en-US" sz="750">
                <a:solidFill>
                  <a:srgbClr val="1F2937"/>
                </a:solidFill>
                <a:latin typeface="Calibri" pitchFamily="34" charset="0"/>
                <a:ea typeface="Calibri" pitchFamily="34" charset="-122"/>
                <a:cs typeface="Calibri" pitchFamily="34" charset="-120"/>
              </a:rPr>
              <a:t>—</a:t>
            </a:r>
            <a:endParaRPr lang="en-US" sz="750"/>
          </a:p>
        </p:txBody>
      </p:sp>
      <p:sp>
        <p:nvSpPr>
          <p:cNvPr id="94" name="Text 91"/>
          <p:cNvSpPr/>
          <p:nvPr/>
        </p:nvSpPr>
        <p:spPr>
          <a:xfrm>
            <a:off x="10168128" y="5971211"/>
            <a:ext cx="685800" cy="274320"/>
          </a:xfrm>
          <a:prstGeom prst="rect">
            <a:avLst/>
          </a:prstGeom>
          <a:noFill/>
          <a:ln/>
        </p:spPr>
        <p:txBody>
          <a:bodyPr wrap="square" lIns="0" tIns="0" rIns="0" bIns="0" rtlCol="0" anchor="ctr"/>
          <a:lstStyle/>
          <a:p>
            <a:pPr marL="0" indent="0">
              <a:buNone/>
            </a:pPr>
            <a:r>
              <a:rPr lang="en-US" sz="750">
                <a:solidFill>
                  <a:srgbClr val="1F2937"/>
                </a:solidFill>
                <a:latin typeface="Calibri" pitchFamily="34" charset="0"/>
                <a:ea typeface="Calibri" pitchFamily="34" charset="-122"/>
                <a:cs typeface="Calibri" pitchFamily="34" charset="-120"/>
              </a:rPr>
              <a:t>—</a:t>
            </a:r>
            <a:endParaRPr lang="en-US" sz="750"/>
          </a:p>
        </p:txBody>
      </p:sp>
      <p:sp>
        <p:nvSpPr>
          <p:cNvPr id="95" name="Text 92"/>
          <p:cNvSpPr/>
          <p:nvPr/>
        </p:nvSpPr>
        <p:spPr>
          <a:xfrm>
            <a:off x="10853928" y="5971211"/>
            <a:ext cx="914400" cy="274320"/>
          </a:xfrm>
          <a:prstGeom prst="rect">
            <a:avLst/>
          </a:prstGeom>
          <a:noFill/>
          <a:ln/>
        </p:spPr>
        <p:txBody>
          <a:bodyPr wrap="square" lIns="0" tIns="0" rIns="0" bIns="0" rtlCol="0" anchor="ctr"/>
          <a:lstStyle/>
          <a:p>
            <a:pPr marL="0" indent="0">
              <a:buNone/>
            </a:pPr>
            <a:r>
              <a:rPr lang="en-US" sz="750" b="1">
                <a:solidFill>
                  <a:srgbClr val="8A6A25"/>
                </a:solidFill>
                <a:latin typeface="Calibri" pitchFamily="34" charset="0"/>
                <a:ea typeface="Calibri" pitchFamily="34" charset="-122"/>
                <a:cs typeface="Calibri" pitchFamily="34" charset="-120"/>
              </a:rPr>
              <a:t>PII blocked · logged</a:t>
            </a:r>
            <a:endParaRPr lang="en-US" sz="750"/>
          </a:p>
        </p:txBody>
      </p:sp>
      <p:sp>
        <p:nvSpPr>
          <p:cNvPr id="97" name="Text 1">
            <a:extLst>
              <a:ext uri="{FF2B5EF4-FFF2-40B4-BE49-F238E27FC236}">
                <a16:creationId xmlns:a16="http://schemas.microsoft.com/office/drawing/2014/main" id="{57EADB6C-A1B7-802C-25E8-974ED4A964ED}"/>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14</a:t>
            </a:fld>
            <a:endParaRPr lang="en-US"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0" y="6473952"/>
            <a:ext cx="2496312" cy="274320"/>
          </a:xfrm>
          <a:prstGeom prst="rect">
            <a:avLst/>
          </a:prstGeom>
          <a:noFill/>
        </p:spPr>
        <p:txBody>
          <a:bodyPr wrap="square" lIns="0" tIns="0" rIns="0" bIns="0" anchor="t">
            <a:spAutoFit/>
          </a:bodyPr>
          <a:lstStyle/>
          <a:p>
            <a:pPr algn="r"/>
            <a:r>
              <a:rPr sz="850" b="1" i="0">
                <a:solidFill>
                  <a:srgbClr val="B8913B"/>
                </a:solidFill>
                <a:latin typeface="Georgia"/>
              </a:rPr>
              <a:t>ARTIZENT  ·  PROJECT ELEVATE</a:t>
            </a:r>
          </a:p>
        </p:txBody>
      </p:sp>
      <p:sp>
        <p:nvSpPr>
          <p:cNvPr id="3" name="TextBox 2"/>
          <p:cNvSpPr txBox="1"/>
          <p:nvPr/>
        </p:nvSpPr>
        <p:spPr>
          <a:xfrm>
            <a:off x="548640" y="201168"/>
            <a:ext cx="11064240" cy="237744"/>
          </a:xfrm>
          <a:prstGeom prst="rect">
            <a:avLst/>
          </a:prstGeom>
          <a:noFill/>
        </p:spPr>
        <p:txBody>
          <a:bodyPr wrap="square" lIns="0" tIns="0" rIns="0" bIns="0" anchor="t">
            <a:spAutoFit/>
          </a:bodyPr>
          <a:lstStyle/>
          <a:p>
            <a:pPr algn="l"/>
            <a:r>
              <a:rPr sz="1000" b="1" i="0">
                <a:solidFill>
                  <a:srgbClr val="B8913B"/>
                </a:solidFill>
                <a:latin typeface="Calibri"/>
              </a:rPr>
              <a:t>WHAT IT WILL LOOK LIKE  ·  INTERFACE PREVIEW</a:t>
            </a:r>
          </a:p>
        </p:txBody>
      </p:sp>
      <p:sp>
        <p:nvSpPr>
          <p:cNvPr id="4" name="TextBox 3"/>
          <p:cNvSpPr txBox="1"/>
          <p:nvPr/>
        </p:nvSpPr>
        <p:spPr>
          <a:xfrm>
            <a:off x="548640" y="438912"/>
            <a:ext cx="11064240" cy="502920"/>
          </a:xfrm>
          <a:prstGeom prst="rect">
            <a:avLst/>
          </a:prstGeom>
          <a:noFill/>
        </p:spPr>
        <p:txBody>
          <a:bodyPr wrap="square" lIns="0" tIns="0" rIns="0" bIns="0" anchor="t">
            <a:spAutoFit/>
          </a:bodyPr>
          <a:lstStyle/>
          <a:p>
            <a:pPr algn="l"/>
            <a:r>
              <a:rPr sz="2300" b="1" i="0">
                <a:solidFill>
                  <a:srgbClr val="0A1628"/>
                </a:solidFill>
                <a:latin typeface="Georgia"/>
              </a:rPr>
              <a:t>A preview of the interface — and a live demo to follow</a:t>
            </a:r>
          </a:p>
        </p:txBody>
      </p:sp>
      <p:sp>
        <p:nvSpPr>
          <p:cNvPr id="5" name="Rectangle 4"/>
          <p:cNvSpPr/>
          <p:nvPr/>
        </p:nvSpPr>
        <p:spPr>
          <a:xfrm>
            <a:off x="566928" y="960120"/>
            <a:ext cx="1371600" cy="32004"/>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24128"/>
            <a:ext cx="11064240" cy="292608"/>
          </a:xfrm>
          <a:prstGeom prst="rect">
            <a:avLst/>
          </a:prstGeom>
          <a:noFill/>
        </p:spPr>
        <p:txBody>
          <a:bodyPr wrap="square" lIns="0" tIns="0" rIns="0" bIns="0" anchor="t">
            <a:spAutoFit/>
          </a:bodyPr>
          <a:lstStyle/>
          <a:p>
            <a:pPr algn="l"/>
            <a:r>
              <a:rPr sz="1100" b="0" i="0">
                <a:solidFill>
                  <a:srgbClr val="1F6F7A"/>
                </a:solidFill>
                <a:latin typeface="Calibri"/>
              </a:rPr>
              <a:t>Design mock-ups, sized to the real build; a clickable prototype is ready for the Week-0 session</a:t>
            </a:r>
          </a:p>
        </p:txBody>
      </p:sp>
      <p:sp>
        <p:nvSpPr>
          <p:cNvPr id="7" name="Rounded Rectangle 6"/>
          <p:cNvSpPr/>
          <p:nvPr/>
        </p:nvSpPr>
        <p:spPr>
          <a:xfrm>
            <a:off x="548640" y="1463040"/>
            <a:ext cx="6035040" cy="4892040"/>
          </a:xfrm>
          <a:prstGeom prst="roundRect">
            <a:avLst>
              <a:gd name="adj" fmla="val 8000"/>
            </a:avLst>
          </a:prstGeom>
          <a:solidFill>
            <a:srgbClr val="FFFFFF"/>
          </a:solidFill>
          <a:ln w="15875">
            <a:solidFill>
              <a:srgbClr val="C9CF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548640" y="1463040"/>
            <a:ext cx="6035040" cy="365760"/>
          </a:xfrm>
          <a:prstGeom prst="roundRect">
            <a:avLst>
              <a:gd name="adj" fmla="val 8000"/>
            </a:avLst>
          </a:prstGeom>
          <a:solidFill>
            <a:srgbClr val="350D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13232" y="1463040"/>
            <a:ext cx="4114800" cy="365760"/>
          </a:xfrm>
          <a:prstGeom prst="rect">
            <a:avLst/>
          </a:prstGeom>
          <a:noFill/>
        </p:spPr>
        <p:txBody>
          <a:bodyPr wrap="square" lIns="0" tIns="0" rIns="0" bIns="0" anchor="ctr">
            <a:spAutoFit/>
          </a:bodyPr>
          <a:lstStyle/>
          <a:p>
            <a:pPr algn="l"/>
            <a:r>
              <a:rPr sz="1000" b="1" i="0">
                <a:solidFill>
                  <a:srgbClr val="FFFFFF"/>
                </a:solidFill>
                <a:latin typeface="Calibri"/>
              </a:rPr>
              <a:t>#  ops-analytics    ·    ELEVATE agent</a:t>
            </a:r>
          </a:p>
        </p:txBody>
      </p:sp>
      <p:sp>
        <p:nvSpPr>
          <p:cNvPr id="10" name="TextBox 9"/>
          <p:cNvSpPr txBox="1"/>
          <p:nvPr/>
        </p:nvSpPr>
        <p:spPr>
          <a:xfrm>
            <a:off x="777240" y="1956816"/>
            <a:ext cx="5394960" cy="237744"/>
          </a:xfrm>
          <a:prstGeom prst="rect">
            <a:avLst/>
          </a:prstGeom>
          <a:noFill/>
        </p:spPr>
        <p:txBody>
          <a:bodyPr wrap="square" lIns="0" tIns="0" rIns="0" bIns="0" anchor="t">
            <a:spAutoFit/>
          </a:bodyPr>
          <a:lstStyle/>
          <a:p>
            <a:pPr algn="l"/>
            <a:r>
              <a:rPr sz="850" b="1" i="0">
                <a:solidFill>
                  <a:srgbClr val="0A1628"/>
                </a:solidFill>
                <a:latin typeface="Calibri"/>
              </a:rPr>
              <a:t>Devon (Manager)  ·  9:41 AM</a:t>
            </a:r>
          </a:p>
        </p:txBody>
      </p:sp>
      <p:sp>
        <p:nvSpPr>
          <p:cNvPr id="11" name="TextBox 10"/>
          <p:cNvSpPr txBox="1"/>
          <p:nvPr/>
        </p:nvSpPr>
        <p:spPr>
          <a:xfrm>
            <a:off x="777240" y="2194560"/>
            <a:ext cx="5394960" cy="237744"/>
          </a:xfrm>
          <a:prstGeom prst="rect">
            <a:avLst/>
          </a:prstGeom>
          <a:noFill/>
        </p:spPr>
        <p:txBody>
          <a:bodyPr wrap="square" lIns="0" tIns="0" rIns="0" bIns="0" anchor="t">
            <a:spAutoFit/>
          </a:bodyPr>
          <a:lstStyle/>
          <a:p>
            <a:pPr algn="l"/>
            <a:r>
              <a:rPr sz="950" b="0" i="0">
                <a:solidFill>
                  <a:srgbClr val="1F2937"/>
                </a:solidFill>
                <a:latin typeface="Calibri"/>
              </a:rPr>
              <a:t>how did first payment rate move this quarter vs last, by team?</a:t>
            </a:r>
          </a:p>
        </p:txBody>
      </p:sp>
      <p:sp>
        <p:nvSpPr>
          <p:cNvPr id="12" name="Rounded Rectangle 11"/>
          <p:cNvSpPr/>
          <p:nvPr/>
        </p:nvSpPr>
        <p:spPr>
          <a:xfrm>
            <a:off x="777240" y="2523744"/>
            <a:ext cx="5577840" cy="1737360"/>
          </a:xfrm>
          <a:prstGeom prst="roundRect">
            <a:avLst>
              <a:gd name="adj" fmla="val 8000"/>
            </a:avLst>
          </a:prstGeom>
          <a:solidFill>
            <a:srgbClr val="F8F7F3"/>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7240" y="2633472"/>
            <a:ext cx="54864" cy="1517904"/>
          </a:xfrm>
          <a:prstGeom prst="rect">
            <a:avLst/>
          </a:prstGeom>
          <a:solidFill>
            <a:srgbClr val="1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 y="2596896"/>
            <a:ext cx="5303520" cy="219456"/>
          </a:xfrm>
          <a:prstGeom prst="rect">
            <a:avLst/>
          </a:prstGeom>
          <a:noFill/>
        </p:spPr>
        <p:txBody>
          <a:bodyPr wrap="square" lIns="0" tIns="0" rIns="0" bIns="0" anchor="t">
            <a:spAutoFit/>
          </a:bodyPr>
          <a:lstStyle/>
          <a:p>
            <a:pPr algn="l"/>
            <a:r>
              <a:rPr sz="800" b="1" i="0">
                <a:solidFill>
                  <a:srgbClr val="1F6F7A"/>
                </a:solidFill>
                <a:latin typeface="Calibri"/>
              </a:rPr>
              <a:t>ELEVATE  ·  APP</a:t>
            </a:r>
          </a:p>
        </p:txBody>
      </p:sp>
      <p:sp>
        <p:nvSpPr>
          <p:cNvPr id="15" name="TextBox 14"/>
          <p:cNvSpPr txBox="1"/>
          <p:nvPr/>
        </p:nvSpPr>
        <p:spPr>
          <a:xfrm>
            <a:off x="960120" y="2816352"/>
            <a:ext cx="5303520" cy="658368"/>
          </a:xfrm>
          <a:prstGeom prst="rect">
            <a:avLst/>
          </a:prstGeom>
          <a:noFill/>
        </p:spPr>
        <p:txBody>
          <a:bodyPr wrap="square" lIns="0" tIns="0" rIns="0" bIns="0" anchor="t">
            <a:spAutoFit/>
          </a:bodyPr>
          <a:lstStyle/>
          <a:p>
            <a:pPr algn="l"/>
            <a:r>
              <a:rPr sz="900" b="0" i="0">
                <a:solidFill>
                  <a:srgbClr val="1F2937"/>
                </a:solidFill>
                <a:latin typeface="Calibri"/>
              </a:rPr>
              <a:t>First payment rate is 84.2% this quarter, up 2.1 points from 82.1%. Team East improved most (+3.4 pts); Team North slipped 0.8 pts — the dip traces to week-2 staffing.</a:t>
            </a:r>
          </a:p>
        </p:txBody>
      </p:sp>
      <p:sp>
        <p:nvSpPr>
          <p:cNvPr id="16" name="Rectangle 15"/>
          <p:cNvSpPr/>
          <p:nvPr/>
        </p:nvSpPr>
        <p:spPr>
          <a:xfrm>
            <a:off x="960120" y="3566160"/>
            <a:ext cx="1463040" cy="118872"/>
          </a:xfrm>
          <a:prstGeom prst="rect">
            <a:avLst/>
          </a:prstGeom>
          <a:solidFill>
            <a:srgbClr val="1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496312" y="3547872"/>
            <a:ext cx="1463040" cy="164592"/>
          </a:xfrm>
          <a:prstGeom prst="rect">
            <a:avLst/>
          </a:prstGeom>
          <a:noFill/>
        </p:spPr>
        <p:txBody>
          <a:bodyPr wrap="square" lIns="0" tIns="0" rIns="0" bIns="0" anchor="t">
            <a:spAutoFit/>
          </a:bodyPr>
          <a:lstStyle/>
          <a:p>
            <a:pPr algn="l"/>
            <a:r>
              <a:rPr sz="750" b="0" i="0">
                <a:solidFill>
                  <a:srgbClr val="6B7280"/>
                </a:solidFill>
                <a:latin typeface="Calibri"/>
              </a:rPr>
              <a:t>East 87.9%</a:t>
            </a:r>
          </a:p>
        </p:txBody>
      </p:sp>
      <p:sp>
        <p:nvSpPr>
          <p:cNvPr id="18" name="Rectangle 17"/>
          <p:cNvSpPr/>
          <p:nvPr/>
        </p:nvSpPr>
        <p:spPr>
          <a:xfrm>
            <a:off x="960120" y="3749039"/>
            <a:ext cx="1143000" cy="118872"/>
          </a:xfrm>
          <a:prstGeom prst="rect">
            <a:avLst/>
          </a:prstGeom>
          <a:solidFill>
            <a:srgbClr val="1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176272" y="3730752"/>
            <a:ext cx="1463040" cy="164592"/>
          </a:xfrm>
          <a:prstGeom prst="rect">
            <a:avLst/>
          </a:prstGeom>
          <a:noFill/>
        </p:spPr>
        <p:txBody>
          <a:bodyPr wrap="square" lIns="0" tIns="0" rIns="0" bIns="0" anchor="t">
            <a:spAutoFit/>
          </a:bodyPr>
          <a:lstStyle/>
          <a:p>
            <a:pPr algn="l"/>
            <a:r>
              <a:rPr sz="750" b="0" i="0">
                <a:solidFill>
                  <a:srgbClr val="6B7280"/>
                </a:solidFill>
                <a:latin typeface="Calibri"/>
              </a:rPr>
              <a:t>West 84.6%</a:t>
            </a:r>
          </a:p>
        </p:txBody>
      </p:sp>
      <p:sp>
        <p:nvSpPr>
          <p:cNvPr id="20" name="Rectangle 19"/>
          <p:cNvSpPr/>
          <p:nvPr/>
        </p:nvSpPr>
        <p:spPr>
          <a:xfrm>
            <a:off x="960120" y="3931920"/>
            <a:ext cx="868680" cy="118872"/>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901952" y="3913632"/>
            <a:ext cx="1463040" cy="164592"/>
          </a:xfrm>
          <a:prstGeom prst="rect">
            <a:avLst/>
          </a:prstGeom>
          <a:noFill/>
        </p:spPr>
        <p:txBody>
          <a:bodyPr wrap="square" lIns="0" tIns="0" rIns="0" bIns="0" anchor="t">
            <a:spAutoFit/>
          </a:bodyPr>
          <a:lstStyle/>
          <a:p>
            <a:pPr algn="l"/>
            <a:r>
              <a:rPr sz="750" b="0" i="0">
                <a:solidFill>
                  <a:srgbClr val="6B7280"/>
                </a:solidFill>
                <a:latin typeface="Calibri"/>
              </a:rPr>
              <a:t>North 80.1%</a:t>
            </a:r>
          </a:p>
        </p:txBody>
      </p:sp>
      <p:sp>
        <p:nvSpPr>
          <p:cNvPr id="22" name="TextBox 21"/>
          <p:cNvSpPr txBox="1"/>
          <p:nvPr/>
        </p:nvSpPr>
        <p:spPr>
          <a:xfrm>
            <a:off x="960120" y="3950208"/>
            <a:ext cx="2057400" cy="310896"/>
          </a:xfrm>
          <a:prstGeom prst="rect">
            <a:avLst/>
          </a:prstGeom>
          <a:noFill/>
        </p:spPr>
        <p:txBody>
          <a:bodyPr wrap="square" lIns="0" tIns="0" rIns="0" bIns="0" anchor="t">
            <a:spAutoFit/>
          </a:bodyPr>
          <a:lstStyle/>
          <a:p>
            <a:pPr algn="l"/>
            <a:r>
              <a:rPr sz="750" b="0" i="1">
                <a:solidFill>
                  <a:srgbClr val="6B7280"/>
                </a:solidFill>
                <a:latin typeface="Calibri"/>
              </a:rPr>
              <a:t>Source: gold.resolutions · FirstPaymentRate by Team, Quarter</a:t>
            </a:r>
          </a:p>
        </p:txBody>
      </p:sp>
      <p:sp>
        <p:nvSpPr>
          <p:cNvPr id="23" name="Rounded Rectangle 22"/>
          <p:cNvSpPr/>
          <p:nvPr/>
        </p:nvSpPr>
        <p:spPr>
          <a:xfrm>
            <a:off x="3108960" y="3986784"/>
            <a:ext cx="411480" cy="237744"/>
          </a:xfrm>
          <a:prstGeom prst="roundRect">
            <a:avLst>
              <a:gd name="adj" fmla="val 8000"/>
            </a:avLst>
          </a:prstGeom>
          <a:solidFill>
            <a:srgbClr val="FFFFFF"/>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108960" y="3986784"/>
            <a:ext cx="411480" cy="237744"/>
          </a:xfrm>
          <a:prstGeom prst="rect">
            <a:avLst/>
          </a:prstGeom>
          <a:noFill/>
        </p:spPr>
        <p:txBody>
          <a:bodyPr wrap="square" lIns="0" tIns="0" rIns="0" bIns="0" anchor="ctr">
            <a:spAutoFit/>
          </a:bodyPr>
          <a:lstStyle/>
          <a:p>
            <a:pPr algn="ctr"/>
            <a:r>
              <a:rPr sz="750" b="0" i="0">
                <a:solidFill>
                  <a:srgbClr val="1F2937"/>
                </a:solidFill>
                <a:latin typeface="Calibri"/>
              </a:rPr>
              <a:t>👍</a:t>
            </a:r>
          </a:p>
        </p:txBody>
      </p:sp>
      <p:sp>
        <p:nvSpPr>
          <p:cNvPr id="25" name="Rounded Rectangle 24"/>
          <p:cNvSpPr/>
          <p:nvPr/>
        </p:nvSpPr>
        <p:spPr>
          <a:xfrm>
            <a:off x="3611880" y="3986784"/>
            <a:ext cx="411480" cy="237744"/>
          </a:xfrm>
          <a:prstGeom prst="roundRect">
            <a:avLst>
              <a:gd name="adj" fmla="val 8000"/>
            </a:avLst>
          </a:prstGeom>
          <a:solidFill>
            <a:srgbClr val="FFFFFF"/>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11880" y="3986784"/>
            <a:ext cx="411480" cy="237744"/>
          </a:xfrm>
          <a:prstGeom prst="rect">
            <a:avLst/>
          </a:prstGeom>
          <a:noFill/>
        </p:spPr>
        <p:txBody>
          <a:bodyPr wrap="square" lIns="0" tIns="0" rIns="0" bIns="0" anchor="ctr">
            <a:spAutoFit/>
          </a:bodyPr>
          <a:lstStyle/>
          <a:p>
            <a:pPr algn="ctr"/>
            <a:r>
              <a:rPr sz="750" b="0" i="0">
                <a:solidFill>
                  <a:srgbClr val="1F2937"/>
                </a:solidFill>
                <a:latin typeface="Calibri"/>
              </a:rPr>
              <a:t>👎</a:t>
            </a:r>
          </a:p>
        </p:txBody>
      </p:sp>
      <p:sp>
        <p:nvSpPr>
          <p:cNvPr id="27" name="Rounded Rectangle 26"/>
          <p:cNvSpPr/>
          <p:nvPr/>
        </p:nvSpPr>
        <p:spPr>
          <a:xfrm>
            <a:off x="4114800" y="3986784"/>
            <a:ext cx="1143000" cy="237744"/>
          </a:xfrm>
          <a:prstGeom prst="roundRect">
            <a:avLst>
              <a:gd name="adj" fmla="val 8000"/>
            </a:avLst>
          </a:prstGeom>
          <a:solidFill>
            <a:srgbClr val="FFFFFF"/>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114800" y="3986784"/>
            <a:ext cx="1143000" cy="237744"/>
          </a:xfrm>
          <a:prstGeom prst="rect">
            <a:avLst/>
          </a:prstGeom>
          <a:noFill/>
        </p:spPr>
        <p:txBody>
          <a:bodyPr wrap="square" lIns="0" tIns="0" rIns="0" bIns="0" anchor="ctr">
            <a:spAutoFit/>
          </a:bodyPr>
          <a:lstStyle/>
          <a:p>
            <a:pPr algn="ctr"/>
            <a:r>
              <a:rPr sz="750" b="0" i="0">
                <a:solidFill>
                  <a:srgbClr val="1F2937"/>
                </a:solidFill>
                <a:latin typeface="Calibri"/>
              </a:rPr>
              <a:t>Show as chart</a:t>
            </a:r>
          </a:p>
        </p:txBody>
      </p:sp>
      <p:sp>
        <p:nvSpPr>
          <p:cNvPr id="29" name="Rounded Rectangle 28"/>
          <p:cNvSpPr/>
          <p:nvPr/>
        </p:nvSpPr>
        <p:spPr>
          <a:xfrm>
            <a:off x="5349240" y="3986784"/>
            <a:ext cx="1143000" cy="237744"/>
          </a:xfrm>
          <a:prstGeom prst="roundRect">
            <a:avLst>
              <a:gd name="adj" fmla="val 8000"/>
            </a:avLst>
          </a:prstGeom>
          <a:solidFill>
            <a:srgbClr val="FFFFFF"/>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349240" y="3986784"/>
            <a:ext cx="1143000" cy="237744"/>
          </a:xfrm>
          <a:prstGeom prst="rect">
            <a:avLst/>
          </a:prstGeom>
          <a:noFill/>
        </p:spPr>
        <p:txBody>
          <a:bodyPr wrap="square" lIns="0" tIns="0" rIns="0" bIns="0" anchor="ctr">
            <a:spAutoFit/>
          </a:bodyPr>
          <a:lstStyle/>
          <a:p>
            <a:pPr algn="ctr"/>
            <a:r>
              <a:rPr sz="750" b="0" i="0">
                <a:solidFill>
                  <a:srgbClr val="1F2937"/>
                </a:solidFill>
                <a:latin typeface="Calibri"/>
              </a:rPr>
              <a:t>Ask a follow-up</a:t>
            </a:r>
          </a:p>
        </p:txBody>
      </p:sp>
      <p:sp>
        <p:nvSpPr>
          <p:cNvPr id="31" name="TextBox 30"/>
          <p:cNvSpPr txBox="1"/>
          <p:nvPr/>
        </p:nvSpPr>
        <p:spPr>
          <a:xfrm>
            <a:off x="777240" y="4443984"/>
            <a:ext cx="5394960" cy="219456"/>
          </a:xfrm>
          <a:prstGeom prst="rect">
            <a:avLst/>
          </a:prstGeom>
          <a:noFill/>
        </p:spPr>
        <p:txBody>
          <a:bodyPr wrap="square" lIns="0" tIns="0" rIns="0" bIns="0" anchor="t">
            <a:spAutoFit/>
          </a:bodyPr>
          <a:lstStyle/>
          <a:p>
            <a:pPr algn="l"/>
            <a:r>
              <a:rPr sz="850" b="1" i="0">
                <a:solidFill>
                  <a:srgbClr val="0A1628"/>
                </a:solidFill>
                <a:latin typeface="Calibri"/>
              </a:rPr>
              <a:t>Maria (Agent)  ·  9:44 AM   (via DM — personal scope)</a:t>
            </a:r>
          </a:p>
        </p:txBody>
      </p:sp>
      <p:sp>
        <p:nvSpPr>
          <p:cNvPr id="32" name="TextBox 31"/>
          <p:cNvSpPr txBox="1"/>
          <p:nvPr/>
        </p:nvSpPr>
        <p:spPr>
          <a:xfrm>
            <a:off x="777240" y="4663440"/>
            <a:ext cx="5394960" cy="219456"/>
          </a:xfrm>
          <a:prstGeom prst="rect">
            <a:avLst/>
          </a:prstGeom>
          <a:noFill/>
        </p:spPr>
        <p:txBody>
          <a:bodyPr wrap="square" lIns="0" tIns="0" rIns="0" bIns="0" anchor="t">
            <a:spAutoFit/>
          </a:bodyPr>
          <a:lstStyle/>
          <a:p>
            <a:pPr algn="l"/>
            <a:r>
              <a:rPr sz="950" b="0" i="0">
                <a:solidFill>
                  <a:srgbClr val="1F2937"/>
                </a:solidFill>
                <a:latin typeface="Calibri"/>
              </a:rPr>
              <a:t>what were my deals signed last week?</a:t>
            </a:r>
          </a:p>
        </p:txBody>
      </p:sp>
      <p:sp>
        <p:nvSpPr>
          <p:cNvPr id="33" name="Rounded Rectangle 32"/>
          <p:cNvSpPr/>
          <p:nvPr/>
        </p:nvSpPr>
        <p:spPr>
          <a:xfrm>
            <a:off x="777240" y="4956048"/>
            <a:ext cx="5577840" cy="685800"/>
          </a:xfrm>
          <a:prstGeom prst="roundRect">
            <a:avLst>
              <a:gd name="adj" fmla="val 8000"/>
            </a:avLst>
          </a:prstGeom>
          <a:solidFill>
            <a:srgbClr val="F8F7F3"/>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777240" y="5047488"/>
            <a:ext cx="54864" cy="502920"/>
          </a:xfrm>
          <a:prstGeom prst="rect">
            <a:avLst/>
          </a:prstGeom>
          <a:solidFill>
            <a:srgbClr val="1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60120" y="5029200"/>
            <a:ext cx="5303520" cy="548640"/>
          </a:xfrm>
          <a:prstGeom prst="rect">
            <a:avLst/>
          </a:prstGeom>
          <a:noFill/>
        </p:spPr>
        <p:txBody>
          <a:bodyPr wrap="square" lIns="0" tIns="0" rIns="0" bIns="0" anchor="t">
            <a:spAutoFit/>
          </a:bodyPr>
          <a:lstStyle/>
          <a:p>
            <a:pPr algn="l"/>
            <a:r>
              <a:rPr sz="900" b="0" i="0">
                <a:solidFill>
                  <a:srgbClr val="1F2937"/>
                </a:solidFill>
                <a:latin typeface="Calibri"/>
              </a:rPr>
              <a:t>You signed 14 deals last week — 3 above your 4-week average. Your resolution rate held at 61%.  </a:t>
            </a:r>
            <a:r>
              <a:rPr sz="750" b="0" i="1">
                <a:solidFill>
                  <a:srgbClr val="6B7280"/>
                </a:solidFill>
                <a:latin typeface="Calibri"/>
              </a:rPr>
              <a:t>Source: gold.agent_metrics</a:t>
            </a:r>
          </a:p>
        </p:txBody>
      </p:sp>
      <p:sp>
        <p:nvSpPr>
          <p:cNvPr id="36" name="TextBox 35"/>
          <p:cNvSpPr txBox="1"/>
          <p:nvPr/>
        </p:nvSpPr>
        <p:spPr>
          <a:xfrm>
            <a:off x="777240" y="5806440"/>
            <a:ext cx="5669280" cy="457200"/>
          </a:xfrm>
          <a:prstGeom prst="rect">
            <a:avLst/>
          </a:prstGeom>
          <a:noFill/>
        </p:spPr>
        <p:txBody>
          <a:bodyPr wrap="square" lIns="0" tIns="0" rIns="0" bIns="0" anchor="t">
            <a:spAutoFit/>
          </a:bodyPr>
          <a:lstStyle/>
          <a:p>
            <a:pPr algn="l"/>
            <a:r>
              <a:rPr sz="800" b="0" i="1">
                <a:solidFill>
                  <a:srgbClr val="6B7280"/>
                </a:solidFill>
                <a:latin typeface="Calibri"/>
              </a:rPr>
              <a:t>Same question types, different scope per role — the RBAC slide in action. Feedback buttons feed the weekly tuning loop.</a:t>
            </a:r>
          </a:p>
        </p:txBody>
      </p:sp>
      <p:sp>
        <p:nvSpPr>
          <p:cNvPr id="37" name="Rounded Rectangle 36"/>
          <p:cNvSpPr/>
          <p:nvPr/>
        </p:nvSpPr>
        <p:spPr>
          <a:xfrm>
            <a:off x="6766560" y="1463040"/>
            <a:ext cx="4846320" cy="3200400"/>
          </a:xfrm>
          <a:prstGeom prst="roundRect">
            <a:avLst>
              <a:gd name="adj" fmla="val 8000"/>
            </a:avLst>
          </a:prstGeom>
          <a:solidFill>
            <a:srgbClr val="13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967728" y="1591056"/>
            <a:ext cx="4480560" cy="237744"/>
          </a:xfrm>
          <a:prstGeom prst="rect">
            <a:avLst/>
          </a:prstGeom>
          <a:noFill/>
        </p:spPr>
        <p:txBody>
          <a:bodyPr wrap="square" lIns="0" tIns="0" rIns="0" bIns="0" anchor="t">
            <a:spAutoFit/>
          </a:bodyPr>
          <a:lstStyle/>
          <a:p>
            <a:pPr algn="l"/>
            <a:r>
              <a:rPr sz="900" b="1" i="0">
                <a:solidFill>
                  <a:srgbClr val="B8913B"/>
                </a:solidFill>
                <a:latin typeface="Calibri"/>
              </a:rPr>
              <a:t>VOICE  ·  web chat client</a:t>
            </a:r>
          </a:p>
        </p:txBody>
      </p:sp>
      <p:sp>
        <p:nvSpPr>
          <p:cNvPr id="39" name="Oval 38"/>
          <p:cNvSpPr/>
          <p:nvPr/>
        </p:nvSpPr>
        <p:spPr>
          <a:xfrm>
            <a:off x="8778240" y="1965960"/>
            <a:ext cx="777240" cy="777240"/>
          </a:xfrm>
          <a:prstGeom prst="ellipse">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778240" y="1965960"/>
            <a:ext cx="777240" cy="777240"/>
          </a:xfrm>
          <a:prstGeom prst="rect">
            <a:avLst/>
          </a:prstGeom>
          <a:noFill/>
        </p:spPr>
        <p:txBody>
          <a:bodyPr wrap="square" lIns="0" tIns="0" rIns="0" bIns="0" anchor="ctr">
            <a:spAutoFit/>
          </a:bodyPr>
          <a:lstStyle/>
          <a:p>
            <a:pPr algn="ctr"/>
            <a:r>
              <a:rPr sz="1800" b="0" i="0">
                <a:solidFill>
                  <a:srgbClr val="1F2937"/>
                </a:solidFill>
                <a:latin typeface="Calibri"/>
              </a:rPr>
              <a:t>🎤</a:t>
            </a:r>
          </a:p>
        </p:txBody>
      </p:sp>
      <p:sp>
        <p:nvSpPr>
          <p:cNvPr id="41" name="Rectangle 40"/>
          <p:cNvSpPr/>
          <p:nvPr/>
        </p:nvSpPr>
        <p:spPr>
          <a:xfrm>
            <a:off x="7635240" y="3017520"/>
            <a:ext cx="82296" cy="91440"/>
          </a:xfrm>
          <a:prstGeom prst="rect">
            <a:avLst/>
          </a:prstGeom>
          <a:solidFill>
            <a:srgbClr val="2BA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7982712" y="2962656"/>
            <a:ext cx="82296" cy="201168"/>
          </a:xfrm>
          <a:prstGeom prst="rect">
            <a:avLst/>
          </a:prstGeom>
          <a:solidFill>
            <a:srgbClr val="2BA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8330183" y="2907792"/>
            <a:ext cx="82296" cy="310896"/>
          </a:xfrm>
          <a:prstGeom prst="rect">
            <a:avLst/>
          </a:prstGeom>
          <a:solidFill>
            <a:srgbClr val="2BA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8677656" y="2971800"/>
            <a:ext cx="82296" cy="182880"/>
          </a:xfrm>
          <a:prstGeom prst="rect">
            <a:avLst/>
          </a:prstGeom>
          <a:solidFill>
            <a:srgbClr val="2BA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9025128" y="2880360"/>
            <a:ext cx="82296" cy="365760"/>
          </a:xfrm>
          <a:prstGeom prst="rect">
            <a:avLst/>
          </a:prstGeom>
          <a:solidFill>
            <a:srgbClr val="2BA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9372600" y="2944368"/>
            <a:ext cx="82296" cy="237744"/>
          </a:xfrm>
          <a:prstGeom prst="rect">
            <a:avLst/>
          </a:prstGeom>
          <a:solidFill>
            <a:srgbClr val="2BA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9720072" y="2907792"/>
            <a:ext cx="82296" cy="310896"/>
          </a:xfrm>
          <a:prstGeom prst="rect">
            <a:avLst/>
          </a:prstGeom>
          <a:solidFill>
            <a:srgbClr val="2BA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10067544" y="2990088"/>
            <a:ext cx="82296" cy="146304"/>
          </a:xfrm>
          <a:prstGeom prst="rect">
            <a:avLst/>
          </a:prstGeom>
          <a:solidFill>
            <a:srgbClr val="2BA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10415016" y="3017520"/>
            <a:ext cx="82296" cy="91440"/>
          </a:xfrm>
          <a:prstGeom prst="rect">
            <a:avLst/>
          </a:prstGeom>
          <a:solidFill>
            <a:srgbClr val="2BA3B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967728" y="3383280"/>
            <a:ext cx="4480560" cy="256032"/>
          </a:xfrm>
          <a:prstGeom prst="rect">
            <a:avLst/>
          </a:prstGeom>
          <a:noFill/>
        </p:spPr>
        <p:txBody>
          <a:bodyPr wrap="square" lIns="0" tIns="0" rIns="0" bIns="0" anchor="t">
            <a:spAutoFit/>
          </a:bodyPr>
          <a:lstStyle/>
          <a:p>
            <a:pPr algn="ctr"/>
            <a:r>
              <a:rPr sz="950" b="0" i="1">
                <a:solidFill>
                  <a:srgbClr val="D8DEE7"/>
                </a:solidFill>
                <a:latin typeface="Calibri"/>
              </a:rPr>
              <a:t>“How are deals looking this month for Team West?”</a:t>
            </a:r>
          </a:p>
        </p:txBody>
      </p:sp>
      <p:sp>
        <p:nvSpPr>
          <p:cNvPr id="51" name="TextBox 50"/>
          <p:cNvSpPr txBox="1"/>
          <p:nvPr/>
        </p:nvSpPr>
        <p:spPr>
          <a:xfrm>
            <a:off x="6967728" y="3703320"/>
            <a:ext cx="4480560" cy="822960"/>
          </a:xfrm>
          <a:prstGeom prst="rect">
            <a:avLst/>
          </a:prstGeom>
          <a:noFill/>
        </p:spPr>
        <p:txBody>
          <a:bodyPr wrap="square" lIns="0" tIns="0" rIns="0" bIns="0" anchor="t">
            <a:spAutoFit/>
          </a:bodyPr>
          <a:lstStyle/>
          <a:p>
            <a:pPr algn="ctr"/>
            <a:r>
              <a:rPr sz="950" b="0" i="0">
                <a:solidFill>
                  <a:srgbClr val="FFFFFF"/>
                </a:solidFill>
                <a:latin typeface="Calibri"/>
              </a:rPr>
              <a:t>🔊  “Team West has signed two hundred and twelve deals — about six percent ahead of last month. Want the breakdown by agent?”</a:t>
            </a:r>
          </a:p>
        </p:txBody>
      </p:sp>
      <p:sp>
        <p:nvSpPr>
          <p:cNvPr id="52" name="Rounded Rectangle 51"/>
          <p:cNvSpPr/>
          <p:nvPr/>
        </p:nvSpPr>
        <p:spPr>
          <a:xfrm>
            <a:off x="6766560" y="4846320"/>
            <a:ext cx="4846320" cy="1508760"/>
          </a:xfrm>
          <a:prstGeom prst="roundRect">
            <a:avLst>
              <a:gd name="adj" fmla="val 8000"/>
            </a:avLst>
          </a:prstGeom>
          <a:solidFill>
            <a:srgbClr val="F4F1E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6766560" y="4956048"/>
            <a:ext cx="64008" cy="1289304"/>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995160" y="4974336"/>
            <a:ext cx="4434840" cy="274320"/>
          </a:xfrm>
          <a:prstGeom prst="rect">
            <a:avLst/>
          </a:prstGeom>
          <a:noFill/>
        </p:spPr>
        <p:txBody>
          <a:bodyPr wrap="square" lIns="0" tIns="0" rIns="0" bIns="0" anchor="t">
            <a:spAutoFit/>
          </a:bodyPr>
          <a:lstStyle/>
          <a:p>
            <a:pPr algn="l"/>
            <a:r>
              <a:rPr sz="1200" b="1" i="0">
                <a:solidFill>
                  <a:srgbClr val="8A6A25"/>
                </a:solidFill>
                <a:latin typeface="Calibri"/>
              </a:rPr>
              <a:t>Seeing it live</a:t>
            </a:r>
          </a:p>
        </p:txBody>
      </p:sp>
      <p:sp>
        <p:nvSpPr>
          <p:cNvPr id="55" name="TextBox 54"/>
          <p:cNvSpPr txBox="1"/>
          <p:nvPr/>
        </p:nvSpPr>
        <p:spPr>
          <a:xfrm>
            <a:off x="6995160" y="5266944"/>
            <a:ext cx="4434840" cy="1005840"/>
          </a:xfrm>
          <a:prstGeom prst="rect">
            <a:avLst/>
          </a:prstGeom>
          <a:noFill/>
        </p:spPr>
        <p:txBody>
          <a:bodyPr wrap="square" lIns="0" tIns="0" rIns="0" bIns="0" anchor="t">
            <a:spAutoFit/>
          </a:bodyPr>
          <a:lstStyle/>
          <a:p>
            <a:pPr algn="l"/>
            <a:r>
              <a:rPr sz="950" b="0" i="0">
                <a:solidFill>
                  <a:srgbClr val="1F2937"/>
                </a:solidFill>
                <a:latin typeface="Calibri"/>
              </a:rPr>
              <a:t>A clickable prototype of both interfaces is ready to walk through in the Week-0 prep session. From sprint 2 onward, the bi-weekly demos show the real agent answering real questions in your Dev workspace — not mock-ups.</a:t>
            </a:r>
          </a:p>
        </p:txBody>
      </p:sp>
      <p:sp>
        <p:nvSpPr>
          <p:cNvPr id="56" name="TextBox 55"/>
          <p:cNvSpPr txBox="1"/>
          <p:nvPr/>
        </p:nvSpPr>
        <p:spPr>
          <a:xfrm>
            <a:off x="548640" y="6473952"/>
            <a:ext cx="731520" cy="274320"/>
          </a:xfrm>
          <a:prstGeom prst="rect">
            <a:avLst/>
          </a:prstGeom>
          <a:noFill/>
        </p:spPr>
        <p:txBody>
          <a:bodyPr wrap="none" lIns="0" tIns="0">
            <a:spAutoFit/>
          </a:bodyPr>
          <a:lstStyle/>
          <a:p>
            <a:fld id="{B7A4F5C1-0000-4000-8000-000000000001}" type="slidenum">
              <a:rPr sz="900">
                <a:solidFill>
                  <a:srgbClr val="B9C0CB"/>
                </a:solidFill>
                <a:latin typeface="Calibri"/>
              </a:rPr>
              <a:t>15</a:t>
            </a:fld>
            <a:endParaRPr sz="900">
              <a:solidFill>
                <a:srgbClr val="B9C0CB"/>
              </a:solidFill>
              <a:latin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GOVERNANCE &amp; COMPLIANCE  ·  HOW IT WORKS</a:t>
            </a:r>
            <a:endParaRPr lang="en-US" sz="1000"/>
          </a:p>
        </p:txBody>
      </p:sp>
      <p:sp>
        <p:nvSpPr>
          <p:cNvPr id="5" name="Text 3"/>
          <p:cNvSpPr/>
          <p:nvPr/>
        </p:nvSpPr>
        <p:spPr>
          <a:xfrm>
            <a:off x="548640" y="457200"/>
            <a:ext cx="11064240" cy="548640"/>
          </a:xfrm>
          <a:prstGeom prst="rect">
            <a:avLst/>
          </a:prstGeom>
          <a:noFill/>
          <a:ln/>
        </p:spPr>
        <p:txBody>
          <a:bodyPr wrap="square" lIns="0" tIns="0" rIns="0" bIns="0" rtlCol="0" anchor="ctr"/>
          <a:lstStyle/>
          <a:p>
            <a:pPr marL="0" indent="0">
              <a:buNone/>
            </a:pPr>
            <a:r>
              <a:rPr lang="en-US" sz="2500" b="1">
                <a:solidFill>
                  <a:srgbClr val="0A1628"/>
                </a:solidFill>
                <a:latin typeface="Georgia" pitchFamily="34" charset="0"/>
                <a:ea typeface="Georgia" pitchFamily="34" charset="-122"/>
                <a:cs typeface="Georgia" pitchFamily="34" charset="-120"/>
              </a:rPr>
              <a:t>How every request stays inside the lines</a:t>
            </a:r>
            <a:endParaRPr lang="en-US" sz="2500"/>
          </a:p>
        </p:txBody>
      </p:sp>
      <p:sp>
        <p:nvSpPr>
          <p:cNvPr id="6" name="Shape 4"/>
          <p:cNvSpPr/>
          <p:nvPr/>
        </p:nvSpPr>
        <p:spPr>
          <a:xfrm>
            <a:off x="566928" y="1024128"/>
            <a:ext cx="1371600" cy="32004"/>
          </a:xfrm>
          <a:prstGeom prst="rect">
            <a:avLst/>
          </a:prstGeom>
          <a:solidFill>
            <a:srgbClr val="B8913B"/>
          </a:solidFill>
          <a:ln/>
        </p:spPr>
        <p:txBody>
          <a:bodyPr/>
          <a:lstStyle/>
          <a:p>
            <a:endParaRPr lang="en-IN"/>
          </a:p>
        </p:txBody>
      </p:sp>
      <p:sp>
        <p:nvSpPr>
          <p:cNvPr id="7" name="Text 5"/>
          <p:cNvSpPr/>
          <p:nvPr/>
        </p:nvSpPr>
        <p:spPr>
          <a:xfrm>
            <a:off x="548640" y="1115568"/>
            <a:ext cx="11064240" cy="310896"/>
          </a:xfrm>
          <a:prstGeom prst="rect">
            <a:avLst/>
          </a:prstGeom>
          <a:noFill/>
          <a:ln/>
        </p:spPr>
        <p:txBody>
          <a:bodyPr wrap="square" lIns="0" tIns="0" rIns="0" bIns="0" rtlCol="0" anchor="ctr"/>
          <a:lstStyle/>
          <a:p>
            <a:pPr marL="0" indent="0">
              <a:buNone/>
            </a:pPr>
            <a:r>
              <a:rPr lang="en-US" sz="1200">
                <a:solidFill>
                  <a:srgbClr val="1F6F7A"/>
                </a:solidFill>
                <a:latin typeface="Calibri" pitchFamily="34" charset="0"/>
                <a:ea typeface="Calibri" pitchFamily="34" charset="-122"/>
                <a:cs typeface="Calibri" pitchFamily="34" charset="-120"/>
              </a:rPr>
              <a:t>Identity first, masking before the model, a log entry no matter what</a:t>
            </a:r>
            <a:endParaRPr lang="en-US" sz="1200"/>
          </a:p>
        </p:txBody>
      </p:sp>
      <p:pic>
        <p:nvPicPr>
          <p:cNvPr id="8" name="Image 0" descr="/home/claude/better_pov/img/RFP_gov.png"/>
          <p:cNvPicPr>
            <a:picLocks noChangeAspect="1"/>
          </p:cNvPicPr>
          <p:nvPr/>
        </p:nvPicPr>
        <p:blipFill>
          <a:blip r:embed="rId3"/>
          <a:stretch>
            <a:fillRect/>
          </a:stretch>
        </p:blipFill>
        <p:spPr>
          <a:xfrm>
            <a:off x="685800" y="1554480"/>
            <a:ext cx="10817352" cy="3538728"/>
          </a:xfrm>
          <a:prstGeom prst="rect">
            <a:avLst/>
          </a:prstGeom>
        </p:spPr>
      </p:pic>
      <p:sp>
        <p:nvSpPr>
          <p:cNvPr id="9" name="Shape 6"/>
          <p:cNvSpPr/>
          <p:nvPr/>
        </p:nvSpPr>
        <p:spPr>
          <a:xfrm>
            <a:off x="548640" y="5303520"/>
            <a:ext cx="11064240" cy="1051560"/>
          </a:xfrm>
          <a:prstGeom prst="roundRect">
            <a:avLst>
              <a:gd name="adj" fmla="val 5217"/>
            </a:avLst>
          </a:prstGeom>
          <a:solidFill>
            <a:srgbClr val="F8F7F3"/>
          </a:solidFill>
          <a:ln w="9525">
            <a:solidFill>
              <a:srgbClr val="E5E7EB"/>
            </a:solidFill>
            <a:prstDash val="solid"/>
          </a:ln>
        </p:spPr>
        <p:txBody>
          <a:bodyPr/>
          <a:lstStyle/>
          <a:p>
            <a:endParaRPr lang="en-IN"/>
          </a:p>
        </p:txBody>
      </p:sp>
      <p:sp>
        <p:nvSpPr>
          <p:cNvPr id="10" name="Shape 7"/>
          <p:cNvSpPr/>
          <p:nvPr/>
        </p:nvSpPr>
        <p:spPr>
          <a:xfrm>
            <a:off x="548640" y="5413248"/>
            <a:ext cx="64008" cy="832104"/>
          </a:xfrm>
          <a:prstGeom prst="rect">
            <a:avLst/>
          </a:prstGeom>
          <a:solidFill>
            <a:srgbClr val="1F6F7A"/>
          </a:solidFill>
          <a:ln/>
        </p:spPr>
        <p:txBody>
          <a:bodyPr/>
          <a:lstStyle/>
          <a:p>
            <a:endParaRPr lang="en-IN"/>
          </a:p>
        </p:txBody>
      </p:sp>
      <p:sp>
        <p:nvSpPr>
          <p:cNvPr id="11" name="Text 8"/>
          <p:cNvSpPr/>
          <p:nvPr/>
        </p:nvSpPr>
        <p:spPr>
          <a:xfrm>
            <a:off x="804672" y="5413248"/>
            <a:ext cx="10515600" cy="274320"/>
          </a:xfrm>
          <a:prstGeom prst="rect">
            <a:avLst/>
          </a:prstGeom>
          <a:noFill/>
          <a:ln/>
        </p:spPr>
        <p:txBody>
          <a:bodyPr wrap="square" lIns="0" tIns="0" rIns="0" bIns="0" rtlCol="0" anchor="ctr"/>
          <a:lstStyle/>
          <a:p>
            <a:pPr marL="0" indent="0">
              <a:buNone/>
            </a:pPr>
            <a:r>
              <a:rPr lang="en-US" sz="1200" b="1">
                <a:solidFill>
                  <a:srgbClr val="0A1628"/>
                </a:solidFill>
                <a:latin typeface="Calibri" pitchFamily="34" charset="0"/>
                <a:ea typeface="Calibri" pitchFamily="34" charset="-122"/>
                <a:cs typeface="Calibri" pitchFamily="34" charset="-120"/>
              </a:rPr>
              <a:t>The design principle</a:t>
            </a:r>
            <a:endParaRPr lang="en-US" sz="1200"/>
          </a:p>
        </p:txBody>
      </p:sp>
      <p:sp>
        <p:nvSpPr>
          <p:cNvPr id="12" name="Text 9"/>
          <p:cNvSpPr/>
          <p:nvPr/>
        </p:nvSpPr>
        <p:spPr>
          <a:xfrm>
            <a:off x="804672" y="5705856"/>
            <a:ext cx="10515600" cy="594360"/>
          </a:xfrm>
          <a:prstGeom prst="rect">
            <a:avLst/>
          </a:prstGeom>
          <a:noFill/>
          <a:ln/>
        </p:spPr>
        <p:txBody>
          <a:bodyPr wrap="square" lIns="0" tIns="0" rIns="0" bIns="0" rtlCol="0" anchor="ctr"/>
          <a:lstStyle/>
          <a:p>
            <a:pPr marL="0" indent="0">
              <a:buNone/>
            </a:pPr>
            <a:r>
              <a:rPr lang="en-US" sz="1050">
                <a:solidFill>
                  <a:srgbClr val="1F2937"/>
                </a:solidFill>
                <a:latin typeface="Calibri" pitchFamily="34" charset="0"/>
                <a:ea typeface="Calibri" pitchFamily="34" charset="-122"/>
                <a:cs typeface="Calibri" pitchFamily="34" charset="-120"/>
              </a:rPr>
              <a:t>We never trust the model to behave — we make misbehavior structurally impossible. RBAC is enforced by the data platform, masking happens before a prompt exists, and the guardrails run in code we can test, not in instructions we hope the model follows.</a:t>
            </a:r>
            <a:endParaRPr lang="en-US" sz="1050"/>
          </a:p>
        </p:txBody>
      </p:sp>
      <p:sp>
        <p:nvSpPr>
          <p:cNvPr id="14" name="Text 1">
            <a:extLst>
              <a:ext uri="{FF2B5EF4-FFF2-40B4-BE49-F238E27FC236}">
                <a16:creationId xmlns:a16="http://schemas.microsoft.com/office/drawing/2014/main" id="{C409DD8C-3DDC-0A85-275C-C271733503C3}"/>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16</a:t>
            </a:fld>
            <a:endParaRPr lang="en-US" sz="1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GOVERNANCE &amp; COMPLIANCE  ·</a:t>
            </a:r>
            <a:endParaRPr lang="en-US" sz="1000"/>
          </a:p>
        </p:txBody>
      </p:sp>
      <p:sp>
        <p:nvSpPr>
          <p:cNvPr id="5" name="Text 3"/>
          <p:cNvSpPr/>
          <p:nvPr/>
        </p:nvSpPr>
        <p:spPr>
          <a:xfrm>
            <a:off x="548640" y="438912"/>
            <a:ext cx="11064240" cy="502920"/>
          </a:xfrm>
          <a:prstGeom prst="rect">
            <a:avLst/>
          </a:prstGeom>
          <a:noFill/>
          <a:ln/>
        </p:spPr>
        <p:txBody>
          <a:bodyPr wrap="square" lIns="0" tIns="0" rIns="0" bIns="0" rtlCol="0" anchor="ctr"/>
          <a:lstStyle/>
          <a:p>
            <a:pPr marL="0" indent="0">
              <a:buNone/>
            </a:pPr>
            <a:r>
              <a:rPr lang="en-US" sz="2300" b="1">
                <a:solidFill>
                  <a:srgbClr val="0A1628"/>
                </a:solidFill>
                <a:latin typeface="Georgia" pitchFamily="34" charset="0"/>
                <a:ea typeface="Georgia" pitchFamily="34" charset="-122"/>
                <a:cs typeface="Georgia" pitchFamily="34" charset="-120"/>
              </a:rPr>
              <a:t>One question, three tiers, three governed answers</a:t>
            </a:r>
            <a:endParaRPr lang="en-US" sz="2300"/>
          </a:p>
        </p:txBody>
      </p:sp>
      <p:sp>
        <p:nvSpPr>
          <p:cNvPr id="6" name="Shape 4"/>
          <p:cNvSpPr/>
          <p:nvPr/>
        </p:nvSpPr>
        <p:spPr>
          <a:xfrm>
            <a:off x="566928" y="960120"/>
            <a:ext cx="1371600" cy="32004"/>
          </a:xfrm>
          <a:prstGeom prst="rect">
            <a:avLst/>
          </a:prstGeom>
          <a:solidFill>
            <a:srgbClr val="B8913B"/>
          </a:solidFill>
          <a:ln/>
        </p:spPr>
        <p:txBody>
          <a:bodyPr/>
          <a:lstStyle/>
          <a:p>
            <a:endParaRPr lang="en-IN"/>
          </a:p>
        </p:txBody>
      </p:sp>
      <p:sp>
        <p:nvSpPr>
          <p:cNvPr id="7" name="Text 5"/>
          <p:cNvSpPr/>
          <p:nvPr/>
        </p:nvSpPr>
        <p:spPr>
          <a:xfrm>
            <a:off x="548640" y="1024128"/>
            <a:ext cx="11064240" cy="274320"/>
          </a:xfrm>
          <a:prstGeom prst="rect">
            <a:avLst/>
          </a:prstGeom>
          <a:noFill/>
          <a:ln/>
        </p:spPr>
        <p:txBody>
          <a:bodyPr wrap="square" lIns="0" tIns="0" rIns="0" bIns="0" rtlCol="0" anchor="ctr"/>
          <a:lstStyle/>
          <a:p>
            <a:pPr marL="0" indent="0">
              <a:buNone/>
            </a:pPr>
            <a:r>
              <a:rPr lang="en-US" sz="1100">
                <a:solidFill>
                  <a:srgbClr val="1F6F7A"/>
                </a:solidFill>
                <a:latin typeface="Calibri" pitchFamily="34" charset="0"/>
                <a:ea typeface="Calibri" pitchFamily="34" charset="-122"/>
                <a:cs typeface="Calibri" pitchFamily="34" charset="-120"/>
              </a:rPr>
              <a:t>Your existing Agent / Manager / Executive model, inherited — the same question returns only what each role may see</a:t>
            </a:r>
            <a:endParaRPr lang="en-US" sz="1100"/>
          </a:p>
        </p:txBody>
      </p:sp>
      <p:sp>
        <p:nvSpPr>
          <p:cNvPr id="8" name="Shape 6"/>
          <p:cNvSpPr/>
          <p:nvPr/>
        </p:nvSpPr>
        <p:spPr>
          <a:xfrm>
            <a:off x="1193292" y="1417320"/>
            <a:ext cx="9774936" cy="475488"/>
          </a:xfrm>
          <a:prstGeom prst="roundRect">
            <a:avLst>
              <a:gd name="adj" fmla="val 50000"/>
            </a:avLst>
          </a:prstGeom>
          <a:solidFill>
            <a:srgbClr val="F8F7F3"/>
          </a:solidFill>
          <a:ln w="12700">
            <a:solidFill>
              <a:srgbClr val="D1D5DB"/>
            </a:solidFill>
            <a:prstDash val="solid"/>
          </a:ln>
        </p:spPr>
        <p:txBody>
          <a:bodyPr/>
          <a:lstStyle/>
          <a:p>
            <a:endParaRPr lang="en-IN"/>
          </a:p>
        </p:txBody>
      </p:sp>
      <p:sp>
        <p:nvSpPr>
          <p:cNvPr id="9" name="Text 7"/>
          <p:cNvSpPr/>
          <p:nvPr/>
        </p:nvSpPr>
        <p:spPr>
          <a:xfrm>
            <a:off x="1193292" y="1417320"/>
            <a:ext cx="9774936" cy="475488"/>
          </a:xfrm>
          <a:prstGeom prst="rect">
            <a:avLst/>
          </a:prstGeom>
          <a:noFill/>
          <a:ln/>
        </p:spPr>
        <p:txBody>
          <a:bodyPr wrap="square" lIns="0" tIns="0" rIns="0" bIns="0" rtlCol="0" anchor="ctr"/>
          <a:lstStyle/>
          <a:p>
            <a:pPr marL="0" indent="0" algn="ctr">
              <a:buNone/>
            </a:pPr>
            <a:r>
              <a:rPr lang="en-US" sz="1200" i="1">
                <a:solidFill>
                  <a:srgbClr val="6B7280"/>
                </a:solidFill>
                <a:latin typeface="Calibri" pitchFamily="34" charset="0"/>
                <a:ea typeface="Calibri" pitchFamily="34" charset="-122"/>
                <a:cs typeface="Calibri" pitchFamily="34" charset="-120"/>
              </a:rPr>
              <a:t>The same question from all three:  </a:t>
            </a:r>
            <a:r>
              <a:rPr lang="en-US" sz="1200" b="1">
                <a:solidFill>
                  <a:srgbClr val="0A1628"/>
                </a:solidFill>
                <a:latin typeface="Calibri" pitchFamily="34" charset="0"/>
                <a:ea typeface="Calibri" pitchFamily="34" charset="-122"/>
                <a:cs typeface="Calibri" pitchFamily="34" charset="-120"/>
              </a:rPr>
              <a:t>“How are deals signed looking this month?”</a:t>
            </a:r>
            <a:endParaRPr lang="en-US" sz="1200"/>
          </a:p>
        </p:txBody>
      </p:sp>
      <p:sp>
        <p:nvSpPr>
          <p:cNvPr id="10" name="Shape 8"/>
          <p:cNvSpPr/>
          <p:nvPr/>
        </p:nvSpPr>
        <p:spPr>
          <a:xfrm>
            <a:off x="553212" y="2103120"/>
            <a:ext cx="3520440" cy="475488"/>
          </a:xfrm>
          <a:prstGeom prst="roundRect">
            <a:avLst>
              <a:gd name="adj" fmla="val 9615"/>
            </a:avLst>
          </a:prstGeom>
          <a:solidFill>
            <a:srgbClr val="1F6F7A"/>
          </a:solidFill>
          <a:ln/>
        </p:spPr>
        <p:txBody>
          <a:bodyPr/>
          <a:lstStyle/>
          <a:p>
            <a:endParaRPr lang="en-IN"/>
          </a:p>
        </p:txBody>
      </p:sp>
      <p:sp>
        <p:nvSpPr>
          <p:cNvPr id="11" name="Text 9"/>
          <p:cNvSpPr/>
          <p:nvPr/>
        </p:nvSpPr>
        <p:spPr>
          <a:xfrm>
            <a:off x="690372" y="2103120"/>
            <a:ext cx="3246120" cy="274320"/>
          </a:xfrm>
          <a:prstGeom prst="rect">
            <a:avLst/>
          </a:prstGeom>
          <a:noFill/>
          <a:ln/>
        </p:spPr>
        <p:txBody>
          <a:bodyPr wrap="square" lIns="0" tIns="0" rIns="0" bIns="0" rtlCol="0" anchor="b"/>
          <a:lstStyle/>
          <a:p>
            <a:pPr marL="0" indent="0">
              <a:buNone/>
            </a:pPr>
            <a:r>
              <a:rPr lang="en-US" sz="1100" b="1" kern="0" spc="150">
                <a:solidFill>
                  <a:srgbClr val="FFFFFF"/>
                </a:solidFill>
                <a:latin typeface="Calibri" pitchFamily="34" charset="0"/>
                <a:ea typeface="Calibri" pitchFamily="34" charset="-122"/>
                <a:cs typeface="Calibri" pitchFamily="34" charset="-120"/>
              </a:rPr>
              <a:t>AGENT</a:t>
            </a:r>
            <a:endParaRPr lang="en-US" sz="1100"/>
          </a:p>
        </p:txBody>
      </p:sp>
      <p:sp>
        <p:nvSpPr>
          <p:cNvPr id="12" name="Text 10"/>
          <p:cNvSpPr/>
          <p:nvPr/>
        </p:nvSpPr>
        <p:spPr>
          <a:xfrm>
            <a:off x="690372" y="2340864"/>
            <a:ext cx="3246120" cy="219456"/>
          </a:xfrm>
          <a:prstGeom prst="rect">
            <a:avLst/>
          </a:prstGeom>
          <a:noFill/>
          <a:ln/>
        </p:spPr>
        <p:txBody>
          <a:bodyPr wrap="square" lIns="0" tIns="0" rIns="0" bIns="0" rtlCol="0" anchor="t"/>
          <a:lstStyle/>
          <a:p>
            <a:pPr marL="0" indent="0">
              <a:buNone/>
            </a:pPr>
            <a:r>
              <a:rPr lang="en-US" sz="800" i="1">
                <a:solidFill>
                  <a:srgbClr val="C9D4E0"/>
                </a:solidFill>
                <a:latin typeface="Calibri" pitchFamily="34" charset="0"/>
                <a:ea typeface="Calibri" pitchFamily="34" charset="-122"/>
                <a:cs typeface="Calibri" pitchFamily="34" charset="-120"/>
              </a:rPr>
              <a:t>Maria — call-center agent</a:t>
            </a:r>
            <a:endParaRPr lang="en-US" sz="800"/>
          </a:p>
        </p:txBody>
      </p:sp>
      <p:sp>
        <p:nvSpPr>
          <p:cNvPr id="13" name="Shape 11"/>
          <p:cNvSpPr/>
          <p:nvPr/>
        </p:nvSpPr>
        <p:spPr>
          <a:xfrm>
            <a:off x="2313432" y="2596896"/>
            <a:ext cx="0" cy="237744"/>
          </a:xfrm>
          <a:prstGeom prst="line">
            <a:avLst/>
          </a:prstGeom>
          <a:noFill/>
          <a:ln w="19050">
            <a:solidFill>
              <a:srgbClr val="6B7280"/>
            </a:solidFill>
            <a:prstDash val="solid"/>
            <a:tailEnd type="triangle"/>
          </a:ln>
        </p:spPr>
        <p:txBody>
          <a:bodyPr/>
          <a:lstStyle/>
          <a:p>
            <a:endParaRPr lang="en-IN"/>
          </a:p>
        </p:txBody>
      </p:sp>
      <p:sp>
        <p:nvSpPr>
          <p:cNvPr id="14" name="Shape 12"/>
          <p:cNvSpPr/>
          <p:nvPr/>
        </p:nvSpPr>
        <p:spPr>
          <a:xfrm>
            <a:off x="4320540" y="2103120"/>
            <a:ext cx="3520440" cy="475488"/>
          </a:xfrm>
          <a:prstGeom prst="roundRect">
            <a:avLst>
              <a:gd name="adj" fmla="val 9615"/>
            </a:avLst>
          </a:prstGeom>
          <a:solidFill>
            <a:srgbClr val="0A1628"/>
          </a:solidFill>
          <a:ln/>
        </p:spPr>
        <p:txBody>
          <a:bodyPr/>
          <a:lstStyle/>
          <a:p>
            <a:endParaRPr lang="en-IN"/>
          </a:p>
        </p:txBody>
      </p:sp>
      <p:sp>
        <p:nvSpPr>
          <p:cNvPr id="15" name="Text 13"/>
          <p:cNvSpPr/>
          <p:nvPr/>
        </p:nvSpPr>
        <p:spPr>
          <a:xfrm>
            <a:off x="4457700" y="2103120"/>
            <a:ext cx="3246120" cy="274320"/>
          </a:xfrm>
          <a:prstGeom prst="rect">
            <a:avLst/>
          </a:prstGeom>
          <a:noFill/>
          <a:ln/>
        </p:spPr>
        <p:txBody>
          <a:bodyPr wrap="square" lIns="0" tIns="0" rIns="0" bIns="0" rtlCol="0" anchor="b"/>
          <a:lstStyle/>
          <a:p>
            <a:pPr marL="0" indent="0">
              <a:buNone/>
            </a:pPr>
            <a:r>
              <a:rPr lang="en-US" sz="1100" b="1" kern="0" spc="150">
                <a:solidFill>
                  <a:srgbClr val="FFFFFF"/>
                </a:solidFill>
                <a:latin typeface="Calibri" pitchFamily="34" charset="0"/>
                <a:ea typeface="Calibri" pitchFamily="34" charset="-122"/>
                <a:cs typeface="Calibri" pitchFamily="34" charset="-120"/>
              </a:rPr>
              <a:t>MANAGER</a:t>
            </a:r>
            <a:endParaRPr lang="en-US" sz="1100"/>
          </a:p>
        </p:txBody>
      </p:sp>
      <p:sp>
        <p:nvSpPr>
          <p:cNvPr id="16" name="Text 14"/>
          <p:cNvSpPr/>
          <p:nvPr/>
        </p:nvSpPr>
        <p:spPr>
          <a:xfrm>
            <a:off x="4457700" y="2340864"/>
            <a:ext cx="3246120" cy="219456"/>
          </a:xfrm>
          <a:prstGeom prst="rect">
            <a:avLst/>
          </a:prstGeom>
          <a:noFill/>
          <a:ln/>
        </p:spPr>
        <p:txBody>
          <a:bodyPr wrap="square" lIns="0" tIns="0" rIns="0" bIns="0" rtlCol="0" anchor="t"/>
          <a:lstStyle/>
          <a:p>
            <a:pPr marL="0" indent="0">
              <a:buNone/>
            </a:pPr>
            <a:r>
              <a:rPr lang="en-US" sz="800" i="1">
                <a:solidFill>
                  <a:srgbClr val="C9D4E0"/>
                </a:solidFill>
                <a:latin typeface="Calibri" pitchFamily="34" charset="0"/>
                <a:ea typeface="Calibri" pitchFamily="34" charset="-122"/>
                <a:cs typeface="Calibri" pitchFamily="34" charset="-120"/>
              </a:rPr>
              <a:t>Devon — Team East manager</a:t>
            </a:r>
            <a:endParaRPr lang="en-US" sz="800"/>
          </a:p>
        </p:txBody>
      </p:sp>
      <p:sp>
        <p:nvSpPr>
          <p:cNvPr id="17" name="Shape 15"/>
          <p:cNvSpPr/>
          <p:nvPr/>
        </p:nvSpPr>
        <p:spPr>
          <a:xfrm>
            <a:off x="6080760" y="2596896"/>
            <a:ext cx="0" cy="237744"/>
          </a:xfrm>
          <a:prstGeom prst="line">
            <a:avLst/>
          </a:prstGeom>
          <a:noFill/>
          <a:ln w="19050">
            <a:solidFill>
              <a:srgbClr val="6B7280"/>
            </a:solidFill>
            <a:prstDash val="solid"/>
            <a:tailEnd type="triangle"/>
          </a:ln>
        </p:spPr>
        <p:txBody>
          <a:bodyPr/>
          <a:lstStyle/>
          <a:p>
            <a:endParaRPr lang="en-IN"/>
          </a:p>
        </p:txBody>
      </p:sp>
      <p:sp>
        <p:nvSpPr>
          <p:cNvPr id="18" name="Shape 16"/>
          <p:cNvSpPr/>
          <p:nvPr/>
        </p:nvSpPr>
        <p:spPr>
          <a:xfrm>
            <a:off x="8087868" y="2103120"/>
            <a:ext cx="3520440" cy="475488"/>
          </a:xfrm>
          <a:prstGeom prst="roundRect">
            <a:avLst>
              <a:gd name="adj" fmla="val 9615"/>
            </a:avLst>
          </a:prstGeom>
          <a:solidFill>
            <a:srgbClr val="B8913B"/>
          </a:solidFill>
          <a:ln/>
        </p:spPr>
        <p:txBody>
          <a:bodyPr/>
          <a:lstStyle/>
          <a:p>
            <a:endParaRPr lang="en-IN"/>
          </a:p>
        </p:txBody>
      </p:sp>
      <p:sp>
        <p:nvSpPr>
          <p:cNvPr id="19" name="Text 17"/>
          <p:cNvSpPr/>
          <p:nvPr/>
        </p:nvSpPr>
        <p:spPr>
          <a:xfrm>
            <a:off x="8225028" y="2103120"/>
            <a:ext cx="3246120" cy="274320"/>
          </a:xfrm>
          <a:prstGeom prst="rect">
            <a:avLst/>
          </a:prstGeom>
          <a:noFill/>
          <a:ln/>
        </p:spPr>
        <p:txBody>
          <a:bodyPr wrap="square" lIns="0" tIns="0" rIns="0" bIns="0" rtlCol="0" anchor="b"/>
          <a:lstStyle/>
          <a:p>
            <a:pPr marL="0" indent="0">
              <a:buNone/>
            </a:pPr>
            <a:r>
              <a:rPr lang="en-US" sz="1100" b="1" kern="0" spc="150">
                <a:solidFill>
                  <a:srgbClr val="0A1628"/>
                </a:solidFill>
                <a:latin typeface="Calibri" pitchFamily="34" charset="0"/>
                <a:ea typeface="Calibri" pitchFamily="34" charset="-122"/>
                <a:cs typeface="Calibri" pitchFamily="34" charset="-120"/>
              </a:rPr>
              <a:t>EXECUTIVE</a:t>
            </a:r>
            <a:endParaRPr lang="en-US" sz="1100"/>
          </a:p>
        </p:txBody>
      </p:sp>
      <p:sp>
        <p:nvSpPr>
          <p:cNvPr id="20" name="Text 18"/>
          <p:cNvSpPr/>
          <p:nvPr/>
        </p:nvSpPr>
        <p:spPr>
          <a:xfrm>
            <a:off x="8225028" y="2340864"/>
            <a:ext cx="3246120" cy="219456"/>
          </a:xfrm>
          <a:prstGeom prst="rect">
            <a:avLst/>
          </a:prstGeom>
          <a:noFill/>
          <a:ln/>
        </p:spPr>
        <p:txBody>
          <a:bodyPr wrap="square" lIns="0" tIns="0" rIns="0" bIns="0" rtlCol="0" anchor="t"/>
          <a:lstStyle/>
          <a:p>
            <a:pPr marL="0" indent="0">
              <a:buNone/>
            </a:pPr>
            <a:r>
              <a:rPr lang="en-US" sz="800" i="1">
                <a:solidFill>
                  <a:srgbClr val="3F3313"/>
                </a:solidFill>
                <a:latin typeface="Calibri" pitchFamily="34" charset="0"/>
                <a:ea typeface="Calibri" pitchFamily="34" charset="-122"/>
                <a:cs typeface="Calibri" pitchFamily="34" charset="-120"/>
              </a:rPr>
              <a:t>Krish — leadership</a:t>
            </a:r>
            <a:endParaRPr lang="en-US" sz="800"/>
          </a:p>
        </p:txBody>
      </p:sp>
      <p:sp>
        <p:nvSpPr>
          <p:cNvPr id="21" name="Shape 19"/>
          <p:cNvSpPr/>
          <p:nvPr/>
        </p:nvSpPr>
        <p:spPr>
          <a:xfrm>
            <a:off x="9848088" y="2596896"/>
            <a:ext cx="0" cy="237744"/>
          </a:xfrm>
          <a:prstGeom prst="line">
            <a:avLst/>
          </a:prstGeom>
          <a:noFill/>
          <a:ln w="19050">
            <a:solidFill>
              <a:srgbClr val="6B7280"/>
            </a:solidFill>
            <a:prstDash val="solid"/>
            <a:tailEnd type="triangle"/>
          </a:ln>
        </p:spPr>
        <p:txBody>
          <a:bodyPr/>
          <a:lstStyle/>
          <a:p>
            <a:endParaRPr lang="en-IN"/>
          </a:p>
        </p:txBody>
      </p:sp>
      <p:sp>
        <p:nvSpPr>
          <p:cNvPr id="22" name="Shape 20"/>
          <p:cNvSpPr/>
          <p:nvPr/>
        </p:nvSpPr>
        <p:spPr>
          <a:xfrm>
            <a:off x="553212" y="2871216"/>
            <a:ext cx="11055096" cy="713232"/>
          </a:xfrm>
          <a:prstGeom prst="roundRect">
            <a:avLst>
              <a:gd name="adj" fmla="val 6410"/>
            </a:avLst>
          </a:prstGeom>
          <a:solidFill>
            <a:srgbClr val="132238"/>
          </a:solidFill>
          <a:ln/>
        </p:spPr>
        <p:txBody>
          <a:bodyPr/>
          <a:lstStyle/>
          <a:p>
            <a:endParaRPr lang="en-IN"/>
          </a:p>
        </p:txBody>
      </p:sp>
      <p:sp>
        <p:nvSpPr>
          <p:cNvPr id="23" name="Text 21"/>
          <p:cNvSpPr/>
          <p:nvPr/>
        </p:nvSpPr>
        <p:spPr>
          <a:xfrm>
            <a:off x="736092" y="2926080"/>
            <a:ext cx="10058400" cy="219456"/>
          </a:xfrm>
          <a:prstGeom prst="rect">
            <a:avLst/>
          </a:prstGeom>
          <a:noFill/>
          <a:ln/>
        </p:spPr>
        <p:txBody>
          <a:bodyPr wrap="square" lIns="0" tIns="0" rIns="0" bIns="0" rtlCol="0" anchor="ctr"/>
          <a:lstStyle/>
          <a:p>
            <a:pPr marL="0" indent="0">
              <a:buNone/>
            </a:pPr>
            <a:r>
              <a:rPr lang="en-US" sz="900" b="1" kern="0" spc="100">
                <a:solidFill>
                  <a:srgbClr val="B8913B"/>
                </a:solidFill>
                <a:latin typeface="Calibri" pitchFamily="34" charset="0"/>
                <a:ea typeface="Calibri" pitchFamily="34" charset="-122"/>
                <a:cs typeface="Calibri" pitchFamily="34" charset="-120"/>
              </a:rPr>
              <a:t>RBAC ENFORCEMENT — THE SAME GATE FOR EVERY CHANNEL</a:t>
            </a:r>
            <a:endParaRPr lang="en-US" sz="900"/>
          </a:p>
        </p:txBody>
      </p:sp>
      <p:sp>
        <p:nvSpPr>
          <p:cNvPr id="24" name="Text 22"/>
          <p:cNvSpPr/>
          <p:nvPr/>
        </p:nvSpPr>
        <p:spPr>
          <a:xfrm>
            <a:off x="736092" y="3145536"/>
            <a:ext cx="10698480" cy="420624"/>
          </a:xfrm>
          <a:prstGeom prst="rect">
            <a:avLst/>
          </a:prstGeom>
          <a:noFill/>
          <a:ln/>
        </p:spPr>
        <p:txBody>
          <a:bodyPr wrap="square" lIns="0" tIns="0" rIns="0" bIns="0" rtlCol="0" anchor="ctr"/>
          <a:lstStyle/>
          <a:p>
            <a:pPr marL="0" indent="0">
              <a:buNone/>
            </a:pPr>
            <a:r>
              <a:rPr lang="en-US" sz="950">
                <a:solidFill>
                  <a:srgbClr val="D8DEE7"/>
                </a:solidFill>
                <a:latin typeface="Calibri" pitchFamily="34" charset="0"/>
                <a:ea typeface="Calibri" pitchFamily="34" charset="-122"/>
                <a:cs typeface="Calibri" pitchFamily="34" charset="-120"/>
              </a:rPr>
              <a:t>Role comes from Entra ID at sign-in  →  the query runs AS that user  →  row-level security in the semantic model decides what data exists for them. The AI model is never trusted to filter — it only ever receives what the role already permits.</a:t>
            </a:r>
            <a:endParaRPr lang="en-US" sz="950"/>
          </a:p>
        </p:txBody>
      </p:sp>
      <p:sp>
        <p:nvSpPr>
          <p:cNvPr id="25" name="Shape 23"/>
          <p:cNvSpPr/>
          <p:nvPr/>
        </p:nvSpPr>
        <p:spPr>
          <a:xfrm>
            <a:off x="2313432" y="3602736"/>
            <a:ext cx="0" cy="237744"/>
          </a:xfrm>
          <a:prstGeom prst="line">
            <a:avLst/>
          </a:prstGeom>
          <a:noFill/>
          <a:ln w="19050">
            <a:solidFill>
              <a:srgbClr val="6B7280"/>
            </a:solidFill>
            <a:prstDash val="solid"/>
            <a:tailEnd type="triangle"/>
          </a:ln>
        </p:spPr>
        <p:txBody>
          <a:bodyPr/>
          <a:lstStyle/>
          <a:p>
            <a:endParaRPr lang="en-IN"/>
          </a:p>
        </p:txBody>
      </p:sp>
      <p:sp>
        <p:nvSpPr>
          <p:cNvPr id="26" name="Shape 24"/>
          <p:cNvSpPr/>
          <p:nvPr/>
        </p:nvSpPr>
        <p:spPr>
          <a:xfrm>
            <a:off x="553212" y="3877056"/>
            <a:ext cx="3520440" cy="1170432"/>
          </a:xfrm>
          <a:prstGeom prst="roundRect">
            <a:avLst>
              <a:gd name="adj" fmla="val 3906"/>
            </a:avLst>
          </a:prstGeom>
          <a:solidFill>
            <a:srgbClr val="F8F7F3"/>
          </a:solidFill>
          <a:ln w="9525">
            <a:solidFill>
              <a:srgbClr val="E5E7EB"/>
            </a:solidFill>
            <a:prstDash val="solid"/>
          </a:ln>
        </p:spPr>
        <p:txBody>
          <a:bodyPr/>
          <a:lstStyle/>
          <a:p>
            <a:endParaRPr lang="en-IN"/>
          </a:p>
        </p:txBody>
      </p:sp>
      <p:sp>
        <p:nvSpPr>
          <p:cNvPr id="27" name="Shape 25"/>
          <p:cNvSpPr/>
          <p:nvPr/>
        </p:nvSpPr>
        <p:spPr>
          <a:xfrm>
            <a:off x="553212" y="3968496"/>
            <a:ext cx="54864" cy="987552"/>
          </a:xfrm>
          <a:prstGeom prst="rect">
            <a:avLst/>
          </a:prstGeom>
          <a:solidFill>
            <a:srgbClr val="1F6F7A"/>
          </a:solidFill>
          <a:ln/>
        </p:spPr>
        <p:txBody>
          <a:bodyPr/>
          <a:lstStyle/>
          <a:p>
            <a:endParaRPr lang="en-IN"/>
          </a:p>
        </p:txBody>
      </p:sp>
      <p:sp>
        <p:nvSpPr>
          <p:cNvPr id="28" name="Text 26"/>
          <p:cNvSpPr/>
          <p:nvPr/>
        </p:nvSpPr>
        <p:spPr>
          <a:xfrm>
            <a:off x="717804" y="3968496"/>
            <a:ext cx="3218688" cy="713232"/>
          </a:xfrm>
          <a:prstGeom prst="rect">
            <a:avLst/>
          </a:prstGeom>
          <a:noFill/>
          <a:ln/>
        </p:spPr>
        <p:txBody>
          <a:bodyPr wrap="square" lIns="0" tIns="0" rIns="0" bIns="0" rtlCol="0" anchor="t"/>
          <a:lstStyle/>
          <a:p>
            <a:pPr marL="0" indent="0">
              <a:buNone/>
            </a:pPr>
            <a:r>
              <a:rPr lang="en-US" sz="950">
                <a:solidFill>
                  <a:srgbClr val="1F2937"/>
                </a:solidFill>
                <a:latin typeface="Calibri" pitchFamily="34" charset="0"/>
                <a:ea typeface="Calibri" pitchFamily="34" charset="-122"/>
                <a:cs typeface="Calibri" pitchFamily="34" charset="-120"/>
              </a:rPr>
              <a:t>Your numbers: 14 deals signed · 61% resolution · first-payment rate 84%</a:t>
            </a:r>
            <a:endParaRPr lang="en-US" sz="950"/>
          </a:p>
        </p:txBody>
      </p:sp>
      <p:sp>
        <p:nvSpPr>
          <p:cNvPr id="29" name="Shape 27"/>
          <p:cNvSpPr/>
          <p:nvPr/>
        </p:nvSpPr>
        <p:spPr>
          <a:xfrm>
            <a:off x="717804" y="4700016"/>
            <a:ext cx="2880360" cy="256032"/>
          </a:xfrm>
          <a:prstGeom prst="roundRect">
            <a:avLst>
              <a:gd name="adj" fmla="val 50000"/>
            </a:avLst>
          </a:prstGeom>
          <a:solidFill>
            <a:srgbClr val="FFFFFF"/>
          </a:solidFill>
          <a:ln w="9525">
            <a:solidFill>
              <a:srgbClr val="1F6F7A"/>
            </a:solidFill>
            <a:prstDash val="solid"/>
          </a:ln>
        </p:spPr>
        <p:txBody>
          <a:bodyPr/>
          <a:lstStyle/>
          <a:p>
            <a:endParaRPr lang="en-IN"/>
          </a:p>
        </p:txBody>
      </p:sp>
      <p:sp>
        <p:nvSpPr>
          <p:cNvPr id="30" name="Text 28"/>
          <p:cNvSpPr/>
          <p:nvPr/>
        </p:nvSpPr>
        <p:spPr>
          <a:xfrm>
            <a:off x="717804" y="4700016"/>
            <a:ext cx="2880360" cy="256032"/>
          </a:xfrm>
          <a:prstGeom prst="rect">
            <a:avLst/>
          </a:prstGeom>
          <a:noFill/>
          <a:ln/>
        </p:spPr>
        <p:txBody>
          <a:bodyPr wrap="square" lIns="0" tIns="0" rIns="0" bIns="0" rtlCol="0" anchor="ctr"/>
          <a:lstStyle/>
          <a:p>
            <a:pPr marL="0" indent="0" algn="ctr">
              <a:buNone/>
            </a:pPr>
            <a:r>
              <a:rPr lang="en-US" sz="750" b="1">
                <a:solidFill>
                  <a:srgbClr val="1F6F7A"/>
                </a:solidFill>
                <a:latin typeface="Calibri" pitchFamily="34" charset="0"/>
                <a:ea typeface="Calibri" pitchFamily="34" charset="-122"/>
                <a:cs typeface="Calibri" pitchFamily="34" charset="-120"/>
              </a:rPr>
              <a:t>sees: own records only</a:t>
            </a:r>
            <a:endParaRPr lang="en-US" sz="750"/>
          </a:p>
        </p:txBody>
      </p:sp>
      <p:sp>
        <p:nvSpPr>
          <p:cNvPr id="31" name="Shape 29"/>
          <p:cNvSpPr/>
          <p:nvPr/>
        </p:nvSpPr>
        <p:spPr>
          <a:xfrm>
            <a:off x="6080760" y="3602736"/>
            <a:ext cx="0" cy="237744"/>
          </a:xfrm>
          <a:prstGeom prst="line">
            <a:avLst/>
          </a:prstGeom>
          <a:noFill/>
          <a:ln w="19050">
            <a:solidFill>
              <a:srgbClr val="6B7280"/>
            </a:solidFill>
            <a:prstDash val="solid"/>
            <a:tailEnd type="triangle"/>
          </a:ln>
        </p:spPr>
        <p:txBody>
          <a:bodyPr/>
          <a:lstStyle/>
          <a:p>
            <a:endParaRPr lang="en-IN"/>
          </a:p>
        </p:txBody>
      </p:sp>
      <p:sp>
        <p:nvSpPr>
          <p:cNvPr id="32" name="Shape 30"/>
          <p:cNvSpPr/>
          <p:nvPr/>
        </p:nvSpPr>
        <p:spPr>
          <a:xfrm>
            <a:off x="4320540" y="3877056"/>
            <a:ext cx="3520440" cy="1170432"/>
          </a:xfrm>
          <a:prstGeom prst="roundRect">
            <a:avLst>
              <a:gd name="adj" fmla="val 3906"/>
            </a:avLst>
          </a:prstGeom>
          <a:solidFill>
            <a:srgbClr val="F8F7F3"/>
          </a:solidFill>
          <a:ln w="9525">
            <a:solidFill>
              <a:srgbClr val="E5E7EB"/>
            </a:solidFill>
            <a:prstDash val="solid"/>
          </a:ln>
        </p:spPr>
        <p:txBody>
          <a:bodyPr/>
          <a:lstStyle/>
          <a:p>
            <a:endParaRPr lang="en-IN"/>
          </a:p>
        </p:txBody>
      </p:sp>
      <p:sp>
        <p:nvSpPr>
          <p:cNvPr id="33" name="Shape 31"/>
          <p:cNvSpPr/>
          <p:nvPr/>
        </p:nvSpPr>
        <p:spPr>
          <a:xfrm>
            <a:off x="4320540" y="3968496"/>
            <a:ext cx="54864" cy="987552"/>
          </a:xfrm>
          <a:prstGeom prst="rect">
            <a:avLst/>
          </a:prstGeom>
          <a:solidFill>
            <a:srgbClr val="0A1628"/>
          </a:solidFill>
          <a:ln/>
        </p:spPr>
        <p:txBody>
          <a:bodyPr/>
          <a:lstStyle/>
          <a:p>
            <a:endParaRPr lang="en-IN"/>
          </a:p>
        </p:txBody>
      </p:sp>
      <p:sp>
        <p:nvSpPr>
          <p:cNvPr id="34" name="Text 32"/>
          <p:cNvSpPr/>
          <p:nvPr/>
        </p:nvSpPr>
        <p:spPr>
          <a:xfrm>
            <a:off x="4485132" y="3968496"/>
            <a:ext cx="3218688" cy="713232"/>
          </a:xfrm>
          <a:prstGeom prst="rect">
            <a:avLst/>
          </a:prstGeom>
          <a:noFill/>
          <a:ln/>
        </p:spPr>
        <p:txBody>
          <a:bodyPr wrap="square" lIns="0" tIns="0" rIns="0" bIns="0" rtlCol="0" anchor="t"/>
          <a:lstStyle/>
          <a:p>
            <a:pPr marL="0" indent="0">
              <a:buNone/>
            </a:pPr>
            <a:r>
              <a:rPr lang="en-US" sz="950">
                <a:solidFill>
                  <a:srgbClr val="1F2937"/>
                </a:solidFill>
                <a:latin typeface="Calibri" pitchFamily="34" charset="0"/>
                <a:ea typeface="Calibri" pitchFamily="34" charset="-122"/>
                <a:cs typeface="Calibri" pitchFamily="34" charset="-120"/>
              </a:rPr>
              <a:t>Team East: 118 deals · agent-by-agent breakdown · QoQ trend by team</a:t>
            </a:r>
            <a:endParaRPr lang="en-US" sz="950"/>
          </a:p>
        </p:txBody>
      </p:sp>
      <p:sp>
        <p:nvSpPr>
          <p:cNvPr id="35" name="Shape 33"/>
          <p:cNvSpPr/>
          <p:nvPr/>
        </p:nvSpPr>
        <p:spPr>
          <a:xfrm>
            <a:off x="4485132" y="4700016"/>
            <a:ext cx="2880360" cy="256032"/>
          </a:xfrm>
          <a:prstGeom prst="roundRect">
            <a:avLst>
              <a:gd name="adj" fmla="val 50000"/>
            </a:avLst>
          </a:prstGeom>
          <a:solidFill>
            <a:srgbClr val="FFFFFF"/>
          </a:solidFill>
          <a:ln w="9525">
            <a:solidFill>
              <a:srgbClr val="0A1628"/>
            </a:solidFill>
            <a:prstDash val="solid"/>
          </a:ln>
        </p:spPr>
        <p:txBody>
          <a:bodyPr/>
          <a:lstStyle/>
          <a:p>
            <a:endParaRPr lang="en-IN"/>
          </a:p>
        </p:txBody>
      </p:sp>
      <p:sp>
        <p:nvSpPr>
          <p:cNvPr id="36" name="Text 34"/>
          <p:cNvSpPr/>
          <p:nvPr/>
        </p:nvSpPr>
        <p:spPr>
          <a:xfrm>
            <a:off x="4485132" y="4700016"/>
            <a:ext cx="2880360" cy="256032"/>
          </a:xfrm>
          <a:prstGeom prst="rect">
            <a:avLst/>
          </a:prstGeom>
          <a:noFill/>
          <a:ln/>
        </p:spPr>
        <p:txBody>
          <a:bodyPr wrap="square" lIns="0" tIns="0" rIns="0" bIns="0" rtlCol="0" anchor="ctr"/>
          <a:lstStyle/>
          <a:p>
            <a:pPr marL="0" indent="0" algn="ctr">
              <a:buNone/>
            </a:pPr>
            <a:r>
              <a:rPr lang="en-US" sz="750" b="1">
                <a:solidFill>
                  <a:srgbClr val="0A1628"/>
                </a:solidFill>
                <a:latin typeface="Calibri" pitchFamily="34" charset="0"/>
                <a:ea typeface="Calibri" pitchFamily="34" charset="-122"/>
                <a:cs typeface="Calibri" pitchFamily="34" charset="-120"/>
              </a:rPr>
              <a:t>sees: own team, aggregated + drill-down</a:t>
            </a:r>
            <a:endParaRPr lang="en-US" sz="750"/>
          </a:p>
        </p:txBody>
      </p:sp>
      <p:sp>
        <p:nvSpPr>
          <p:cNvPr id="37" name="Shape 35"/>
          <p:cNvSpPr/>
          <p:nvPr/>
        </p:nvSpPr>
        <p:spPr>
          <a:xfrm>
            <a:off x="9848088" y="3602736"/>
            <a:ext cx="0" cy="237744"/>
          </a:xfrm>
          <a:prstGeom prst="line">
            <a:avLst/>
          </a:prstGeom>
          <a:noFill/>
          <a:ln w="19050">
            <a:solidFill>
              <a:srgbClr val="6B7280"/>
            </a:solidFill>
            <a:prstDash val="solid"/>
            <a:tailEnd type="triangle"/>
          </a:ln>
        </p:spPr>
        <p:txBody>
          <a:bodyPr/>
          <a:lstStyle/>
          <a:p>
            <a:endParaRPr lang="en-IN"/>
          </a:p>
        </p:txBody>
      </p:sp>
      <p:sp>
        <p:nvSpPr>
          <p:cNvPr id="38" name="Shape 36"/>
          <p:cNvSpPr/>
          <p:nvPr/>
        </p:nvSpPr>
        <p:spPr>
          <a:xfrm>
            <a:off x="8087868" y="3877056"/>
            <a:ext cx="3520440" cy="1170432"/>
          </a:xfrm>
          <a:prstGeom prst="roundRect">
            <a:avLst>
              <a:gd name="adj" fmla="val 3906"/>
            </a:avLst>
          </a:prstGeom>
          <a:solidFill>
            <a:srgbClr val="F8F7F3"/>
          </a:solidFill>
          <a:ln w="9525">
            <a:solidFill>
              <a:srgbClr val="E5E7EB"/>
            </a:solidFill>
            <a:prstDash val="solid"/>
          </a:ln>
        </p:spPr>
        <p:txBody>
          <a:bodyPr/>
          <a:lstStyle/>
          <a:p>
            <a:endParaRPr lang="en-IN"/>
          </a:p>
        </p:txBody>
      </p:sp>
      <p:sp>
        <p:nvSpPr>
          <p:cNvPr id="39" name="Shape 37"/>
          <p:cNvSpPr/>
          <p:nvPr/>
        </p:nvSpPr>
        <p:spPr>
          <a:xfrm>
            <a:off x="8087868" y="3968496"/>
            <a:ext cx="54864" cy="987552"/>
          </a:xfrm>
          <a:prstGeom prst="rect">
            <a:avLst/>
          </a:prstGeom>
          <a:solidFill>
            <a:srgbClr val="B8913B"/>
          </a:solidFill>
          <a:ln/>
        </p:spPr>
        <p:txBody>
          <a:bodyPr/>
          <a:lstStyle/>
          <a:p>
            <a:endParaRPr lang="en-IN"/>
          </a:p>
        </p:txBody>
      </p:sp>
      <p:sp>
        <p:nvSpPr>
          <p:cNvPr id="40" name="Text 38"/>
          <p:cNvSpPr/>
          <p:nvPr/>
        </p:nvSpPr>
        <p:spPr>
          <a:xfrm>
            <a:off x="8252460" y="3968496"/>
            <a:ext cx="3218688" cy="713232"/>
          </a:xfrm>
          <a:prstGeom prst="rect">
            <a:avLst/>
          </a:prstGeom>
          <a:noFill/>
          <a:ln/>
        </p:spPr>
        <p:txBody>
          <a:bodyPr wrap="square" lIns="0" tIns="0" rIns="0" bIns="0" rtlCol="0" anchor="t"/>
          <a:lstStyle/>
          <a:p>
            <a:pPr marL="0" indent="0">
              <a:buNone/>
            </a:pPr>
            <a:r>
              <a:rPr lang="en-US" sz="950">
                <a:solidFill>
                  <a:srgbClr val="1F2937"/>
                </a:solidFill>
                <a:latin typeface="Calibri" pitchFamily="34" charset="0"/>
                <a:ea typeface="Calibri" pitchFamily="34" charset="-122"/>
                <a:cs typeface="Calibri" pitchFamily="34" charset="-120"/>
              </a:rPr>
              <a:t>All teams &amp; brands: 1,412 deals · variance drivers · next-month forecast</a:t>
            </a:r>
            <a:endParaRPr lang="en-US" sz="950"/>
          </a:p>
        </p:txBody>
      </p:sp>
      <p:sp>
        <p:nvSpPr>
          <p:cNvPr id="41" name="Shape 39"/>
          <p:cNvSpPr/>
          <p:nvPr/>
        </p:nvSpPr>
        <p:spPr>
          <a:xfrm>
            <a:off x="8252460" y="4700016"/>
            <a:ext cx="2880360" cy="256032"/>
          </a:xfrm>
          <a:prstGeom prst="roundRect">
            <a:avLst>
              <a:gd name="adj" fmla="val 50000"/>
            </a:avLst>
          </a:prstGeom>
          <a:solidFill>
            <a:srgbClr val="FFFFFF"/>
          </a:solidFill>
          <a:ln w="9525">
            <a:solidFill>
              <a:srgbClr val="B8913B"/>
            </a:solidFill>
            <a:prstDash val="solid"/>
          </a:ln>
        </p:spPr>
        <p:txBody>
          <a:bodyPr/>
          <a:lstStyle/>
          <a:p>
            <a:endParaRPr lang="en-IN"/>
          </a:p>
        </p:txBody>
      </p:sp>
      <p:sp>
        <p:nvSpPr>
          <p:cNvPr id="42" name="Text 40"/>
          <p:cNvSpPr/>
          <p:nvPr/>
        </p:nvSpPr>
        <p:spPr>
          <a:xfrm>
            <a:off x="8252460" y="4700016"/>
            <a:ext cx="2880360" cy="256032"/>
          </a:xfrm>
          <a:prstGeom prst="rect">
            <a:avLst/>
          </a:prstGeom>
          <a:noFill/>
          <a:ln/>
        </p:spPr>
        <p:txBody>
          <a:bodyPr wrap="square" lIns="0" tIns="0" rIns="0" bIns="0" rtlCol="0" anchor="ctr"/>
          <a:lstStyle/>
          <a:p>
            <a:pPr marL="0" indent="0" algn="ctr">
              <a:buNone/>
            </a:pPr>
            <a:r>
              <a:rPr lang="en-US" sz="750" b="1">
                <a:solidFill>
                  <a:srgbClr val="8A6A25"/>
                </a:solidFill>
                <a:latin typeface="Calibri" pitchFamily="34" charset="0"/>
                <a:ea typeface="Calibri" pitchFamily="34" charset="-122"/>
                <a:cs typeface="Calibri" pitchFamily="34" charset="-120"/>
              </a:rPr>
              <a:t>sees: whole business, incl. forecasts</a:t>
            </a:r>
            <a:endParaRPr lang="en-US" sz="750"/>
          </a:p>
        </p:txBody>
      </p:sp>
      <p:sp>
        <p:nvSpPr>
          <p:cNvPr id="43" name="Shape 41"/>
          <p:cNvSpPr/>
          <p:nvPr/>
        </p:nvSpPr>
        <p:spPr>
          <a:xfrm>
            <a:off x="553212" y="5285232"/>
            <a:ext cx="11055096" cy="1060704"/>
          </a:xfrm>
          <a:prstGeom prst="roundRect">
            <a:avLst>
              <a:gd name="adj" fmla="val 4310"/>
            </a:avLst>
          </a:prstGeom>
          <a:solidFill>
            <a:srgbClr val="F4F1EA"/>
          </a:solidFill>
          <a:ln w="12700">
            <a:solidFill>
              <a:srgbClr val="B8913B"/>
            </a:solidFill>
            <a:prstDash val="solid"/>
          </a:ln>
        </p:spPr>
        <p:txBody>
          <a:bodyPr/>
          <a:lstStyle/>
          <a:p>
            <a:endParaRPr lang="en-IN"/>
          </a:p>
        </p:txBody>
      </p:sp>
      <p:sp>
        <p:nvSpPr>
          <p:cNvPr id="44" name="Text 42"/>
          <p:cNvSpPr/>
          <p:nvPr/>
        </p:nvSpPr>
        <p:spPr>
          <a:xfrm>
            <a:off x="754380" y="5376672"/>
            <a:ext cx="10515600" cy="237744"/>
          </a:xfrm>
          <a:prstGeom prst="rect">
            <a:avLst/>
          </a:prstGeom>
          <a:noFill/>
          <a:ln/>
        </p:spPr>
        <p:txBody>
          <a:bodyPr wrap="square" lIns="0" tIns="0" rIns="0" bIns="0" rtlCol="0" anchor="ctr"/>
          <a:lstStyle/>
          <a:p>
            <a:pPr marL="0" indent="0">
              <a:buNone/>
            </a:pPr>
            <a:r>
              <a:rPr lang="en-US" sz="1050" b="1">
                <a:solidFill>
                  <a:srgbClr val="8A6A25"/>
                </a:solidFill>
                <a:latin typeface="Calibri" pitchFamily="34" charset="0"/>
                <a:ea typeface="Calibri" pitchFamily="34" charset="-122"/>
                <a:cs typeface="Calibri" pitchFamily="34" charset="-120"/>
              </a:rPr>
              <a:t>And when someone asks above their tier:</a:t>
            </a:r>
            <a:endParaRPr lang="en-US" sz="1050"/>
          </a:p>
        </p:txBody>
      </p:sp>
      <p:sp>
        <p:nvSpPr>
          <p:cNvPr id="45" name="Text 43"/>
          <p:cNvSpPr/>
          <p:nvPr/>
        </p:nvSpPr>
        <p:spPr>
          <a:xfrm>
            <a:off x="754380" y="5632704"/>
            <a:ext cx="10698480" cy="658368"/>
          </a:xfrm>
          <a:prstGeom prst="rect">
            <a:avLst/>
          </a:prstGeom>
          <a:noFill/>
          <a:ln/>
        </p:spPr>
        <p:txBody>
          <a:bodyPr wrap="square" lIns="0" tIns="0" rIns="0" bIns="0" rtlCol="0" anchor="ctr"/>
          <a:lstStyle/>
          <a:p>
            <a:pPr marL="0" indent="0">
              <a:buNone/>
            </a:pPr>
            <a:r>
              <a:rPr lang="en-US" sz="1000">
                <a:solidFill>
                  <a:srgbClr val="1F2937"/>
                </a:solidFill>
                <a:latin typeface="Calibri" pitchFamily="34" charset="0"/>
                <a:ea typeface="Calibri" pitchFamily="34" charset="-122"/>
                <a:cs typeface="Calibri" pitchFamily="34" charset="-120"/>
              </a:rPr>
              <a:t>Maria (Agent): “Show me Team East’s numbers by agent”   →   </a:t>
            </a:r>
            <a:r>
              <a:rPr lang="en-US" sz="1000" b="1">
                <a:solidFill>
                  <a:srgbClr val="0A1628"/>
                </a:solidFill>
                <a:latin typeface="Calibri" pitchFamily="34" charset="0"/>
                <a:ea typeface="Calibri" pitchFamily="34" charset="-122"/>
                <a:cs typeface="Calibri" pitchFamily="34" charset="-120"/>
              </a:rPr>
              <a:t>“That view is available to managers. I can show you your own performance, or you can ask Devon.”</a:t>
            </a:r>
            <a:r>
              <a:rPr lang="en-US" sz="1000">
                <a:solidFill>
                  <a:srgbClr val="6B7280"/>
                </a:solidFill>
                <a:latin typeface="Calibri" pitchFamily="34" charset="0"/>
                <a:ea typeface="Calibri" pitchFamily="34" charset="-122"/>
                <a:cs typeface="Calibri" pitchFamily="34" charset="-120"/>
              </a:rPr>
              <a:t>   — refused politely, suggested the right path, and logged to the audit table with user, question and rule applied.</a:t>
            </a:r>
            <a:endParaRPr lang="en-US" sz="1000"/>
          </a:p>
        </p:txBody>
      </p:sp>
      <p:sp>
        <p:nvSpPr>
          <p:cNvPr id="47" name="Text 1">
            <a:extLst>
              <a:ext uri="{FF2B5EF4-FFF2-40B4-BE49-F238E27FC236}">
                <a16:creationId xmlns:a16="http://schemas.microsoft.com/office/drawing/2014/main" id="{B12413B4-E75E-9D23-C0A6-A2146C7D0F30}"/>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17</a:t>
            </a:fld>
            <a:endParaRPr lang="en-US" sz="1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GOVERNANCE &amp; COMPLIANCE  ·</a:t>
            </a:r>
            <a:endParaRPr lang="en-US" sz="1000"/>
          </a:p>
        </p:txBody>
      </p:sp>
      <p:sp>
        <p:nvSpPr>
          <p:cNvPr id="5" name="Text 3"/>
          <p:cNvSpPr/>
          <p:nvPr/>
        </p:nvSpPr>
        <p:spPr>
          <a:xfrm>
            <a:off x="548640" y="438912"/>
            <a:ext cx="11064240" cy="502920"/>
          </a:xfrm>
          <a:prstGeom prst="rect">
            <a:avLst/>
          </a:prstGeom>
          <a:noFill/>
          <a:ln/>
        </p:spPr>
        <p:txBody>
          <a:bodyPr wrap="square" lIns="0" tIns="0" rIns="0" bIns="0" rtlCol="0" anchor="ctr"/>
          <a:lstStyle/>
          <a:p>
            <a:pPr marL="0" indent="0">
              <a:buNone/>
            </a:pPr>
            <a:r>
              <a:rPr lang="en-US" sz="2300" b="1">
                <a:solidFill>
                  <a:srgbClr val="0A1628"/>
                </a:solidFill>
                <a:latin typeface="Georgia" pitchFamily="34" charset="0"/>
                <a:ea typeface="Georgia" pitchFamily="34" charset="-122"/>
                <a:cs typeface="Georgia" pitchFamily="34" charset="-120"/>
              </a:rPr>
              <a:t>Guardrails: four gates every answer must pass</a:t>
            </a:r>
            <a:endParaRPr lang="en-US" sz="2300"/>
          </a:p>
        </p:txBody>
      </p:sp>
      <p:sp>
        <p:nvSpPr>
          <p:cNvPr id="6" name="Shape 4"/>
          <p:cNvSpPr/>
          <p:nvPr/>
        </p:nvSpPr>
        <p:spPr>
          <a:xfrm>
            <a:off x="566928" y="960120"/>
            <a:ext cx="1371600" cy="32004"/>
          </a:xfrm>
          <a:prstGeom prst="rect">
            <a:avLst/>
          </a:prstGeom>
          <a:solidFill>
            <a:srgbClr val="B8913B"/>
          </a:solidFill>
          <a:ln/>
        </p:spPr>
        <p:txBody>
          <a:bodyPr/>
          <a:lstStyle/>
          <a:p>
            <a:endParaRPr lang="en-IN"/>
          </a:p>
        </p:txBody>
      </p:sp>
      <p:sp>
        <p:nvSpPr>
          <p:cNvPr id="7" name="Text 5"/>
          <p:cNvSpPr/>
          <p:nvPr/>
        </p:nvSpPr>
        <p:spPr>
          <a:xfrm>
            <a:off x="548640" y="1024128"/>
            <a:ext cx="11064240" cy="274320"/>
          </a:xfrm>
          <a:prstGeom prst="rect">
            <a:avLst/>
          </a:prstGeom>
          <a:noFill/>
          <a:ln/>
        </p:spPr>
        <p:txBody>
          <a:bodyPr wrap="square" lIns="0" tIns="0" rIns="0" bIns="0" rtlCol="0" anchor="ctr"/>
          <a:lstStyle/>
          <a:p>
            <a:pPr marL="0" indent="0">
              <a:buNone/>
            </a:pPr>
            <a:r>
              <a:rPr lang="en-US" sz="1100">
                <a:solidFill>
                  <a:srgbClr val="1F6F7A"/>
                </a:solidFill>
                <a:latin typeface="Calibri" pitchFamily="34" charset="0"/>
                <a:ea typeface="Calibri" pitchFamily="34" charset="-122"/>
                <a:cs typeface="Calibri" pitchFamily="34" charset="-120"/>
              </a:rPr>
              <a:t>Hallucination and out-of-scope access are blocked in code we can test — not in instructions we hope the model follows</a:t>
            </a:r>
            <a:endParaRPr lang="en-US" sz="1100"/>
          </a:p>
        </p:txBody>
      </p:sp>
      <p:sp>
        <p:nvSpPr>
          <p:cNvPr id="8" name="Text 6"/>
          <p:cNvSpPr/>
          <p:nvPr/>
        </p:nvSpPr>
        <p:spPr>
          <a:xfrm>
            <a:off x="548640" y="1481328"/>
            <a:ext cx="1828800" cy="237744"/>
          </a:xfrm>
          <a:prstGeom prst="rect">
            <a:avLst/>
          </a:prstGeom>
          <a:noFill/>
          <a:ln/>
        </p:spPr>
        <p:txBody>
          <a:bodyPr wrap="square" lIns="0" tIns="0" rIns="0" bIns="0" rtlCol="0" anchor="ctr"/>
          <a:lstStyle/>
          <a:p>
            <a:pPr marL="0" indent="0">
              <a:buNone/>
            </a:pPr>
            <a:r>
              <a:rPr lang="en-US" sz="1000" b="1">
                <a:solidFill>
                  <a:srgbClr val="6B7280"/>
                </a:solidFill>
                <a:latin typeface="Calibri" pitchFamily="34" charset="0"/>
                <a:ea typeface="Calibri" pitchFamily="34" charset="-122"/>
                <a:cs typeface="Calibri" pitchFamily="34" charset="-120"/>
              </a:rPr>
              <a:t>Question in →</a:t>
            </a:r>
            <a:endParaRPr lang="en-US" sz="1000"/>
          </a:p>
        </p:txBody>
      </p:sp>
      <p:sp>
        <p:nvSpPr>
          <p:cNvPr id="9" name="Shape 7"/>
          <p:cNvSpPr/>
          <p:nvPr/>
        </p:nvSpPr>
        <p:spPr>
          <a:xfrm>
            <a:off x="548640" y="1783080"/>
            <a:ext cx="2587752" cy="2103120"/>
          </a:xfrm>
          <a:prstGeom prst="roundRect">
            <a:avLst>
              <a:gd name="adj" fmla="val 2609"/>
            </a:avLst>
          </a:prstGeom>
          <a:solidFill>
            <a:srgbClr val="F4F1EA"/>
          </a:solidFill>
          <a:ln w="9525">
            <a:solidFill>
              <a:srgbClr val="E5E7EB"/>
            </a:solidFill>
            <a:prstDash val="solid"/>
          </a:ln>
        </p:spPr>
        <p:txBody>
          <a:bodyPr/>
          <a:lstStyle/>
          <a:p>
            <a:endParaRPr lang="en-IN"/>
          </a:p>
        </p:txBody>
      </p:sp>
      <p:sp>
        <p:nvSpPr>
          <p:cNvPr id="10" name="Shape 8"/>
          <p:cNvSpPr/>
          <p:nvPr/>
        </p:nvSpPr>
        <p:spPr>
          <a:xfrm>
            <a:off x="548640" y="1783080"/>
            <a:ext cx="2587752" cy="310896"/>
          </a:xfrm>
          <a:prstGeom prst="rect">
            <a:avLst/>
          </a:prstGeom>
          <a:solidFill>
            <a:srgbClr val="0A1628"/>
          </a:solidFill>
          <a:ln/>
        </p:spPr>
        <p:txBody>
          <a:bodyPr/>
          <a:lstStyle/>
          <a:p>
            <a:endParaRPr lang="en-IN"/>
          </a:p>
        </p:txBody>
      </p:sp>
      <p:sp>
        <p:nvSpPr>
          <p:cNvPr id="11" name="Text 9"/>
          <p:cNvSpPr/>
          <p:nvPr/>
        </p:nvSpPr>
        <p:spPr>
          <a:xfrm>
            <a:off x="658368" y="1783080"/>
            <a:ext cx="2368296" cy="310896"/>
          </a:xfrm>
          <a:prstGeom prst="rect">
            <a:avLst/>
          </a:prstGeom>
          <a:noFill/>
          <a:ln/>
        </p:spPr>
        <p:txBody>
          <a:bodyPr wrap="square" lIns="0" tIns="0" rIns="0" bIns="0" rtlCol="0" anchor="ctr"/>
          <a:lstStyle/>
          <a:p>
            <a:pPr marL="0" indent="0">
              <a:buNone/>
            </a:pPr>
            <a:r>
              <a:rPr lang="en-US" sz="950" b="1">
                <a:solidFill>
                  <a:srgbClr val="B8913B"/>
                </a:solidFill>
                <a:latin typeface="Calibri" pitchFamily="34" charset="0"/>
                <a:ea typeface="Calibri" pitchFamily="34" charset="-122"/>
                <a:cs typeface="Calibri" pitchFamily="34" charset="-120"/>
              </a:rPr>
              <a:t>GATE 1  ·  Scope gate</a:t>
            </a:r>
            <a:endParaRPr lang="en-US" sz="950"/>
          </a:p>
        </p:txBody>
      </p:sp>
      <p:sp>
        <p:nvSpPr>
          <p:cNvPr id="12" name="Text 10"/>
          <p:cNvSpPr/>
          <p:nvPr/>
        </p:nvSpPr>
        <p:spPr>
          <a:xfrm>
            <a:off x="676656" y="2176272"/>
            <a:ext cx="2331720" cy="1280160"/>
          </a:xfrm>
          <a:prstGeom prst="rect">
            <a:avLst/>
          </a:prstGeom>
          <a:noFill/>
          <a:ln/>
        </p:spPr>
        <p:txBody>
          <a:bodyPr wrap="square" lIns="0" tIns="0" rIns="0" bIns="0" rtlCol="0" anchor="t"/>
          <a:lstStyle/>
          <a:p>
            <a:pPr marL="0" indent="0">
              <a:buNone/>
            </a:pPr>
            <a:r>
              <a:rPr lang="en-US" sz="900">
                <a:solidFill>
                  <a:srgbClr val="1F2937"/>
                </a:solidFill>
                <a:latin typeface="Calibri" pitchFamily="34" charset="0"/>
                <a:ea typeface="Calibri" pitchFamily="34" charset="-122"/>
                <a:cs typeface="Calibri" pitchFamily="34" charset="-120"/>
              </a:rPr>
              <a:t>Is this answerable from the Gold layer, by this role? Out-of-scope topics (external data, ERP, other tiers) stop here.</a:t>
            </a:r>
            <a:endParaRPr lang="en-US" sz="900"/>
          </a:p>
        </p:txBody>
      </p:sp>
      <p:sp>
        <p:nvSpPr>
          <p:cNvPr id="13" name="Shape 11"/>
          <p:cNvSpPr/>
          <p:nvPr/>
        </p:nvSpPr>
        <p:spPr>
          <a:xfrm>
            <a:off x="676656" y="3529584"/>
            <a:ext cx="2331720" cy="256032"/>
          </a:xfrm>
          <a:prstGeom prst="roundRect">
            <a:avLst>
              <a:gd name="adj" fmla="val 50000"/>
            </a:avLst>
          </a:prstGeom>
          <a:solidFill>
            <a:srgbClr val="FFFFFF"/>
          </a:solidFill>
          <a:ln w="9525">
            <a:solidFill>
              <a:srgbClr val="1F6F7A"/>
            </a:solidFill>
            <a:prstDash val="solid"/>
          </a:ln>
        </p:spPr>
        <p:txBody>
          <a:bodyPr/>
          <a:lstStyle/>
          <a:p>
            <a:endParaRPr lang="en-IN"/>
          </a:p>
        </p:txBody>
      </p:sp>
      <p:sp>
        <p:nvSpPr>
          <p:cNvPr id="14" name="Text 12"/>
          <p:cNvSpPr/>
          <p:nvPr/>
        </p:nvSpPr>
        <p:spPr>
          <a:xfrm>
            <a:off x="676656" y="3529584"/>
            <a:ext cx="2331720" cy="256032"/>
          </a:xfrm>
          <a:prstGeom prst="rect">
            <a:avLst/>
          </a:prstGeom>
          <a:noFill/>
          <a:ln/>
        </p:spPr>
        <p:txBody>
          <a:bodyPr wrap="square" lIns="0" tIns="0" rIns="0" bIns="0" rtlCol="0" anchor="ctr"/>
          <a:lstStyle/>
          <a:p>
            <a:pPr marL="0" indent="0" algn="ctr">
              <a:buNone/>
            </a:pPr>
            <a:r>
              <a:rPr lang="en-US" sz="750" b="1">
                <a:solidFill>
                  <a:srgbClr val="1F6F7A"/>
                </a:solidFill>
                <a:latin typeface="Calibri" pitchFamily="34" charset="0"/>
                <a:ea typeface="Calibri" pitchFamily="34" charset="-122"/>
                <a:cs typeface="Calibri" pitchFamily="34" charset="-120"/>
              </a:rPr>
              <a:t>blocks out-of-scope access</a:t>
            </a:r>
            <a:endParaRPr lang="en-US" sz="750"/>
          </a:p>
        </p:txBody>
      </p:sp>
      <p:sp>
        <p:nvSpPr>
          <p:cNvPr id="15" name="Shape 13"/>
          <p:cNvSpPr/>
          <p:nvPr/>
        </p:nvSpPr>
        <p:spPr>
          <a:xfrm>
            <a:off x="3154680" y="2834640"/>
            <a:ext cx="201168" cy="0"/>
          </a:xfrm>
          <a:prstGeom prst="line">
            <a:avLst/>
          </a:prstGeom>
          <a:noFill/>
          <a:ln w="19050">
            <a:solidFill>
              <a:srgbClr val="6B7280"/>
            </a:solidFill>
            <a:prstDash val="solid"/>
            <a:tailEnd type="triangle"/>
          </a:ln>
        </p:spPr>
        <p:txBody>
          <a:bodyPr/>
          <a:lstStyle/>
          <a:p>
            <a:endParaRPr lang="en-IN"/>
          </a:p>
        </p:txBody>
      </p:sp>
      <p:sp>
        <p:nvSpPr>
          <p:cNvPr id="16" name="Shape 14"/>
          <p:cNvSpPr/>
          <p:nvPr/>
        </p:nvSpPr>
        <p:spPr>
          <a:xfrm>
            <a:off x="3374136" y="1783080"/>
            <a:ext cx="2587752" cy="2103120"/>
          </a:xfrm>
          <a:prstGeom prst="roundRect">
            <a:avLst>
              <a:gd name="adj" fmla="val 2609"/>
            </a:avLst>
          </a:prstGeom>
          <a:solidFill>
            <a:srgbClr val="F8F7F3"/>
          </a:solidFill>
          <a:ln w="9525">
            <a:solidFill>
              <a:srgbClr val="E5E7EB"/>
            </a:solidFill>
            <a:prstDash val="solid"/>
          </a:ln>
        </p:spPr>
        <p:txBody>
          <a:bodyPr/>
          <a:lstStyle/>
          <a:p>
            <a:endParaRPr lang="en-IN"/>
          </a:p>
        </p:txBody>
      </p:sp>
      <p:sp>
        <p:nvSpPr>
          <p:cNvPr id="17" name="Shape 15"/>
          <p:cNvSpPr/>
          <p:nvPr/>
        </p:nvSpPr>
        <p:spPr>
          <a:xfrm>
            <a:off x="3374136" y="1783080"/>
            <a:ext cx="2587752" cy="310896"/>
          </a:xfrm>
          <a:prstGeom prst="rect">
            <a:avLst/>
          </a:prstGeom>
          <a:solidFill>
            <a:srgbClr val="0A1628"/>
          </a:solidFill>
          <a:ln/>
        </p:spPr>
        <p:txBody>
          <a:bodyPr/>
          <a:lstStyle/>
          <a:p>
            <a:endParaRPr lang="en-IN"/>
          </a:p>
        </p:txBody>
      </p:sp>
      <p:sp>
        <p:nvSpPr>
          <p:cNvPr id="18" name="Text 16"/>
          <p:cNvSpPr/>
          <p:nvPr/>
        </p:nvSpPr>
        <p:spPr>
          <a:xfrm>
            <a:off x="3483864" y="1783080"/>
            <a:ext cx="2368296" cy="310896"/>
          </a:xfrm>
          <a:prstGeom prst="rect">
            <a:avLst/>
          </a:prstGeom>
          <a:noFill/>
          <a:ln/>
        </p:spPr>
        <p:txBody>
          <a:bodyPr wrap="square" lIns="0" tIns="0" rIns="0" bIns="0" rtlCol="0" anchor="ctr"/>
          <a:lstStyle/>
          <a:p>
            <a:pPr marL="0" indent="0">
              <a:buNone/>
            </a:pPr>
            <a:r>
              <a:rPr lang="en-US" sz="950" b="1">
                <a:solidFill>
                  <a:srgbClr val="B8913B"/>
                </a:solidFill>
                <a:latin typeface="Calibri" pitchFamily="34" charset="0"/>
                <a:ea typeface="Calibri" pitchFamily="34" charset="-122"/>
                <a:cs typeface="Calibri" pitchFamily="34" charset="-120"/>
              </a:rPr>
              <a:t>GATE 2  ·  Grounded generation</a:t>
            </a:r>
            <a:endParaRPr lang="en-US" sz="950"/>
          </a:p>
        </p:txBody>
      </p:sp>
      <p:sp>
        <p:nvSpPr>
          <p:cNvPr id="19" name="Text 17"/>
          <p:cNvSpPr/>
          <p:nvPr/>
        </p:nvSpPr>
        <p:spPr>
          <a:xfrm>
            <a:off x="3502152" y="2176272"/>
            <a:ext cx="2331720" cy="1280160"/>
          </a:xfrm>
          <a:prstGeom prst="rect">
            <a:avLst/>
          </a:prstGeom>
          <a:noFill/>
          <a:ln/>
        </p:spPr>
        <p:txBody>
          <a:bodyPr wrap="square" lIns="0" tIns="0" rIns="0" bIns="0" rtlCol="0" anchor="t"/>
          <a:lstStyle/>
          <a:p>
            <a:pPr marL="0" indent="0">
              <a:buNone/>
            </a:pPr>
            <a:r>
              <a:rPr lang="en-US" sz="900">
                <a:solidFill>
                  <a:srgbClr val="1F2937"/>
                </a:solidFill>
                <a:latin typeface="Calibri" pitchFamily="34" charset="0"/>
                <a:ea typeface="Calibri" pitchFamily="34" charset="-122"/>
                <a:cs typeface="Calibri" pitchFamily="34" charset="-120"/>
              </a:rPr>
              <a:t>The agent may only use numbers returned by a real, governed query. No query result = no number. Ever.</a:t>
            </a:r>
            <a:endParaRPr lang="en-US" sz="900"/>
          </a:p>
        </p:txBody>
      </p:sp>
      <p:sp>
        <p:nvSpPr>
          <p:cNvPr id="20" name="Shape 18"/>
          <p:cNvSpPr/>
          <p:nvPr/>
        </p:nvSpPr>
        <p:spPr>
          <a:xfrm>
            <a:off x="3502152" y="3529584"/>
            <a:ext cx="2331720" cy="256032"/>
          </a:xfrm>
          <a:prstGeom prst="roundRect">
            <a:avLst>
              <a:gd name="adj" fmla="val 50000"/>
            </a:avLst>
          </a:prstGeom>
          <a:solidFill>
            <a:srgbClr val="FFFFFF"/>
          </a:solidFill>
          <a:ln w="9525">
            <a:solidFill>
              <a:srgbClr val="1F6F7A"/>
            </a:solidFill>
            <a:prstDash val="solid"/>
          </a:ln>
        </p:spPr>
        <p:txBody>
          <a:bodyPr/>
          <a:lstStyle/>
          <a:p>
            <a:endParaRPr lang="en-IN"/>
          </a:p>
        </p:txBody>
      </p:sp>
      <p:sp>
        <p:nvSpPr>
          <p:cNvPr id="21" name="Text 19"/>
          <p:cNvSpPr/>
          <p:nvPr/>
        </p:nvSpPr>
        <p:spPr>
          <a:xfrm>
            <a:off x="3502152" y="3529584"/>
            <a:ext cx="2331720" cy="256032"/>
          </a:xfrm>
          <a:prstGeom prst="rect">
            <a:avLst/>
          </a:prstGeom>
          <a:noFill/>
          <a:ln/>
        </p:spPr>
        <p:txBody>
          <a:bodyPr wrap="square" lIns="0" tIns="0" rIns="0" bIns="0" rtlCol="0" anchor="ctr"/>
          <a:lstStyle/>
          <a:p>
            <a:pPr marL="0" indent="0" algn="ctr">
              <a:buNone/>
            </a:pPr>
            <a:r>
              <a:rPr lang="en-US" sz="750" b="1">
                <a:solidFill>
                  <a:srgbClr val="1F6F7A"/>
                </a:solidFill>
                <a:latin typeface="Calibri" pitchFamily="34" charset="0"/>
                <a:ea typeface="Calibri" pitchFamily="34" charset="-122"/>
                <a:cs typeface="Calibri" pitchFamily="34" charset="-120"/>
              </a:rPr>
              <a:t>blocks invented figures</a:t>
            </a:r>
            <a:endParaRPr lang="en-US" sz="750"/>
          </a:p>
        </p:txBody>
      </p:sp>
      <p:sp>
        <p:nvSpPr>
          <p:cNvPr id="22" name="Shape 20"/>
          <p:cNvSpPr/>
          <p:nvPr/>
        </p:nvSpPr>
        <p:spPr>
          <a:xfrm>
            <a:off x="5980176" y="2834640"/>
            <a:ext cx="201168" cy="0"/>
          </a:xfrm>
          <a:prstGeom prst="line">
            <a:avLst/>
          </a:prstGeom>
          <a:noFill/>
          <a:ln w="19050">
            <a:solidFill>
              <a:srgbClr val="6B7280"/>
            </a:solidFill>
            <a:prstDash val="solid"/>
            <a:tailEnd type="triangle"/>
          </a:ln>
        </p:spPr>
        <p:txBody>
          <a:bodyPr/>
          <a:lstStyle/>
          <a:p>
            <a:endParaRPr lang="en-IN"/>
          </a:p>
        </p:txBody>
      </p:sp>
      <p:sp>
        <p:nvSpPr>
          <p:cNvPr id="23" name="Shape 21"/>
          <p:cNvSpPr/>
          <p:nvPr/>
        </p:nvSpPr>
        <p:spPr>
          <a:xfrm>
            <a:off x="6199632" y="1783080"/>
            <a:ext cx="2587752" cy="2103120"/>
          </a:xfrm>
          <a:prstGeom prst="roundRect">
            <a:avLst>
              <a:gd name="adj" fmla="val 2609"/>
            </a:avLst>
          </a:prstGeom>
          <a:solidFill>
            <a:srgbClr val="F4F1EA"/>
          </a:solidFill>
          <a:ln w="9525">
            <a:solidFill>
              <a:srgbClr val="E5E7EB"/>
            </a:solidFill>
            <a:prstDash val="solid"/>
          </a:ln>
        </p:spPr>
        <p:txBody>
          <a:bodyPr/>
          <a:lstStyle/>
          <a:p>
            <a:endParaRPr lang="en-IN"/>
          </a:p>
        </p:txBody>
      </p:sp>
      <p:sp>
        <p:nvSpPr>
          <p:cNvPr id="24" name="Shape 22"/>
          <p:cNvSpPr/>
          <p:nvPr/>
        </p:nvSpPr>
        <p:spPr>
          <a:xfrm>
            <a:off x="6199632" y="1783080"/>
            <a:ext cx="2587752" cy="310896"/>
          </a:xfrm>
          <a:prstGeom prst="rect">
            <a:avLst/>
          </a:prstGeom>
          <a:solidFill>
            <a:srgbClr val="0A1628"/>
          </a:solidFill>
          <a:ln/>
        </p:spPr>
        <p:txBody>
          <a:bodyPr/>
          <a:lstStyle/>
          <a:p>
            <a:endParaRPr lang="en-IN"/>
          </a:p>
        </p:txBody>
      </p:sp>
      <p:sp>
        <p:nvSpPr>
          <p:cNvPr id="25" name="Text 23"/>
          <p:cNvSpPr/>
          <p:nvPr/>
        </p:nvSpPr>
        <p:spPr>
          <a:xfrm>
            <a:off x="6309360" y="1783080"/>
            <a:ext cx="2368296" cy="310896"/>
          </a:xfrm>
          <a:prstGeom prst="rect">
            <a:avLst/>
          </a:prstGeom>
          <a:noFill/>
          <a:ln/>
        </p:spPr>
        <p:txBody>
          <a:bodyPr wrap="square" lIns="0" tIns="0" rIns="0" bIns="0" rtlCol="0" anchor="ctr"/>
          <a:lstStyle/>
          <a:p>
            <a:pPr marL="0" indent="0">
              <a:buNone/>
            </a:pPr>
            <a:r>
              <a:rPr lang="en-US" sz="950" b="1">
                <a:solidFill>
                  <a:srgbClr val="B8913B"/>
                </a:solidFill>
                <a:latin typeface="Calibri" pitchFamily="34" charset="0"/>
                <a:ea typeface="Calibri" pitchFamily="34" charset="-122"/>
                <a:cs typeface="Calibri" pitchFamily="34" charset="-120"/>
              </a:rPr>
              <a:t>GATE 3  ·  Answer validation</a:t>
            </a:r>
            <a:endParaRPr lang="en-US" sz="950"/>
          </a:p>
        </p:txBody>
      </p:sp>
      <p:sp>
        <p:nvSpPr>
          <p:cNvPr id="26" name="Text 24"/>
          <p:cNvSpPr/>
          <p:nvPr/>
        </p:nvSpPr>
        <p:spPr>
          <a:xfrm>
            <a:off x="6327648" y="2176272"/>
            <a:ext cx="2331720" cy="1280160"/>
          </a:xfrm>
          <a:prstGeom prst="rect">
            <a:avLst/>
          </a:prstGeom>
          <a:noFill/>
          <a:ln/>
        </p:spPr>
        <p:txBody>
          <a:bodyPr wrap="square" lIns="0" tIns="0" rIns="0" bIns="0" rtlCol="0" anchor="t"/>
          <a:lstStyle/>
          <a:p>
            <a:pPr marL="0" indent="0">
              <a:buNone/>
            </a:pPr>
            <a:r>
              <a:rPr lang="en-US" sz="900">
                <a:solidFill>
                  <a:srgbClr val="1F2937"/>
                </a:solidFill>
                <a:latin typeface="Calibri" pitchFamily="34" charset="0"/>
                <a:ea typeface="Calibri" pitchFamily="34" charset="-122"/>
                <a:cs typeface="Calibri" pitchFamily="34" charset="-120"/>
              </a:rPr>
              <a:t>Before sending: every figure re-checked against the result set; citation of dataset + measure attached; forecasts labeled with confidence.</a:t>
            </a:r>
            <a:endParaRPr lang="en-US" sz="900"/>
          </a:p>
        </p:txBody>
      </p:sp>
      <p:sp>
        <p:nvSpPr>
          <p:cNvPr id="27" name="Shape 25"/>
          <p:cNvSpPr/>
          <p:nvPr/>
        </p:nvSpPr>
        <p:spPr>
          <a:xfrm>
            <a:off x="6327648" y="3529584"/>
            <a:ext cx="2331720" cy="256032"/>
          </a:xfrm>
          <a:prstGeom prst="roundRect">
            <a:avLst>
              <a:gd name="adj" fmla="val 50000"/>
            </a:avLst>
          </a:prstGeom>
          <a:solidFill>
            <a:srgbClr val="FFFFFF"/>
          </a:solidFill>
          <a:ln w="9525">
            <a:solidFill>
              <a:srgbClr val="1F6F7A"/>
            </a:solidFill>
            <a:prstDash val="solid"/>
          </a:ln>
        </p:spPr>
        <p:txBody>
          <a:bodyPr/>
          <a:lstStyle/>
          <a:p>
            <a:endParaRPr lang="en-IN"/>
          </a:p>
        </p:txBody>
      </p:sp>
      <p:sp>
        <p:nvSpPr>
          <p:cNvPr id="28" name="Text 26"/>
          <p:cNvSpPr/>
          <p:nvPr/>
        </p:nvSpPr>
        <p:spPr>
          <a:xfrm>
            <a:off x="6327648" y="3529584"/>
            <a:ext cx="2331720" cy="256032"/>
          </a:xfrm>
          <a:prstGeom prst="rect">
            <a:avLst/>
          </a:prstGeom>
          <a:noFill/>
          <a:ln/>
        </p:spPr>
        <p:txBody>
          <a:bodyPr wrap="square" lIns="0" tIns="0" rIns="0" bIns="0" rtlCol="0" anchor="ctr"/>
          <a:lstStyle/>
          <a:p>
            <a:pPr marL="0" indent="0" algn="ctr">
              <a:buNone/>
            </a:pPr>
            <a:r>
              <a:rPr lang="en-US" sz="750" b="1">
                <a:solidFill>
                  <a:srgbClr val="1F6F7A"/>
                </a:solidFill>
                <a:latin typeface="Calibri" pitchFamily="34" charset="0"/>
                <a:ea typeface="Calibri" pitchFamily="34" charset="-122"/>
                <a:cs typeface="Calibri" pitchFamily="34" charset="-120"/>
              </a:rPr>
              <a:t>blocks unsupported claims</a:t>
            </a:r>
            <a:endParaRPr lang="en-US" sz="750"/>
          </a:p>
        </p:txBody>
      </p:sp>
      <p:sp>
        <p:nvSpPr>
          <p:cNvPr id="29" name="Shape 27"/>
          <p:cNvSpPr/>
          <p:nvPr/>
        </p:nvSpPr>
        <p:spPr>
          <a:xfrm>
            <a:off x="8805672" y="2834640"/>
            <a:ext cx="201168" cy="0"/>
          </a:xfrm>
          <a:prstGeom prst="line">
            <a:avLst/>
          </a:prstGeom>
          <a:noFill/>
          <a:ln w="19050">
            <a:solidFill>
              <a:srgbClr val="6B7280"/>
            </a:solidFill>
            <a:prstDash val="solid"/>
            <a:tailEnd type="triangle"/>
          </a:ln>
        </p:spPr>
        <p:txBody>
          <a:bodyPr/>
          <a:lstStyle/>
          <a:p>
            <a:endParaRPr lang="en-IN"/>
          </a:p>
        </p:txBody>
      </p:sp>
      <p:sp>
        <p:nvSpPr>
          <p:cNvPr id="30" name="Shape 28"/>
          <p:cNvSpPr/>
          <p:nvPr/>
        </p:nvSpPr>
        <p:spPr>
          <a:xfrm>
            <a:off x="9025128" y="1783080"/>
            <a:ext cx="2587752" cy="2103120"/>
          </a:xfrm>
          <a:prstGeom prst="roundRect">
            <a:avLst>
              <a:gd name="adj" fmla="val 2609"/>
            </a:avLst>
          </a:prstGeom>
          <a:solidFill>
            <a:srgbClr val="F8F7F3"/>
          </a:solidFill>
          <a:ln w="9525">
            <a:solidFill>
              <a:srgbClr val="E5E7EB"/>
            </a:solidFill>
            <a:prstDash val="solid"/>
          </a:ln>
        </p:spPr>
        <p:txBody>
          <a:bodyPr/>
          <a:lstStyle/>
          <a:p>
            <a:endParaRPr lang="en-IN"/>
          </a:p>
        </p:txBody>
      </p:sp>
      <p:sp>
        <p:nvSpPr>
          <p:cNvPr id="31" name="Shape 29"/>
          <p:cNvSpPr/>
          <p:nvPr/>
        </p:nvSpPr>
        <p:spPr>
          <a:xfrm>
            <a:off x="9025128" y="1783080"/>
            <a:ext cx="2587752" cy="310896"/>
          </a:xfrm>
          <a:prstGeom prst="rect">
            <a:avLst/>
          </a:prstGeom>
          <a:solidFill>
            <a:srgbClr val="0A1628"/>
          </a:solidFill>
          <a:ln/>
        </p:spPr>
        <p:txBody>
          <a:bodyPr/>
          <a:lstStyle/>
          <a:p>
            <a:endParaRPr lang="en-IN"/>
          </a:p>
        </p:txBody>
      </p:sp>
      <p:sp>
        <p:nvSpPr>
          <p:cNvPr id="32" name="Text 30"/>
          <p:cNvSpPr/>
          <p:nvPr/>
        </p:nvSpPr>
        <p:spPr>
          <a:xfrm>
            <a:off x="9134856" y="1783080"/>
            <a:ext cx="2368296" cy="310896"/>
          </a:xfrm>
          <a:prstGeom prst="rect">
            <a:avLst/>
          </a:prstGeom>
          <a:noFill/>
          <a:ln/>
        </p:spPr>
        <p:txBody>
          <a:bodyPr wrap="square" lIns="0" tIns="0" rIns="0" bIns="0" rtlCol="0" anchor="ctr"/>
          <a:lstStyle/>
          <a:p>
            <a:pPr marL="0" indent="0">
              <a:buNone/>
            </a:pPr>
            <a:r>
              <a:rPr lang="en-US" sz="950" b="1">
                <a:solidFill>
                  <a:srgbClr val="B8913B"/>
                </a:solidFill>
                <a:latin typeface="Calibri" pitchFamily="34" charset="0"/>
                <a:ea typeface="Calibri" pitchFamily="34" charset="-122"/>
                <a:cs typeface="Calibri" pitchFamily="34" charset="-120"/>
              </a:rPr>
              <a:t>GATE 4  ·  Continuous evals</a:t>
            </a:r>
            <a:endParaRPr lang="en-US" sz="950"/>
          </a:p>
        </p:txBody>
      </p:sp>
      <p:sp>
        <p:nvSpPr>
          <p:cNvPr id="33" name="Text 31"/>
          <p:cNvSpPr/>
          <p:nvPr/>
        </p:nvSpPr>
        <p:spPr>
          <a:xfrm>
            <a:off x="9153144" y="2176272"/>
            <a:ext cx="2331720" cy="1280160"/>
          </a:xfrm>
          <a:prstGeom prst="rect">
            <a:avLst/>
          </a:prstGeom>
          <a:noFill/>
          <a:ln/>
        </p:spPr>
        <p:txBody>
          <a:bodyPr wrap="square" lIns="0" tIns="0" rIns="0" bIns="0" rtlCol="0" anchor="t"/>
          <a:lstStyle/>
          <a:p>
            <a:pPr marL="0" indent="0">
              <a:buNone/>
            </a:pPr>
            <a:r>
              <a:rPr lang="en-US" sz="900">
                <a:solidFill>
                  <a:srgbClr val="1F2937"/>
                </a:solidFill>
                <a:latin typeface="Calibri" pitchFamily="34" charset="0"/>
                <a:ea typeface="Calibri" pitchFamily="34" charset="-122"/>
                <a:cs typeface="Calibri" pitchFamily="34" charset="-120"/>
              </a:rPr>
              <a:t>The 20–50 question bank replays automatically on every release; answer-match tracked; any drop blocks the deploy.</a:t>
            </a:r>
            <a:endParaRPr lang="en-US" sz="900"/>
          </a:p>
        </p:txBody>
      </p:sp>
      <p:sp>
        <p:nvSpPr>
          <p:cNvPr id="34" name="Shape 32"/>
          <p:cNvSpPr/>
          <p:nvPr/>
        </p:nvSpPr>
        <p:spPr>
          <a:xfrm>
            <a:off x="9153144" y="3529584"/>
            <a:ext cx="2331720" cy="256032"/>
          </a:xfrm>
          <a:prstGeom prst="roundRect">
            <a:avLst>
              <a:gd name="adj" fmla="val 50000"/>
            </a:avLst>
          </a:prstGeom>
          <a:solidFill>
            <a:srgbClr val="FFFFFF"/>
          </a:solidFill>
          <a:ln w="9525">
            <a:solidFill>
              <a:srgbClr val="1F6F7A"/>
            </a:solidFill>
            <a:prstDash val="solid"/>
          </a:ln>
        </p:spPr>
        <p:txBody>
          <a:bodyPr/>
          <a:lstStyle/>
          <a:p>
            <a:endParaRPr lang="en-IN"/>
          </a:p>
        </p:txBody>
      </p:sp>
      <p:sp>
        <p:nvSpPr>
          <p:cNvPr id="35" name="Text 33"/>
          <p:cNvSpPr/>
          <p:nvPr/>
        </p:nvSpPr>
        <p:spPr>
          <a:xfrm>
            <a:off x="9153144" y="3529584"/>
            <a:ext cx="2331720" cy="256032"/>
          </a:xfrm>
          <a:prstGeom prst="rect">
            <a:avLst/>
          </a:prstGeom>
          <a:noFill/>
          <a:ln/>
        </p:spPr>
        <p:txBody>
          <a:bodyPr wrap="square" lIns="0" tIns="0" rIns="0" bIns="0" rtlCol="0" anchor="ctr"/>
          <a:lstStyle/>
          <a:p>
            <a:pPr marL="0" indent="0" algn="ctr">
              <a:buNone/>
            </a:pPr>
            <a:r>
              <a:rPr lang="en-US" sz="750" b="1">
                <a:solidFill>
                  <a:srgbClr val="1F6F7A"/>
                </a:solidFill>
                <a:latin typeface="Calibri" pitchFamily="34" charset="0"/>
                <a:ea typeface="Calibri" pitchFamily="34" charset="-122"/>
                <a:cs typeface="Calibri" pitchFamily="34" charset="-120"/>
              </a:rPr>
              <a:t>blocks silent regression</a:t>
            </a:r>
            <a:endParaRPr lang="en-US" sz="750"/>
          </a:p>
        </p:txBody>
      </p:sp>
      <p:sp>
        <p:nvSpPr>
          <p:cNvPr id="36" name="Text 34"/>
          <p:cNvSpPr/>
          <p:nvPr/>
        </p:nvSpPr>
        <p:spPr>
          <a:xfrm>
            <a:off x="9601200" y="3950208"/>
            <a:ext cx="2194560" cy="237744"/>
          </a:xfrm>
          <a:prstGeom prst="rect">
            <a:avLst/>
          </a:prstGeom>
          <a:noFill/>
          <a:ln/>
        </p:spPr>
        <p:txBody>
          <a:bodyPr wrap="square" lIns="0" tIns="0" rIns="0" bIns="0" rtlCol="0" anchor="ctr"/>
          <a:lstStyle/>
          <a:p>
            <a:pPr marL="0" indent="0" algn="r">
              <a:buNone/>
            </a:pPr>
            <a:r>
              <a:rPr lang="en-US" sz="1000" b="1">
                <a:solidFill>
                  <a:srgbClr val="6B7280"/>
                </a:solidFill>
                <a:latin typeface="Calibri" pitchFamily="34" charset="0"/>
                <a:ea typeface="Calibri" pitchFamily="34" charset="-122"/>
                <a:cs typeface="Calibri" pitchFamily="34" charset="-120"/>
              </a:rPr>
              <a:t>→ Answer, with its receipt</a:t>
            </a:r>
            <a:endParaRPr lang="en-US" sz="1000"/>
          </a:p>
        </p:txBody>
      </p:sp>
      <p:sp>
        <p:nvSpPr>
          <p:cNvPr id="37" name="Shape 35"/>
          <p:cNvSpPr/>
          <p:nvPr/>
        </p:nvSpPr>
        <p:spPr>
          <a:xfrm>
            <a:off x="548640" y="4315968"/>
            <a:ext cx="11064240" cy="713232"/>
          </a:xfrm>
          <a:prstGeom prst="roundRect">
            <a:avLst>
              <a:gd name="adj" fmla="val 6410"/>
            </a:avLst>
          </a:prstGeom>
          <a:solidFill>
            <a:srgbClr val="F4F1EA"/>
          </a:solidFill>
          <a:ln w="12700">
            <a:solidFill>
              <a:srgbClr val="B8913B"/>
            </a:solidFill>
            <a:prstDash val="solid"/>
          </a:ln>
        </p:spPr>
        <p:txBody>
          <a:bodyPr/>
          <a:lstStyle/>
          <a:p>
            <a:endParaRPr lang="en-IN"/>
          </a:p>
        </p:txBody>
      </p:sp>
      <p:sp>
        <p:nvSpPr>
          <p:cNvPr id="38" name="Text 36"/>
          <p:cNvSpPr/>
          <p:nvPr/>
        </p:nvSpPr>
        <p:spPr>
          <a:xfrm>
            <a:off x="777240" y="4370832"/>
            <a:ext cx="10607040" cy="603504"/>
          </a:xfrm>
          <a:prstGeom prst="rect">
            <a:avLst/>
          </a:prstGeom>
          <a:noFill/>
          <a:ln/>
        </p:spPr>
        <p:txBody>
          <a:bodyPr wrap="square" lIns="0" tIns="0" rIns="0" bIns="0" rtlCol="0" anchor="ctr"/>
          <a:lstStyle/>
          <a:p>
            <a:pPr marL="0" indent="0">
              <a:buNone/>
            </a:pPr>
            <a:r>
              <a:rPr lang="en-US" sz="1000" b="1">
                <a:solidFill>
                  <a:srgbClr val="8A6A25"/>
                </a:solidFill>
                <a:latin typeface="Calibri" pitchFamily="34" charset="0"/>
                <a:ea typeface="Calibri" pitchFamily="34" charset="-122"/>
                <a:cs typeface="Calibri" pitchFamily="34" charset="-120"/>
              </a:rPr>
              <a:t>When a gate fails, the user still gets a useful reply:  </a:t>
            </a:r>
            <a:r>
              <a:rPr lang="en-US" sz="1000">
                <a:solidFill>
                  <a:srgbClr val="0A1628"/>
                </a:solidFill>
                <a:latin typeface="Calibri" pitchFamily="34" charset="0"/>
                <a:ea typeface="Calibri" pitchFamily="34" charset="-122"/>
                <a:cs typeface="Calibri" pitchFamily="34" charset="-120"/>
              </a:rPr>
              <a:t>“I can’t answer that from the data I’m allowed to use — the nearest question I can answer is your team’s resolution rate this quarter. Want that?”</a:t>
            </a:r>
            <a:r>
              <a:rPr lang="en-US" sz="1000">
                <a:solidFill>
                  <a:srgbClr val="6B7280"/>
                </a:solidFill>
                <a:latin typeface="Calibri" pitchFamily="34" charset="0"/>
                <a:ea typeface="Calibri" pitchFamily="34" charset="-122"/>
                <a:cs typeface="Calibri" pitchFamily="34" charset="-120"/>
              </a:rPr>
              <a:t>  Every gate failure is logged with the rule that fired.</a:t>
            </a:r>
            <a:endParaRPr lang="en-US" sz="1000"/>
          </a:p>
        </p:txBody>
      </p:sp>
      <p:sp>
        <p:nvSpPr>
          <p:cNvPr id="39" name="Text 37"/>
          <p:cNvSpPr/>
          <p:nvPr/>
        </p:nvSpPr>
        <p:spPr>
          <a:xfrm>
            <a:off x="548640" y="5230368"/>
            <a:ext cx="11064240" cy="219456"/>
          </a:xfrm>
          <a:prstGeom prst="rect">
            <a:avLst/>
          </a:prstGeom>
          <a:noFill/>
          <a:ln/>
        </p:spPr>
        <p:txBody>
          <a:bodyPr wrap="square" lIns="0" tIns="0" rIns="0" bIns="0" rtlCol="0" anchor="ctr"/>
          <a:lstStyle/>
          <a:p>
            <a:pPr marL="0" indent="0">
              <a:buNone/>
            </a:pPr>
            <a:r>
              <a:rPr lang="en-US" sz="950" b="1" kern="0" spc="100">
                <a:solidFill>
                  <a:srgbClr val="0A1628"/>
                </a:solidFill>
                <a:latin typeface="Calibri" pitchFamily="34" charset="0"/>
                <a:ea typeface="Calibri" pitchFamily="34" charset="-122"/>
                <a:cs typeface="Calibri" pitchFamily="34" charset="-120"/>
              </a:rPr>
              <a:t>MAINTAINED, NOT INSTALLED — THE WEEKLY TUNING LOOP</a:t>
            </a:r>
            <a:endParaRPr lang="en-US" sz="950"/>
          </a:p>
        </p:txBody>
      </p:sp>
      <p:sp>
        <p:nvSpPr>
          <p:cNvPr id="40" name="Shape 38"/>
          <p:cNvSpPr/>
          <p:nvPr/>
        </p:nvSpPr>
        <p:spPr>
          <a:xfrm>
            <a:off x="548640" y="5504688"/>
            <a:ext cx="2615184" cy="658368"/>
          </a:xfrm>
          <a:prstGeom prst="roundRect">
            <a:avLst>
              <a:gd name="adj" fmla="val 6944"/>
            </a:avLst>
          </a:prstGeom>
          <a:solidFill>
            <a:srgbClr val="132238"/>
          </a:solidFill>
          <a:ln/>
        </p:spPr>
        <p:txBody>
          <a:bodyPr/>
          <a:lstStyle/>
          <a:p>
            <a:endParaRPr lang="en-IN"/>
          </a:p>
        </p:txBody>
      </p:sp>
      <p:sp>
        <p:nvSpPr>
          <p:cNvPr id="41" name="Text 39"/>
          <p:cNvSpPr/>
          <p:nvPr/>
        </p:nvSpPr>
        <p:spPr>
          <a:xfrm>
            <a:off x="658368" y="5504688"/>
            <a:ext cx="2432304" cy="658368"/>
          </a:xfrm>
          <a:prstGeom prst="rect">
            <a:avLst/>
          </a:prstGeom>
          <a:noFill/>
          <a:ln/>
        </p:spPr>
        <p:txBody>
          <a:bodyPr wrap="square" lIns="0" tIns="0" rIns="0" bIns="0" rtlCol="0" anchor="ctr"/>
          <a:lstStyle/>
          <a:p>
            <a:pPr marL="0" indent="0">
              <a:buNone/>
            </a:pPr>
            <a:r>
              <a:rPr lang="en-US" sz="880">
                <a:solidFill>
                  <a:srgbClr val="D8DEE7"/>
                </a:solidFill>
                <a:latin typeface="Calibri" pitchFamily="34" charset="0"/>
                <a:ea typeface="Calibri" pitchFamily="34" charset="-122"/>
                <a:cs typeface="Calibri" pitchFamily="34" charset="-120"/>
              </a:rPr>
              <a:t>1.  Review blocked &amp; low-scored queries</a:t>
            </a:r>
            <a:endParaRPr lang="en-US" sz="880"/>
          </a:p>
        </p:txBody>
      </p:sp>
      <p:sp>
        <p:nvSpPr>
          <p:cNvPr id="42" name="Shape 40"/>
          <p:cNvSpPr/>
          <p:nvPr/>
        </p:nvSpPr>
        <p:spPr>
          <a:xfrm>
            <a:off x="3182112" y="5833872"/>
            <a:ext cx="164592" cy="0"/>
          </a:xfrm>
          <a:prstGeom prst="line">
            <a:avLst/>
          </a:prstGeom>
          <a:noFill/>
          <a:ln w="19050">
            <a:solidFill>
              <a:srgbClr val="B8913B"/>
            </a:solidFill>
            <a:prstDash val="solid"/>
            <a:tailEnd type="triangle"/>
          </a:ln>
        </p:spPr>
        <p:txBody>
          <a:bodyPr/>
          <a:lstStyle/>
          <a:p>
            <a:endParaRPr lang="en-IN"/>
          </a:p>
        </p:txBody>
      </p:sp>
      <p:sp>
        <p:nvSpPr>
          <p:cNvPr id="43" name="Shape 41"/>
          <p:cNvSpPr/>
          <p:nvPr/>
        </p:nvSpPr>
        <p:spPr>
          <a:xfrm>
            <a:off x="3364992" y="5504688"/>
            <a:ext cx="2615184" cy="658368"/>
          </a:xfrm>
          <a:prstGeom prst="roundRect">
            <a:avLst>
              <a:gd name="adj" fmla="val 6944"/>
            </a:avLst>
          </a:prstGeom>
          <a:solidFill>
            <a:srgbClr val="132238"/>
          </a:solidFill>
          <a:ln/>
        </p:spPr>
        <p:txBody>
          <a:bodyPr/>
          <a:lstStyle/>
          <a:p>
            <a:endParaRPr lang="en-IN"/>
          </a:p>
        </p:txBody>
      </p:sp>
      <p:sp>
        <p:nvSpPr>
          <p:cNvPr id="44" name="Text 42"/>
          <p:cNvSpPr/>
          <p:nvPr/>
        </p:nvSpPr>
        <p:spPr>
          <a:xfrm>
            <a:off x="3474720" y="5504688"/>
            <a:ext cx="2432304" cy="658368"/>
          </a:xfrm>
          <a:prstGeom prst="rect">
            <a:avLst/>
          </a:prstGeom>
          <a:noFill/>
          <a:ln/>
        </p:spPr>
        <p:txBody>
          <a:bodyPr wrap="square" lIns="0" tIns="0" rIns="0" bIns="0" rtlCol="0" anchor="ctr"/>
          <a:lstStyle/>
          <a:p>
            <a:pPr marL="0" indent="0">
              <a:buNone/>
            </a:pPr>
            <a:r>
              <a:rPr lang="en-US" sz="880">
                <a:solidFill>
                  <a:srgbClr val="D8DEE7"/>
                </a:solidFill>
                <a:latin typeface="Calibri" pitchFamily="34" charset="0"/>
                <a:ea typeface="Calibri" pitchFamily="34" charset="-122"/>
                <a:cs typeface="Calibri" pitchFamily="34" charset="-120"/>
              </a:rPr>
              <a:t>2.  Update dictionary, synonyms &amp; scope rules</a:t>
            </a:r>
            <a:endParaRPr lang="en-US" sz="880"/>
          </a:p>
        </p:txBody>
      </p:sp>
      <p:sp>
        <p:nvSpPr>
          <p:cNvPr id="45" name="Shape 43"/>
          <p:cNvSpPr/>
          <p:nvPr/>
        </p:nvSpPr>
        <p:spPr>
          <a:xfrm>
            <a:off x="5998464" y="5833872"/>
            <a:ext cx="164592" cy="0"/>
          </a:xfrm>
          <a:prstGeom prst="line">
            <a:avLst/>
          </a:prstGeom>
          <a:noFill/>
          <a:ln w="19050">
            <a:solidFill>
              <a:srgbClr val="B8913B"/>
            </a:solidFill>
            <a:prstDash val="solid"/>
            <a:tailEnd type="triangle"/>
          </a:ln>
        </p:spPr>
        <p:txBody>
          <a:bodyPr/>
          <a:lstStyle/>
          <a:p>
            <a:endParaRPr lang="en-IN"/>
          </a:p>
        </p:txBody>
      </p:sp>
      <p:sp>
        <p:nvSpPr>
          <p:cNvPr id="46" name="Shape 44"/>
          <p:cNvSpPr/>
          <p:nvPr/>
        </p:nvSpPr>
        <p:spPr>
          <a:xfrm>
            <a:off x="6181344" y="5504688"/>
            <a:ext cx="2615184" cy="658368"/>
          </a:xfrm>
          <a:prstGeom prst="roundRect">
            <a:avLst>
              <a:gd name="adj" fmla="val 6944"/>
            </a:avLst>
          </a:prstGeom>
          <a:solidFill>
            <a:srgbClr val="132238"/>
          </a:solidFill>
          <a:ln/>
        </p:spPr>
        <p:txBody>
          <a:bodyPr/>
          <a:lstStyle/>
          <a:p>
            <a:endParaRPr lang="en-IN"/>
          </a:p>
        </p:txBody>
      </p:sp>
      <p:sp>
        <p:nvSpPr>
          <p:cNvPr id="47" name="Text 45"/>
          <p:cNvSpPr/>
          <p:nvPr/>
        </p:nvSpPr>
        <p:spPr>
          <a:xfrm>
            <a:off x="6291072" y="5504688"/>
            <a:ext cx="2432304" cy="658368"/>
          </a:xfrm>
          <a:prstGeom prst="rect">
            <a:avLst/>
          </a:prstGeom>
          <a:noFill/>
          <a:ln/>
        </p:spPr>
        <p:txBody>
          <a:bodyPr wrap="square" lIns="0" tIns="0" rIns="0" bIns="0" rtlCol="0" anchor="ctr"/>
          <a:lstStyle/>
          <a:p>
            <a:pPr marL="0" indent="0">
              <a:buNone/>
            </a:pPr>
            <a:r>
              <a:rPr lang="en-US" sz="880">
                <a:solidFill>
                  <a:srgbClr val="D8DEE7"/>
                </a:solidFill>
                <a:latin typeface="Calibri" pitchFamily="34" charset="0"/>
                <a:ea typeface="Calibri" pitchFamily="34" charset="-122"/>
                <a:cs typeface="Calibri" pitchFamily="34" charset="-120"/>
              </a:rPr>
              <a:t>3.  Re-run the full eval suite</a:t>
            </a:r>
            <a:endParaRPr lang="en-US" sz="880"/>
          </a:p>
        </p:txBody>
      </p:sp>
      <p:sp>
        <p:nvSpPr>
          <p:cNvPr id="48" name="Shape 46"/>
          <p:cNvSpPr/>
          <p:nvPr/>
        </p:nvSpPr>
        <p:spPr>
          <a:xfrm>
            <a:off x="8814816" y="5833872"/>
            <a:ext cx="164592" cy="0"/>
          </a:xfrm>
          <a:prstGeom prst="line">
            <a:avLst/>
          </a:prstGeom>
          <a:noFill/>
          <a:ln w="19050">
            <a:solidFill>
              <a:srgbClr val="B8913B"/>
            </a:solidFill>
            <a:prstDash val="solid"/>
            <a:tailEnd type="triangle"/>
          </a:ln>
        </p:spPr>
        <p:txBody>
          <a:bodyPr/>
          <a:lstStyle/>
          <a:p>
            <a:endParaRPr lang="en-IN"/>
          </a:p>
        </p:txBody>
      </p:sp>
      <p:sp>
        <p:nvSpPr>
          <p:cNvPr id="49" name="Shape 47"/>
          <p:cNvSpPr/>
          <p:nvPr/>
        </p:nvSpPr>
        <p:spPr>
          <a:xfrm>
            <a:off x="8997696" y="5504688"/>
            <a:ext cx="2615184" cy="658368"/>
          </a:xfrm>
          <a:prstGeom prst="roundRect">
            <a:avLst>
              <a:gd name="adj" fmla="val 6944"/>
            </a:avLst>
          </a:prstGeom>
          <a:solidFill>
            <a:srgbClr val="132238"/>
          </a:solidFill>
          <a:ln/>
        </p:spPr>
        <p:txBody>
          <a:bodyPr/>
          <a:lstStyle/>
          <a:p>
            <a:endParaRPr lang="en-IN"/>
          </a:p>
        </p:txBody>
      </p:sp>
      <p:sp>
        <p:nvSpPr>
          <p:cNvPr id="50" name="Text 48"/>
          <p:cNvSpPr/>
          <p:nvPr/>
        </p:nvSpPr>
        <p:spPr>
          <a:xfrm>
            <a:off x="9107424" y="5504688"/>
            <a:ext cx="2432304" cy="658368"/>
          </a:xfrm>
          <a:prstGeom prst="rect">
            <a:avLst/>
          </a:prstGeom>
          <a:noFill/>
          <a:ln/>
        </p:spPr>
        <p:txBody>
          <a:bodyPr wrap="square" lIns="0" tIns="0" rIns="0" bIns="0" rtlCol="0" anchor="ctr"/>
          <a:lstStyle/>
          <a:p>
            <a:pPr marL="0" indent="0">
              <a:buNone/>
            </a:pPr>
            <a:r>
              <a:rPr lang="en-US" sz="880">
                <a:solidFill>
                  <a:srgbClr val="D8DEE7"/>
                </a:solidFill>
                <a:latin typeface="Calibri" pitchFamily="34" charset="0"/>
                <a:ea typeface="Calibri" pitchFamily="34" charset="-122"/>
                <a:cs typeface="Calibri" pitchFamily="34" charset="-120"/>
              </a:rPr>
              <a:t>4.  Release — only if answer-match holds</a:t>
            </a:r>
            <a:endParaRPr lang="en-US" sz="880"/>
          </a:p>
        </p:txBody>
      </p:sp>
      <p:sp>
        <p:nvSpPr>
          <p:cNvPr id="51" name="Text 49"/>
          <p:cNvSpPr/>
          <p:nvPr/>
        </p:nvSpPr>
        <p:spPr>
          <a:xfrm>
            <a:off x="548640" y="6236208"/>
            <a:ext cx="11064240" cy="219456"/>
          </a:xfrm>
          <a:prstGeom prst="rect">
            <a:avLst/>
          </a:prstGeom>
          <a:noFill/>
          <a:ln/>
        </p:spPr>
        <p:txBody>
          <a:bodyPr wrap="square" lIns="0" tIns="0" rIns="0" bIns="0" rtlCol="0" anchor="ctr"/>
          <a:lstStyle/>
          <a:p>
            <a:pPr marL="0" indent="0">
              <a:buNone/>
            </a:pPr>
            <a:r>
              <a:rPr lang="en-US" sz="850" i="1">
                <a:solidFill>
                  <a:srgbClr val="6B7280"/>
                </a:solidFill>
                <a:latin typeface="Calibri" pitchFamily="34" charset="0"/>
                <a:ea typeface="Calibri" pitchFamily="34" charset="-122"/>
                <a:cs typeface="Calibri" pitchFamily="34" charset="-120"/>
              </a:rPr>
              <a:t>↺ repeats weekly through hypercare; monthly under optional managed support</a:t>
            </a:r>
            <a:endParaRPr lang="en-US" sz="850"/>
          </a:p>
        </p:txBody>
      </p:sp>
      <p:sp>
        <p:nvSpPr>
          <p:cNvPr id="53" name="Text 1">
            <a:extLst>
              <a:ext uri="{FF2B5EF4-FFF2-40B4-BE49-F238E27FC236}">
                <a16:creationId xmlns:a16="http://schemas.microsoft.com/office/drawing/2014/main" id="{47F9DB1E-D1B6-94C9-8C57-2AD9CD737C12}"/>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18</a:t>
            </a:fld>
            <a:endParaRPr lang="en-US" sz="1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GOVERNANCE &amp; COMPLIANCE</a:t>
            </a:r>
            <a:endParaRPr lang="en-US" sz="1000"/>
          </a:p>
        </p:txBody>
      </p:sp>
      <p:sp>
        <p:nvSpPr>
          <p:cNvPr id="5" name="Text 3"/>
          <p:cNvSpPr/>
          <p:nvPr/>
        </p:nvSpPr>
        <p:spPr>
          <a:xfrm>
            <a:off x="548640" y="438912"/>
            <a:ext cx="11064240" cy="502920"/>
          </a:xfrm>
          <a:prstGeom prst="rect">
            <a:avLst/>
          </a:prstGeom>
          <a:noFill/>
          <a:ln/>
        </p:spPr>
        <p:txBody>
          <a:bodyPr wrap="square" lIns="0" tIns="0" rIns="0" bIns="0" rtlCol="0" anchor="ctr"/>
          <a:lstStyle/>
          <a:p>
            <a:pPr marL="0" indent="0">
              <a:buNone/>
            </a:pPr>
            <a:r>
              <a:rPr lang="en-US" sz="2100" b="1">
                <a:solidFill>
                  <a:srgbClr val="0A1628"/>
                </a:solidFill>
                <a:latin typeface="Georgia" pitchFamily="34" charset="0"/>
                <a:ea typeface="Georgia" pitchFamily="34" charset="-122"/>
                <a:cs typeface="Georgia" pitchFamily="34" charset="-120"/>
              </a:rPr>
              <a:t>PII: identified by Purview, masked in your tenant, excluded from every prompt</a:t>
            </a:r>
            <a:endParaRPr lang="en-US" sz="2100"/>
          </a:p>
        </p:txBody>
      </p:sp>
      <p:sp>
        <p:nvSpPr>
          <p:cNvPr id="6" name="Shape 4"/>
          <p:cNvSpPr/>
          <p:nvPr/>
        </p:nvSpPr>
        <p:spPr>
          <a:xfrm>
            <a:off x="566928" y="960120"/>
            <a:ext cx="1371600" cy="32004"/>
          </a:xfrm>
          <a:prstGeom prst="rect">
            <a:avLst/>
          </a:prstGeom>
          <a:solidFill>
            <a:srgbClr val="B8913B"/>
          </a:solidFill>
          <a:ln/>
        </p:spPr>
        <p:txBody>
          <a:bodyPr/>
          <a:lstStyle/>
          <a:p>
            <a:endParaRPr lang="en-IN"/>
          </a:p>
        </p:txBody>
      </p:sp>
      <p:sp>
        <p:nvSpPr>
          <p:cNvPr id="7" name="Text 5"/>
          <p:cNvSpPr/>
          <p:nvPr/>
        </p:nvSpPr>
        <p:spPr>
          <a:xfrm>
            <a:off x="548640" y="1024128"/>
            <a:ext cx="11064240" cy="274320"/>
          </a:xfrm>
          <a:prstGeom prst="rect">
            <a:avLst/>
          </a:prstGeom>
          <a:noFill/>
          <a:ln/>
        </p:spPr>
        <p:txBody>
          <a:bodyPr wrap="square" lIns="0" tIns="0" rIns="0" bIns="0" rtlCol="0" anchor="ctr"/>
          <a:lstStyle/>
          <a:p>
            <a:pPr marL="0" indent="0">
              <a:buNone/>
            </a:pPr>
            <a:r>
              <a:rPr lang="en-US" sz="1100">
                <a:solidFill>
                  <a:srgbClr val="1F6F7A"/>
                </a:solidFill>
                <a:latin typeface="Calibri" pitchFamily="34" charset="0"/>
                <a:ea typeface="Calibri" pitchFamily="34" charset="-122"/>
                <a:cs typeface="Calibri" pitchFamily="34" charset="-120"/>
              </a:rPr>
              <a:t>Raw PII never enters a prompt and never appears in a response: SSN, date of birth, phone numbers, account balances</a:t>
            </a:r>
            <a:endParaRPr lang="en-US" sz="1100"/>
          </a:p>
        </p:txBody>
      </p:sp>
      <p:sp>
        <p:nvSpPr>
          <p:cNvPr id="8" name="Shape 6"/>
          <p:cNvSpPr/>
          <p:nvPr/>
        </p:nvSpPr>
        <p:spPr>
          <a:xfrm>
            <a:off x="548640" y="1463040"/>
            <a:ext cx="3566160" cy="1737360"/>
          </a:xfrm>
          <a:prstGeom prst="roundRect">
            <a:avLst>
              <a:gd name="adj" fmla="val 3158"/>
            </a:avLst>
          </a:prstGeom>
          <a:solidFill>
            <a:srgbClr val="F8F7F3"/>
          </a:solidFill>
          <a:ln w="9525">
            <a:solidFill>
              <a:srgbClr val="E5E7EB"/>
            </a:solidFill>
            <a:prstDash val="solid"/>
          </a:ln>
        </p:spPr>
        <p:txBody>
          <a:bodyPr/>
          <a:lstStyle/>
          <a:p>
            <a:endParaRPr lang="en-IN"/>
          </a:p>
        </p:txBody>
      </p:sp>
      <p:sp>
        <p:nvSpPr>
          <p:cNvPr id="9" name="Shape 7"/>
          <p:cNvSpPr/>
          <p:nvPr/>
        </p:nvSpPr>
        <p:spPr>
          <a:xfrm>
            <a:off x="548640" y="1572768"/>
            <a:ext cx="64008" cy="1517904"/>
          </a:xfrm>
          <a:prstGeom prst="rect">
            <a:avLst/>
          </a:prstGeom>
          <a:solidFill>
            <a:srgbClr val="1F6F7A"/>
          </a:solidFill>
          <a:ln/>
        </p:spPr>
        <p:txBody>
          <a:bodyPr/>
          <a:lstStyle/>
          <a:p>
            <a:endParaRPr lang="en-IN"/>
          </a:p>
        </p:txBody>
      </p:sp>
      <p:sp>
        <p:nvSpPr>
          <p:cNvPr id="10" name="Text 8"/>
          <p:cNvSpPr/>
          <p:nvPr/>
        </p:nvSpPr>
        <p:spPr>
          <a:xfrm>
            <a:off x="731520" y="1554480"/>
            <a:ext cx="3246120" cy="256032"/>
          </a:xfrm>
          <a:prstGeom prst="rect">
            <a:avLst/>
          </a:prstGeom>
          <a:noFill/>
          <a:ln/>
        </p:spPr>
        <p:txBody>
          <a:bodyPr wrap="square" lIns="0" tIns="0" rIns="0" bIns="0" rtlCol="0" anchor="ctr"/>
          <a:lstStyle/>
          <a:p>
            <a:pPr marL="0" indent="0">
              <a:buNone/>
            </a:pPr>
            <a:r>
              <a:rPr lang="en-US" sz="1100" b="1">
                <a:solidFill>
                  <a:srgbClr val="0A1628"/>
                </a:solidFill>
                <a:latin typeface="Calibri" pitchFamily="34" charset="0"/>
                <a:ea typeface="Calibri" pitchFamily="34" charset="-122"/>
                <a:cs typeface="Calibri" pitchFamily="34" charset="-120"/>
              </a:rPr>
              <a:t>1 · IDENTIFY</a:t>
            </a:r>
            <a:endParaRPr lang="en-US" sz="1100"/>
          </a:p>
        </p:txBody>
      </p:sp>
      <p:sp>
        <p:nvSpPr>
          <p:cNvPr id="11" name="Text 9"/>
          <p:cNvSpPr/>
          <p:nvPr/>
        </p:nvSpPr>
        <p:spPr>
          <a:xfrm>
            <a:off x="731520" y="1810512"/>
            <a:ext cx="3246120" cy="219456"/>
          </a:xfrm>
          <a:prstGeom prst="rect">
            <a:avLst/>
          </a:prstGeom>
          <a:noFill/>
          <a:ln/>
        </p:spPr>
        <p:txBody>
          <a:bodyPr wrap="square" lIns="0" tIns="0" rIns="0" bIns="0" rtlCol="0" anchor="ctr"/>
          <a:lstStyle/>
          <a:p>
            <a:pPr marL="0" indent="0">
              <a:buNone/>
            </a:pPr>
            <a:r>
              <a:rPr lang="en-US" sz="900" i="1">
                <a:solidFill>
                  <a:srgbClr val="1F6F7A"/>
                </a:solidFill>
                <a:latin typeface="Calibri" pitchFamily="34" charset="0"/>
                <a:ea typeface="Calibri" pitchFamily="34" charset="-122"/>
                <a:cs typeface="Calibri" pitchFamily="34" charset="-120"/>
              </a:rPr>
              <a:t>Microsoft Purview</a:t>
            </a:r>
            <a:endParaRPr lang="en-US" sz="900"/>
          </a:p>
        </p:txBody>
      </p:sp>
      <p:sp>
        <p:nvSpPr>
          <p:cNvPr id="12" name="Text 10"/>
          <p:cNvSpPr/>
          <p:nvPr/>
        </p:nvSpPr>
        <p:spPr>
          <a:xfrm>
            <a:off x="731520" y="2066544"/>
            <a:ext cx="3291840" cy="1097280"/>
          </a:xfrm>
          <a:prstGeom prst="rect">
            <a:avLst/>
          </a:prstGeom>
          <a:noFill/>
          <a:ln/>
        </p:spPr>
        <p:txBody>
          <a:bodyPr wrap="square" lIns="0" tIns="0" rIns="0" bIns="0" rtlCol="0" anchor="ctr"/>
          <a:lstStyle/>
          <a:p>
            <a:pPr marL="0" indent="0">
              <a:buNone/>
            </a:pPr>
            <a:r>
              <a:rPr lang="en-US" sz="900">
                <a:solidFill>
                  <a:srgbClr val="1F2937"/>
                </a:solidFill>
                <a:latin typeface="Calibri" pitchFamily="34" charset="0"/>
                <a:ea typeface="Calibri" pitchFamily="34" charset="-122"/>
                <a:cs typeface="Calibri" pitchFamily="34" charset="-120"/>
              </a:rPr>
              <a:t>Purview scans the Gold layer and labels sensitive columns; the D5 field map with your compliance team confirms the list. New columns inherit labels automatically.</a:t>
            </a:r>
            <a:endParaRPr lang="en-US" sz="900"/>
          </a:p>
        </p:txBody>
      </p:sp>
      <p:sp>
        <p:nvSpPr>
          <p:cNvPr id="13" name="Shape 11"/>
          <p:cNvSpPr/>
          <p:nvPr/>
        </p:nvSpPr>
        <p:spPr>
          <a:xfrm>
            <a:off x="4133088" y="2331720"/>
            <a:ext cx="192024" cy="0"/>
          </a:xfrm>
          <a:prstGeom prst="line">
            <a:avLst/>
          </a:prstGeom>
          <a:noFill/>
          <a:ln w="19050">
            <a:solidFill>
              <a:srgbClr val="6B7280"/>
            </a:solidFill>
            <a:prstDash val="solid"/>
            <a:tailEnd type="triangle"/>
          </a:ln>
        </p:spPr>
        <p:txBody>
          <a:bodyPr/>
          <a:lstStyle/>
          <a:p>
            <a:endParaRPr lang="en-IN"/>
          </a:p>
        </p:txBody>
      </p:sp>
      <p:sp>
        <p:nvSpPr>
          <p:cNvPr id="14" name="Shape 12"/>
          <p:cNvSpPr/>
          <p:nvPr/>
        </p:nvSpPr>
        <p:spPr>
          <a:xfrm>
            <a:off x="4343400" y="1463040"/>
            <a:ext cx="3566160" cy="1737360"/>
          </a:xfrm>
          <a:prstGeom prst="roundRect">
            <a:avLst>
              <a:gd name="adj" fmla="val 3158"/>
            </a:avLst>
          </a:prstGeom>
          <a:solidFill>
            <a:srgbClr val="F8F7F3"/>
          </a:solidFill>
          <a:ln w="9525">
            <a:solidFill>
              <a:srgbClr val="E5E7EB"/>
            </a:solidFill>
            <a:prstDash val="solid"/>
          </a:ln>
        </p:spPr>
        <p:txBody>
          <a:bodyPr/>
          <a:lstStyle/>
          <a:p>
            <a:endParaRPr lang="en-IN"/>
          </a:p>
        </p:txBody>
      </p:sp>
      <p:sp>
        <p:nvSpPr>
          <p:cNvPr id="15" name="Shape 13"/>
          <p:cNvSpPr/>
          <p:nvPr/>
        </p:nvSpPr>
        <p:spPr>
          <a:xfrm>
            <a:off x="4343400" y="1572768"/>
            <a:ext cx="64008" cy="1517904"/>
          </a:xfrm>
          <a:prstGeom prst="rect">
            <a:avLst/>
          </a:prstGeom>
          <a:solidFill>
            <a:srgbClr val="0A1628"/>
          </a:solidFill>
          <a:ln/>
        </p:spPr>
        <p:txBody>
          <a:bodyPr/>
          <a:lstStyle/>
          <a:p>
            <a:endParaRPr lang="en-IN"/>
          </a:p>
        </p:txBody>
      </p:sp>
      <p:sp>
        <p:nvSpPr>
          <p:cNvPr id="16" name="Text 14"/>
          <p:cNvSpPr/>
          <p:nvPr/>
        </p:nvSpPr>
        <p:spPr>
          <a:xfrm>
            <a:off x="4526280" y="1554480"/>
            <a:ext cx="3246120" cy="256032"/>
          </a:xfrm>
          <a:prstGeom prst="rect">
            <a:avLst/>
          </a:prstGeom>
          <a:noFill/>
          <a:ln/>
        </p:spPr>
        <p:txBody>
          <a:bodyPr wrap="square" lIns="0" tIns="0" rIns="0" bIns="0" rtlCol="0" anchor="ctr"/>
          <a:lstStyle/>
          <a:p>
            <a:pPr marL="0" indent="0">
              <a:buNone/>
            </a:pPr>
            <a:r>
              <a:rPr lang="en-US" sz="1100" b="1">
                <a:solidFill>
                  <a:srgbClr val="0A1628"/>
                </a:solidFill>
                <a:latin typeface="Calibri" pitchFamily="34" charset="0"/>
                <a:ea typeface="Calibri" pitchFamily="34" charset="-122"/>
                <a:cs typeface="Calibri" pitchFamily="34" charset="-120"/>
              </a:rPr>
              <a:t>2 · MASK</a:t>
            </a:r>
            <a:endParaRPr lang="en-US" sz="1100"/>
          </a:p>
        </p:txBody>
      </p:sp>
      <p:sp>
        <p:nvSpPr>
          <p:cNvPr id="17" name="Text 15"/>
          <p:cNvSpPr/>
          <p:nvPr/>
        </p:nvSpPr>
        <p:spPr>
          <a:xfrm>
            <a:off x="4526280" y="1810512"/>
            <a:ext cx="3246120" cy="219456"/>
          </a:xfrm>
          <a:prstGeom prst="rect">
            <a:avLst/>
          </a:prstGeom>
          <a:noFill/>
          <a:ln/>
        </p:spPr>
        <p:txBody>
          <a:bodyPr wrap="square" lIns="0" tIns="0" rIns="0" bIns="0" rtlCol="0" anchor="ctr"/>
          <a:lstStyle/>
          <a:p>
            <a:pPr marL="0" indent="0">
              <a:buNone/>
            </a:pPr>
            <a:r>
              <a:rPr lang="en-US" sz="900" i="1">
                <a:solidFill>
                  <a:srgbClr val="1F6F7A"/>
                </a:solidFill>
                <a:latin typeface="Calibri" pitchFamily="34" charset="0"/>
                <a:ea typeface="Calibri" pitchFamily="34" charset="-122"/>
                <a:cs typeface="Calibri" pitchFamily="34" charset="-120"/>
              </a:rPr>
              <a:t>In-tenant masking layer</a:t>
            </a:r>
            <a:endParaRPr lang="en-US" sz="900"/>
          </a:p>
        </p:txBody>
      </p:sp>
      <p:sp>
        <p:nvSpPr>
          <p:cNvPr id="18" name="Text 16"/>
          <p:cNvSpPr/>
          <p:nvPr/>
        </p:nvSpPr>
        <p:spPr>
          <a:xfrm>
            <a:off x="4526280" y="2066544"/>
            <a:ext cx="3291840" cy="1097280"/>
          </a:xfrm>
          <a:prstGeom prst="rect">
            <a:avLst/>
          </a:prstGeom>
          <a:noFill/>
          <a:ln/>
        </p:spPr>
        <p:txBody>
          <a:bodyPr wrap="square" lIns="0" tIns="0" rIns="0" bIns="0" rtlCol="0" anchor="ctr"/>
          <a:lstStyle/>
          <a:p>
            <a:pPr marL="0" indent="0">
              <a:buNone/>
            </a:pPr>
            <a:r>
              <a:rPr lang="en-US" sz="900">
                <a:solidFill>
                  <a:srgbClr val="1F2937"/>
                </a:solidFill>
                <a:latin typeface="Calibri" pitchFamily="34" charset="0"/>
                <a:ea typeface="Calibri" pitchFamily="34" charset="-122"/>
                <a:cs typeface="Calibri" pitchFamily="34" charset="-120"/>
              </a:rPr>
              <a:t>Between Fabric and the agent, labeled fields are masked or dropped. Masking runs inside your Azure tenant — raw values never cross into the AI platform.</a:t>
            </a:r>
            <a:endParaRPr lang="en-US" sz="900"/>
          </a:p>
        </p:txBody>
      </p:sp>
      <p:sp>
        <p:nvSpPr>
          <p:cNvPr id="19" name="Shape 17"/>
          <p:cNvSpPr/>
          <p:nvPr/>
        </p:nvSpPr>
        <p:spPr>
          <a:xfrm>
            <a:off x="7927848" y="2331720"/>
            <a:ext cx="192024" cy="0"/>
          </a:xfrm>
          <a:prstGeom prst="line">
            <a:avLst/>
          </a:prstGeom>
          <a:noFill/>
          <a:ln w="19050">
            <a:solidFill>
              <a:srgbClr val="6B7280"/>
            </a:solidFill>
            <a:prstDash val="solid"/>
            <a:tailEnd type="triangle"/>
          </a:ln>
        </p:spPr>
        <p:txBody>
          <a:bodyPr/>
          <a:lstStyle/>
          <a:p>
            <a:endParaRPr lang="en-IN"/>
          </a:p>
        </p:txBody>
      </p:sp>
      <p:sp>
        <p:nvSpPr>
          <p:cNvPr id="20" name="Shape 18"/>
          <p:cNvSpPr/>
          <p:nvPr/>
        </p:nvSpPr>
        <p:spPr>
          <a:xfrm>
            <a:off x="8138160" y="1463040"/>
            <a:ext cx="3566160" cy="1737360"/>
          </a:xfrm>
          <a:prstGeom prst="roundRect">
            <a:avLst>
              <a:gd name="adj" fmla="val 3158"/>
            </a:avLst>
          </a:prstGeom>
          <a:solidFill>
            <a:srgbClr val="F8F7F3"/>
          </a:solidFill>
          <a:ln w="9525">
            <a:solidFill>
              <a:srgbClr val="E5E7EB"/>
            </a:solidFill>
            <a:prstDash val="solid"/>
          </a:ln>
        </p:spPr>
        <p:txBody>
          <a:bodyPr/>
          <a:lstStyle/>
          <a:p>
            <a:endParaRPr lang="en-IN"/>
          </a:p>
        </p:txBody>
      </p:sp>
      <p:sp>
        <p:nvSpPr>
          <p:cNvPr id="21" name="Shape 19"/>
          <p:cNvSpPr/>
          <p:nvPr/>
        </p:nvSpPr>
        <p:spPr>
          <a:xfrm>
            <a:off x="8138160" y="1572768"/>
            <a:ext cx="64008" cy="1517904"/>
          </a:xfrm>
          <a:prstGeom prst="rect">
            <a:avLst/>
          </a:prstGeom>
          <a:solidFill>
            <a:srgbClr val="0A1628"/>
          </a:solidFill>
          <a:ln/>
        </p:spPr>
        <p:txBody>
          <a:bodyPr/>
          <a:lstStyle/>
          <a:p>
            <a:endParaRPr lang="en-IN"/>
          </a:p>
        </p:txBody>
      </p:sp>
      <p:sp>
        <p:nvSpPr>
          <p:cNvPr id="22" name="Text 20"/>
          <p:cNvSpPr/>
          <p:nvPr/>
        </p:nvSpPr>
        <p:spPr>
          <a:xfrm>
            <a:off x="8321040" y="1554480"/>
            <a:ext cx="3246120" cy="256032"/>
          </a:xfrm>
          <a:prstGeom prst="rect">
            <a:avLst/>
          </a:prstGeom>
          <a:noFill/>
          <a:ln/>
        </p:spPr>
        <p:txBody>
          <a:bodyPr wrap="square" lIns="0" tIns="0" rIns="0" bIns="0" rtlCol="0" anchor="ctr"/>
          <a:lstStyle/>
          <a:p>
            <a:pPr marL="0" indent="0">
              <a:buNone/>
            </a:pPr>
            <a:r>
              <a:rPr lang="en-US" sz="1100" b="1">
                <a:solidFill>
                  <a:srgbClr val="0A1628"/>
                </a:solidFill>
                <a:latin typeface="Calibri" pitchFamily="34" charset="0"/>
                <a:ea typeface="Calibri" pitchFamily="34" charset="-122"/>
                <a:cs typeface="Calibri" pitchFamily="34" charset="-120"/>
              </a:rPr>
              <a:t>3 · EXCLUDE</a:t>
            </a:r>
            <a:endParaRPr lang="en-US" sz="1100"/>
          </a:p>
        </p:txBody>
      </p:sp>
      <p:sp>
        <p:nvSpPr>
          <p:cNvPr id="23" name="Text 21"/>
          <p:cNvSpPr/>
          <p:nvPr/>
        </p:nvSpPr>
        <p:spPr>
          <a:xfrm>
            <a:off x="8321040" y="1810512"/>
            <a:ext cx="3246120" cy="219456"/>
          </a:xfrm>
          <a:prstGeom prst="rect">
            <a:avLst/>
          </a:prstGeom>
          <a:noFill/>
          <a:ln/>
        </p:spPr>
        <p:txBody>
          <a:bodyPr wrap="square" lIns="0" tIns="0" rIns="0" bIns="0" rtlCol="0" anchor="ctr"/>
          <a:lstStyle/>
          <a:p>
            <a:pPr marL="0" indent="0">
              <a:buNone/>
            </a:pPr>
            <a:r>
              <a:rPr lang="en-US" sz="900" i="1">
                <a:solidFill>
                  <a:srgbClr val="1F6F7A"/>
                </a:solidFill>
                <a:latin typeface="Calibri" pitchFamily="34" charset="0"/>
                <a:ea typeface="Calibri" pitchFamily="34" charset="-122"/>
                <a:cs typeface="Calibri" pitchFamily="34" charset="-120"/>
              </a:rPr>
              <a:t>Prompt firewall + response scan</a:t>
            </a:r>
            <a:endParaRPr lang="en-US" sz="900"/>
          </a:p>
        </p:txBody>
      </p:sp>
      <p:sp>
        <p:nvSpPr>
          <p:cNvPr id="24" name="Text 22"/>
          <p:cNvSpPr/>
          <p:nvPr/>
        </p:nvSpPr>
        <p:spPr>
          <a:xfrm>
            <a:off x="8321040" y="2066544"/>
            <a:ext cx="3291840" cy="1097280"/>
          </a:xfrm>
          <a:prstGeom prst="rect">
            <a:avLst/>
          </a:prstGeom>
          <a:noFill/>
          <a:ln/>
        </p:spPr>
        <p:txBody>
          <a:bodyPr wrap="square" lIns="0" tIns="0" rIns="0" bIns="0" rtlCol="0" anchor="ctr"/>
          <a:lstStyle/>
          <a:p>
            <a:pPr marL="0" indent="0">
              <a:buNone/>
            </a:pPr>
            <a:r>
              <a:rPr lang="en-US" sz="900">
                <a:solidFill>
                  <a:srgbClr val="1F2937"/>
                </a:solidFill>
                <a:latin typeface="Calibri" pitchFamily="34" charset="0"/>
                <a:ea typeface="Calibri" pitchFamily="34" charset="-122"/>
                <a:cs typeface="Calibri" pitchFamily="34" charset="-120"/>
              </a:rPr>
              <a:t>A firewall scans every prompt for PII patterns typed by users (“look up SSN 545…”) and every response before it’s sent. A hit blocks, redacts and logs.</a:t>
            </a:r>
            <a:endParaRPr lang="en-US" sz="900"/>
          </a:p>
        </p:txBody>
      </p:sp>
      <p:sp>
        <p:nvSpPr>
          <p:cNvPr id="25" name="Text 23"/>
          <p:cNvSpPr/>
          <p:nvPr/>
        </p:nvSpPr>
        <p:spPr>
          <a:xfrm>
            <a:off x="548640" y="3429000"/>
            <a:ext cx="11064240" cy="219456"/>
          </a:xfrm>
          <a:prstGeom prst="rect">
            <a:avLst/>
          </a:prstGeom>
          <a:noFill/>
          <a:ln/>
        </p:spPr>
        <p:txBody>
          <a:bodyPr wrap="square" lIns="0" tIns="0" rIns="0" bIns="0" rtlCol="0" anchor="ctr"/>
          <a:lstStyle/>
          <a:p>
            <a:pPr marL="0" indent="0">
              <a:buNone/>
            </a:pPr>
            <a:r>
              <a:rPr lang="en-US" sz="950" b="1" kern="0" spc="100">
                <a:solidFill>
                  <a:srgbClr val="0A1628"/>
                </a:solidFill>
                <a:latin typeface="Calibri" pitchFamily="34" charset="0"/>
                <a:ea typeface="Calibri" pitchFamily="34" charset="-122"/>
                <a:cs typeface="Calibri" pitchFamily="34" charset="-120"/>
              </a:rPr>
              <a:t>A REAL RECORD, BEFORE AND AFTER</a:t>
            </a:r>
            <a:endParaRPr lang="en-US" sz="950"/>
          </a:p>
        </p:txBody>
      </p:sp>
      <p:sp>
        <p:nvSpPr>
          <p:cNvPr id="26" name="Shape 24"/>
          <p:cNvSpPr/>
          <p:nvPr/>
        </p:nvSpPr>
        <p:spPr>
          <a:xfrm>
            <a:off x="548640" y="3703320"/>
            <a:ext cx="11064240" cy="274320"/>
          </a:xfrm>
          <a:prstGeom prst="roundRect">
            <a:avLst>
              <a:gd name="adj" fmla="val 10000"/>
            </a:avLst>
          </a:prstGeom>
          <a:solidFill>
            <a:srgbClr val="0A1628"/>
          </a:solidFill>
          <a:ln/>
        </p:spPr>
        <p:txBody>
          <a:bodyPr/>
          <a:lstStyle/>
          <a:p>
            <a:endParaRPr lang="en-IN"/>
          </a:p>
        </p:txBody>
      </p:sp>
      <p:sp>
        <p:nvSpPr>
          <p:cNvPr id="27" name="Text 25"/>
          <p:cNvSpPr/>
          <p:nvPr/>
        </p:nvSpPr>
        <p:spPr>
          <a:xfrm>
            <a:off x="685800" y="3703320"/>
            <a:ext cx="1554480" cy="274320"/>
          </a:xfrm>
          <a:prstGeom prst="rect">
            <a:avLst/>
          </a:prstGeom>
          <a:noFill/>
          <a:ln/>
        </p:spPr>
        <p:txBody>
          <a:bodyPr wrap="square" lIns="0" tIns="0" rIns="0" bIns="0" rtlCol="0" anchor="ctr"/>
          <a:lstStyle/>
          <a:p>
            <a:pPr marL="0" indent="0">
              <a:buNone/>
            </a:pPr>
            <a:r>
              <a:rPr lang="en-US" sz="800" b="1">
                <a:solidFill>
                  <a:srgbClr val="FFFFFF"/>
                </a:solidFill>
                <a:latin typeface="Calibri" pitchFamily="34" charset="0"/>
                <a:ea typeface="Calibri" pitchFamily="34" charset="-122"/>
                <a:cs typeface="Calibri" pitchFamily="34" charset="-120"/>
              </a:rPr>
              <a:t>FIELD</a:t>
            </a:r>
            <a:endParaRPr lang="en-US" sz="800"/>
          </a:p>
        </p:txBody>
      </p:sp>
      <p:sp>
        <p:nvSpPr>
          <p:cNvPr id="28" name="Text 26"/>
          <p:cNvSpPr/>
          <p:nvPr/>
        </p:nvSpPr>
        <p:spPr>
          <a:xfrm>
            <a:off x="2240280" y="3703320"/>
            <a:ext cx="4754880" cy="274320"/>
          </a:xfrm>
          <a:prstGeom prst="rect">
            <a:avLst/>
          </a:prstGeom>
          <a:noFill/>
          <a:ln/>
        </p:spPr>
        <p:txBody>
          <a:bodyPr wrap="square" lIns="0" tIns="0" rIns="0" bIns="0" rtlCol="0" anchor="ctr"/>
          <a:lstStyle/>
          <a:p>
            <a:pPr marL="0" indent="0">
              <a:buNone/>
            </a:pPr>
            <a:r>
              <a:rPr lang="en-US" sz="800" b="1">
                <a:solidFill>
                  <a:srgbClr val="FFFFFF"/>
                </a:solidFill>
                <a:latin typeface="Calibri" pitchFamily="34" charset="0"/>
                <a:ea typeface="Calibri" pitchFamily="34" charset="-122"/>
                <a:cs typeface="Calibri" pitchFamily="34" charset="-120"/>
              </a:rPr>
              <a:t>IN THE GOLD LAYER (your tenant)</a:t>
            </a:r>
            <a:endParaRPr lang="en-US" sz="800"/>
          </a:p>
        </p:txBody>
      </p:sp>
      <p:sp>
        <p:nvSpPr>
          <p:cNvPr id="29" name="Text 27"/>
          <p:cNvSpPr/>
          <p:nvPr/>
        </p:nvSpPr>
        <p:spPr>
          <a:xfrm>
            <a:off x="6995160" y="3703320"/>
            <a:ext cx="4754880" cy="274320"/>
          </a:xfrm>
          <a:prstGeom prst="rect">
            <a:avLst/>
          </a:prstGeom>
          <a:noFill/>
          <a:ln/>
        </p:spPr>
        <p:txBody>
          <a:bodyPr wrap="square" lIns="0" tIns="0" rIns="0" bIns="0" rtlCol="0" anchor="ctr"/>
          <a:lstStyle/>
          <a:p>
            <a:pPr marL="0" indent="0">
              <a:buNone/>
            </a:pPr>
            <a:r>
              <a:rPr lang="en-US" sz="800" b="1">
                <a:solidFill>
                  <a:srgbClr val="FFFFFF"/>
                </a:solidFill>
                <a:latin typeface="Calibri" pitchFamily="34" charset="0"/>
                <a:ea typeface="Calibri" pitchFamily="34" charset="-122"/>
                <a:cs typeface="Calibri" pitchFamily="34" charset="-120"/>
              </a:rPr>
              <a:t>WHAT THE AI MODEL RECEIVES</a:t>
            </a:r>
            <a:endParaRPr lang="en-US" sz="800"/>
          </a:p>
        </p:txBody>
      </p:sp>
      <p:sp>
        <p:nvSpPr>
          <p:cNvPr id="30" name="Shape 28"/>
          <p:cNvSpPr/>
          <p:nvPr/>
        </p:nvSpPr>
        <p:spPr>
          <a:xfrm>
            <a:off x="548640" y="3977640"/>
            <a:ext cx="11064240" cy="301752"/>
          </a:xfrm>
          <a:prstGeom prst="rect">
            <a:avLst/>
          </a:prstGeom>
          <a:solidFill>
            <a:srgbClr val="FFFFFF"/>
          </a:solidFill>
          <a:ln w="6350">
            <a:solidFill>
              <a:srgbClr val="EDEAE2"/>
            </a:solidFill>
            <a:prstDash val="solid"/>
          </a:ln>
        </p:spPr>
        <p:txBody>
          <a:bodyPr/>
          <a:lstStyle/>
          <a:p>
            <a:endParaRPr lang="en-IN"/>
          </a:p>
        </p:txBody>
      </p:sp>
      <p:sp>
        <p:nvSpPr>
          <p:cNvPr id="31" name="Text 29"/>
          <p:cNvSpPr/>
          <p:nvPr/>
        </p:nvSpPr>
        <p:spPr>
          <a:xfrm>
            <a:off x="685800" y="3977640"/>
            <a:ext cx="1554480" cy="301752"/>
          </a:xfrm>
          <a:prstGeom prst="rect">
            <a:avLst/>
          </a:prstGeom>
          <a:noFill/>
          <a:ln/>
        </p:spPr>
        <p:txBody>
          <a:bodyPr wrap="square" lIns="0" tIns="0" rIns="0" bIns="0" rtlCol="0" anchor="ctr"/>
          <a:lstStyle/>
          <a:p>
            <a:pPr marL="0" indent="0">
              <a:buNone/>
            </a:pPr>
            <a:r>
              <a:rPr lang="en-US" sz="820" b="1">
                <a:solidFill>
                  <a:srgbClr val="1F2937"/>
                </a:solidFill>
                <a:latin typeface="Calibri" pitchFamily="34" charset="0"/>
                <a:ea typeface="Calibri" pitchFamily="34" charset="-122"/>
                <a:cs typeface="Calibri" pitchFamily="34" charset="-120"/>
              </a:rPr>
              <a:t>Customer</a:t>
            </a:r>
            <a:endParaRPr lang="en-US" sz="820"/>
          </a:p>
        </p:txBody>
      </p:sp>
      <p:sp>
        <p:nvSpPr>
          <p:cNvPr id="32" name="Text 30"/>
          <p:cNvSpPr/>
          <p:nvPr/>
        </p:nvSpPr>
        <p:spPr>
          <a:xfrm>
            <a:off x="2240280" y="3977640"/>
            <a:ext cx="4754880" cy="301752"/>
          </a:xfrm>
          <a:prstGeom prst="rect">
            <a:avLst/>
          </a:prstGeom>
          <a:noFill/>
          <a:ln/>
        </p:spPr>
        <p:txBody>
          <a:bodyPr wrap="square" lIns="0" tIns="0" rIns="0" bIns="0" rtlCol="0" anchor="ctr"/>
          <a:lstStyle/>
          <a:p>
            <a:pPr marL="0" indent="0">
              <a:buNone/>
            </a:pPr>
            <a:r>
              <a:rPr lang="en-US" sz="820">
                <a:solidFill>
                  <a:srgbClr val="1F2937"/>
                </a:solidFill>
                <a:latin typeface="Calibri" pitchFamily="34" charset="0"/>
                <a:ea typeface="Calibri" pitchFamily="34" charset="-122"/>
                <a:cs typeface="Calibri" pitchFamily="34" charset="-120"/>
              </a:rPr>
              <a:t>Janet R. Alvarez</a:t>
            </a:r>
            <a:endParaRPr lang="en-US" sz="820"/>
          </a:p>
        </p:txBody>
      </p:sp>
      <p:sp>
        <p:nvSpPr>
          <p:cNvPr id="33" name="Text 31"/>
          <p:cNvSpPr/>
          <p:nvPr/>
        </p:nvSpPr>
        <p:spPr>
          <a:xfrm>
            <a:off x="6995160" y="3977640"/>
            <a:ext cx="4754880" cy="301752"/>
          </a:xfrm>
          <a:prstGeom prst="rect">
            <a:avLst/>
          </a:prstGeom>
          <a:noFill/>
          <a:ln/>
        </p:spPr>
        <p:txBody>
          <a:bodyPr wrap="square" lIns="0" tIns="0" rIns="0" bIns="0" rtlCol="0" anchor="ctr"/>
          <a:lstStyle/>
          <a:p>
            <a:pPr marL="0" indent="0">
              <a:buNone/>
            </a:pPr>
            <a:r>
              <a:rPr lang="en-US" sz="820">
                <a:solidFill>
                  <a:srgbClr val="1F2937"/>
                </a:solidFill>
                <a:latin typeface="Calibri" pitchFamily="34" charset="0"/>
                <a:ea typeface="Calibri" pitchFamily="34" charset="-122"/>
                <a:cs typeface="Calibri" pitchFamily="34" charset="-120"/>
              </a:rPr>
              <a:t>CUST-88214 (pseudonymous ID)</a:t>
            </a:r>
            <a:endParaRPr lang="en-US" sz="820"/>
          </a:p>
        </p:txBody>
      </p:sp>
      <p:sp>
        <p:nvSpPr>
          <p:cNvPr id="34" name="Shape 32"/>
          <p:cNvSpPr/>
          <p:nvPr/>
        </p:nvSpPr>
        <p:spPr>
          <a:xfrm>
            <a:off x="548640" y="4279392"/>
            <a:ext cx="11064240" cy="301752"/>
          </a:xfrm>
          <a:prstGeom prst="rect">
            <a:avLst/>
          </a:prstGeom>
          <a:solidFill>
            <a:srgbClr val="F8F7F3"/>
          </a:solidFill>
          <a:ln w="6350">
            <a:solidFill>
              <a:srgbClr val="EDEAE2"/>
            </a:solidFill>
            <a:prstDash val="solid"/>
          </a:ln>
        </p:spPr>
        <p:txBody>
          <a:bodyPr/>
          <a:lstStyle/>
          <a:p>
            <a:endParaRPr lang="en-IN"/>
          </a:p>
        </p:txBody>
      </p:sp>
      <p:sp>
        <p:nvSpPr>
          <p:cNvPr id="35" name="Text 33"/>
          <p:cNvSpPr/>
          <p:nvPr/>
        </p:nvSpPr>
        <p:spPr>
          <a:xfrm>
            <a:off x="685800" y="4279392"/>
            <a:ext cx="1554480" cy="301752"/>
          </a:xfrm>
          <a:prstGeom prst="rect">
            <a:avLst/>
          </a:prstGeom>
          <a:noFill/>
          <a:ln/>
        </p:spPr>
        <p:txBody>
          <a:bodyPr wrap="square" lIns="0" tIns="0" rIns="0" bIns="0" rtlCol="0" anchor="ctr"/>
          <a:lstStyle/>
          <a:p>
            <a:pPr marL="0" indent="0">
              <a:buNone/>
            </a:pPr>
            <a:r>
              <a:rPr lang="en-US" sz="820" b="1">
                <a:solidFill>
                  <a:srgbClr val="1F2937"/>
                </a:solidFill>
                <a:latin typeface="Calibri" pitchFamily="34" charset="0"/>
                <a:ea typeface="Calibri" pitchFamily="34" charset="-122"/>
                <a:cs typeface="Calibri" pitchFamily="34" charset="-120"/>
              </a:rPr>
              <a:t>SSN</a:t>
            </a:r>
            <a:endParaRPr lang="en-US" sz="820"/>
          </a:p>
        </p:txBody>
      </p:sp>
      <p:sp>
        <p:nvSpPr>
          <p:cNvPr id="36" name="Text 34"/>
          <p:cNvSpPr/>
          <p:nvPr/>
        </p:nvSpPr>
        <p:spPr>
          <a:xfrm>
            <a:off x="2240280" y="4279392"/>
            <a:ext cx="4754880" cy="301752"/>
          </a:xfrm>
          <a:prstGeom prst="rect">
            <a:avLst/>
          </a:prstGeom>
          <a:noFill/>
          <a:ln/>
        </p:spPr>
        <p:txBody>
          <a:bodyPr wrap="square" lIns="0" tIns="0" rIns="0" bIns="0" rtlCol="0" anchor="ctr"/>
          <a:lstStyle/>
          <a:p>
            <a:pPr marL="0" indent="0">
              <a:buNone/>
            </a:pPr>
            <a:r>
              <a:rPr lang="en-US" sz="820">
                <a:solidFill>
                  <a:srgbClr val="1F2937"/>
                </a:solidFill>
                <a:latin typeface="Calibri" pitchFamily="34" charset="0"/>
                <a:ea typeface="Calibri" pitchFamily="34" charset="-122"/>
                <a:cs typeface="Calibri" pitchFamily="34" charset="-120"/>
              </a:rPr>
              <a:t>545-xx-xxxx (labeled: Confidential)</a:t>
            </a:r>
            <a:endParaRPr lang="en-US" sz="820"/>
          </a:p>
        </p:txBody>
      </p:sp>
      <p:sp>
        <p:nvSpPr>
          <p:cNvPr id="37" name="Text 35"/>
          <p:cNvSpPr/>
          <p:nvPr/>
        </p:nvSpPr>
        <p:spPr>
          <a:xfrm>
            <a:off x="6995160" y="4279392"/>
            <a:ext cx="4754880" cy="301752"/>
          </a:xfrm>
          <a:prstGeom prst="rect">
            <a:avLst/>
          </a:prstGeom>
          <a:noFill/>
          <a:ln/>
        </p:spPr>
        <p:txBody>
          <a:bodyPr wrap="square" lIns="0" tIns="0" rIns="0" bIns="0" rtlCol="0" anchor="ctr"/>
          <a:lstStyle/>
          <a:p>
            <a:pPr marL="0" indent="0">
              <a:buNone/>
            </a:pPr>
            <a:r>
              <a:rPr lang="en-US" sz="820">
                <a:solidFill>
                  <a:srgbClr val="8A6A25"/>
                </a:solidFill>
                <a:latin typeface="Calibri" pitchFamily="34" charset="0"/>
                <a:ea typeface="Calibri" pitchFamily="34" charset="-122"/>
                <a:cs typeface="Calibri" pitchFamily="34" charset="-120"/>
              </a:rPr>
              <a:t>— excluded entirely</a:t>
            </a:r>
            <a:endParaRPr lang="en-US" sz="820"/>
          </a:p>
        </p:txBody>
      </p:sp>
      <p:sp>
        <p:nvSpPr>
          <p:cNvPr id="38" name="Shape 36"/>
          <p:cNvSpPr/>
          <p:nvPr/>
        </p:nvSpPr>
        <p:spPr>
          <a:xfrm>
            <a:off x="548640" y="4581144"/>
            <a:ext cx="11064240" cy="301752"/>
          </a:xfrm>
          <a:prstGeom prst="rect">
            <a:avLst/>
          </a:prstGeom>
          <a:solidFill>
            <a:srgbClr val="FFFFFF"/>
          </a:solidFill>
          <a:ln w="6350">
            <a:solidFill>
              <a:srgbClr val="EDEAE2"/>
            </a:solidFill>
            <a:prstDash val="solid"/>
          </a:ln>
        </p:spPr>
        <p:txBody>
          <a:bodyPr/>
          <a:lstStyle/>
          <a:p>
            <a:endParaRPr lang="en-IN"/>
          </a:p>
        </p:txBody>
      </p:sp>
      <p:sp>
        <p:nvSpPr>
          <p:cNvPr id="39" name="Text 37"/>
          <p:cNvSpPr/>
          <p:nvPr/>
        </p:nvSpPr>
        <p:spPr>
          <a:xfrm>
            <a:off x="685800" y="4581144"/>
            <a:ext cx="1554480" cy="301752"/>
          </a:xfrm>
          <a:prstGeom prst="rect">
            <a:avLst/>
          </a:prstGeom>
          <a:noFill/>
          <a:ln/>
        </p:spPr>
        <p:txBody>
          <a:bodyPr wrap="square" lIns="0" tIns="0" rIns="0" bIns="0" rtlCol="0" anchor="ctr"/>
          <a:lstStyle/>
          <a:p>
            <a:pPr marL="0" indent="0">
              <a:buNone/>
            </a:pPr>
            <a:r>
              <a:rPr lang="en-US" sz="820" b="1">
                <a:solidFill>
                  <a:srgbClr val="1F2937"/>
                </a:solidFill>
                <a:latin typeface="Calibri" pitchFamily="34" charset="0"/>
                <a:ea typeface="Calibri" pitchFamily="34" charset="-122"/>
                <a:cs typeface="Calibri" pitchFamily="34" charset="-120"/>
              </a:rPr>
              <a:t>Date of birth</a:t>
            </a:r>
            <a:endParaRPr lang="en-US" sz="820"/>
          </a:p>
        </p:txBody>
      </p:sp>
      <p:sp>
        <p:nvSpPr>
          <p:cNvPr id="40" name="Text 38"/>
          <p:cNvSpPr/>
          <p:nvPr/>
        </p:nvSpPr>
        <p:spPr>
          <a:xfrm>
            <a:off x="2240280" y="4581144"/>
            <a:ext cx="4754880" cy="301752"/>
          </a:xfrm>
          <a:prstGeom prst="rect">
            <a:avLst/>
          </a:prstGeom>
          <a:noFill/>
          <a:ln/>
        </p:spPr>
        <p:txBody>
          <a:bodyPr wrap="square" lIns="0" tIns="0" rIns="0" bIns="0" rtlCol="0" anchor="ctr"/>
          <a:lstStyle/>
          <a:p>
            <a:pPr marL="0" indent="0">
              <a:buNone/>
            </a:pPr>
            <a:r>
              <a:rPr lang="en-US" sz="820">
                <a:solidFill>
                  <a:srgbClr val="1F2937"/>
                </a:solidFill>
                <a:latin typeface="Calibri" pitchFamily="34" charset="0"/>
                <a:ea typeface="Calibri" pitchFamily="34" charset="-122"/>
                <a:cs typeface="Calibri" pitchFamily="34" charset="-120"/>
              </a:rPr>
              <a:t>1981-03-22 (labeled: Confidential)</a:t>
            </a:r>
            <a:endParaRPr lang="en-US" sz="820"/>
          </a:p>
        </p:txBody>
      </p:sp>
      <p:sp>
        <p:nvSpPr>
          <p:cNvPr id="41" name="Text 39"/>
          <p:cNvSpPr/>
          <p:nvPr/>
        </p:nvSpPr>
        <p:spPr>
          <a:xfrm>
            <a:off x="6995160" y="4581144"/>
            <a:ext cx="4754880" cy="301752"/>
          </a:xfrm>
          <a:prstGeom prst="rect">
            <a:avLst/>
          </a:prstGeom>
          <a:noFill/>
          <a:ln/>
        </p:spPr>
        <p:txBody>
          <a:bodyPr wrap="square" lIns="0" tIns="0" rIns="0" bIns="0" rtlCol="0" anchor="ctr"/>
          <a:lstStyle/>
          <a:p>
            <a:pPr marL="0" indent="0">
              <a:buNone/>
            </a:pPr>
            <a:r>
              <a:rPr lang="en-US" sz="820">
                <a:solidFill>
                  <a:srgbClr val="1F2937"/>
                </a:solidFill>
                <a:latin typeface="Calibri" pitchFamily="34" charset="0"/>
                <a:ea typeface="Calibri" pitchFamily="34" charset="-122"/>
                <a:cs typeface="Calibri" pitchFamily="34" charset="-120"/>
              </a:rPr>
              <a:t>age band: 40–49 (only if a query needs it)</a:t>
            </a:r>
            <a:endParaRPr lang="en-US" sz="820"/>
          </a:p>
        </p:txBody>
      </p:sp>
      <p:sp>
        <p:nvSpPr>
          <p:cNvPr id="42" name="Shape 40"/>
          <p:cNvSpPr/>
          <p:nvPr/>
        </p:nvSpPr>
        <p:spPr>
          <a:xfrm>
            <a:off x="548640" y="4882896"/>
            <a:ext cx="11064240" cy="301752"/>
          </a:xfrm>
          <a:prstGeom prst="rect">
            <a:avLst/>
          </a:prstGeom>
          <a:solidFill>
            <a:srgbClr val="F8F7F3"/>
          </a:solidFill>
          <a:ln w="6350">
            <a:solidFill>
              <a:srgbClr val="EDEAE2"/>
            </a:solidFill>
            <a:prstDash val="solid"/>
          </a:ln>
        </p:spPr>
        <p:txBody>
          <a:bodyPr/>
          <a:lstStyle/>
          <a:p>
            <a:endParaRPr lang="en-IN"/>
          </a:p>
        </p:txBody>
      </p:sp>
      <p:sp>
        <p:nvSpPr>
          <p:cNvPr id="43" name="Text 41"/>
          <p:cNvSpPr/>
          <p:nvPr/>
        </p:nvSpPr>
        <p:spPr>
          <a:xfrm>
            <a:off x="685800" y="4882896"/>
            <a:ext cx="1554480" cy="301752"/>
          </a:xfrm>
          <a:prstGeom prst="rect">
            <a:avLst/>
          </a:prstGeom>
          <a:noFill/>
          <a:ln/>
        </p:spPr>
        <p:txBody>
          <a:bodyPr wrap="square" lIns="0" tIns="0" rIns="0" bIns="0" rtlCol="0" anchor="ctr"/>
          <a:lstStyle/>
          <a:p>
            <a:pPr marL="0" indent="0">
              <a:buNone/>
            </a:pPr>
            <a:r>
              <a:rPr lang="en-US" sz="820" b="1">
                <a:solidFill>
                  <a:srgbClr val="1F2937"/>
                </a:solidFill>
                <a:latin typeface="Calibri" pitchFamily="34" charset="0"/>
                <a:ea typeface="Calibri" pitchFamily="34" charset="-122"/>
                <a:cs typeface="Calibri" pitchFamily="34" charset="-120"/>
              </a:rPr>
              <a:t>Phone</a:t>
            </a:r>
            <a:endParaRPr lang="en-US" sz="820"/>
          </a:p>
        </p:txBody>
      </p:sp>
      <p:sp>
        <p:nvSpPr>
          <p:cNvPr id="44" name="Text 42"/>
          <p:cNvSpPr/>
          <p:nvPr/>
        </p:nvSpPr>
        <p:spPr>
          <a:xfrm>
            <a:off x="2240280" y="4882896"/>
            <a:ext cx="4754880" cy="301752"/>
          </a:xfrm>
          <a:prstGeom prst="rect">
            <a:avLst/>
          </a:prstGeom>
          <a:noFill/>
          <a:ln/>
        </p:spPr>
        <p:txBody>
          <a:bodyPr wrap="square" lIns="0" tIns="0" rIns="0" bIns="0" rtlCol="0" anchor="ctr"/>
          <a:lstStyle/>
          <a:p>
            <a:pPr marL="0" indent="0">
              <a:buNone/>
            </a:pPr>
            <a:r>
              <a:rPr lang="en-US" sz="820">
                <a:solidFill>
                  <a:srgbClr val="1F2937"/>
                </a:solidFill>
                <a:latin typeface="Calibri" pitchFamily="34" charset="0"/>
                <a:ea typeface="Calibri" pitchFamily="34" charset="-122"/>
                <a:cs typeface="Calibri" pitchFamily="34" charset="-120"/>
              </a:rPr>
              <a:t>(949) 555-0142 (labeled: Confidential)</a:t>
            </a:r>
            <a:endParaRPr lang="en-US" sz="820"/>
          </a:p>
        </p:txBody>
      </p:sp>
      <p:sp>
        <p:nvSpPr>
          <p:cNvPr id="45" name="Text 43"/>
          <p:cNvSpPr/>
          <p:nvPr/>
        </p:nvSpPr>
        <p:spPr>
          <a:xfrm>
            <a:off x="6995160" y="4882896"/>
            <a:ext cx="4754880" cy="301752"/>
          </a:xfrm>
          <a:prstGeom prst="rect">
            <a:avLst/>
          </a:prstGeom>
          <a:noFill/>
          <a:ln/>
        </p:spPr>
        <p:txBody>
          <a:bodyPr wrap="square" lIns="0" tIns="0" rIns="0" bIns="0" rtlCol="0" anchor="ctr"/>
          <a:lstStyle/>
          <a:p>
            <a:pPr marL="0" indent="0">
              <a:buNone/>
            </a:pPr>
            <a:r>
              <a:rPr lang="en-US" sz="820">
                <a:solidFill>
                  <a:srgbClr val="8A6A25"/>
                </a:solidFill>
                <a:latin typeface="Calibri" pitchFamily="34" charset="0"/>
                <a:ea typeface="Calibri" pitchFamily="34" charset="-122"/>
                <a:cs typeface="Calibri" pitchFamily="34" charset="-120"/>
              </a:rPr>
              <a:t>— excluded entirely</a:t>
            </a:r>
            <a:endParaRPr lang="en-US" sz="820"/>
          </a:p>
        </p:txBody>
      </p:sp>
      <p:sp>
        <p:nvSpPr>
          <p:cNvPr id="46" name="Shape 44"/>
          <p:cNvSpPr/>
          <p:nvPr/>
        </p:nvSpPr>
        <p:spPr>
          <a:xfrm>
            <a:off x="548640" y="5184648"/>
            <a:ext cx="11064240" cy="301752"/>
          </a:xfrm>
          <a:prstGeom prst="rect">
            <a:avLst/>
          </a:prstGeom>
          <a:solidFill>
            <a:srgbClr val="FFFFFF"/>
          </a:solidFill>
          <a:ln w="6350">
            <a:solidFill>
              <a:srgbClr val="EDEAE2"/>
            </a:solidFill>
            <a:prstDash val="solid"/>
          </a:ln>
        </p:spPr>
        <p:txBody>
          <a:bodyPr/>
          <a:lstStyle/>
          <a:p>
            <a:endParaRPr lang="en-IN"/>
          </a:p>
        </p:txBody>
      </p:sp>
      <p:sp>
        <p:nvSpPr>
          <p:cNvPr id="47" name="Text 45"/>
          <p:cNvSpPr/>
          <p:nvPr/>
        </p:nvSpPr>
        <p:spPr>
          <a:xfrm>
            <a:off x="685800" y="5184648"/>
            <a:ext cx="1554480" cy="301752"/>
          </a:xfrm>
          <a:prstGeom prst="rect">
            <a:avLst/>
          </a:prstGeom>
          <a:noFill/>
          <a:ln/>
        </p:spPr>
        <p:txBody>
          <a:bodyPr wrap="square" lIns="0" tIns="0" rIns="0" bIns="0" rtlCol="0" anchor="ctr"/>
          <a:lstStyle/>
          <a:p>
            <a:pPr marL="0" indent="0">
              <a:buNone/>
            </a:pPr>
            <a:r>
              <a:rPr lang="en-US" sz="820" b="1">
                <a:solidFill>
                  <a:srgbClr val="1F2937"/>
                </a:solidFill>
                <a:latin typeface="Calibri" pitchFamily="34" charset="0"/>
                <a:ea typeface="Calibri" pitchFamily="34" charset="-122"/>
                <a:cs typeface="Calibri" pitchFamily="34" charset="-120"/>
              </a:rPr>
              <a:t>Account balance</a:t>
            </a:r>
            <a:endParaRPr lang="en-US" sz="820"/>
          </a:p>
        </p:txBody>
      </p:sp>
      <p:sp>
        <p:nvSpPr>
          <p:cNvPr id="48" name="Text 46"/>
          <p:cNvSpPr/>
          <p:nvPr/>
        </p:nvSpPr>
        <p:spPr>
          <a:xfrm>
            <a:off x="2240280" y="5184648"/>
            <a:ext cx="4754880" cy="301752"/>
          </a:xfrm>
          <a:prstGeom prst="rect">
            <a:avLst/>
          </a:prstGeom>
          <a:noFill/>
          <a:ln/>
        </p:spPr>
        <p:txBody>
          <a:bodyPr wrap="square" lIns="0" tIns="0" rIns="0" bIns="0" rtlCol="0" anchor="ctr"/>
          <a:lstStyle/>
          <a:p>
            <a:pPr marL="0" indent="0">
              <a:buNone/>
            </a:pPr>
            <a:r>
              <a:rPr lang="en-US" sz="820">
                <a:solidFill>
                  <a:srgbClr val="1F2937"/>
                </a:solidFill>
                <a:latin typeface="Calibri" pitchFamily="34" charset="0"/>
                <a:ea typeface="Calibri" pitchFamily="34" charset="-122"/>
                <a:cs typeface="Calibri" pitchFamily="34" charset="-120"/>
              </a:rPr>
              <a:t>$18,420.55 (labeled: Restricted)</a:t>
            </a:r>
            <a:endParaRPr lang="en-US" sz="820"/>
          </a:p>
        </p:txBody>
      </p:sp>
      <p:sp>
        <p:nvSpPr>
          <p:cNvPr id="49" name="Text 47"/>
          <p:cNvSpPr/>
          <p:nvPr/>
        </p:nvSpPr>
        <p:spPr>
          <a:xfrm>
            <a:off x="6995160" y="5184648"/>
            <a:ext cx="4754880" cy="301752"/>
          </a:xfrm>
          <a:prstGeom prst="rect">
            <a:avLst/>
          </a:prstGeom>
          <a:noFill/>
          <a:ln/>
        </p:spPr>
        <p:txBody>
          <a:bodyPr wrap="square" lIns="0" tIns="0" rIns="0" bIns="0" rtlCol="0" anchor="ctr"/>
          <a:lstStyle/>
          <a:p>
            <a:pPr marL="0" indent="0">
              <a:buNone/>
            </a:pPr>
            <a:r>
              <a:rPr lang="en-US" sz="820">
                <a:solidFill>
                  <a:srgbClr val="1F2937"/>
                </a:solidFill>
                <a:latin typeface="Calibri" pitchFamily="34" charset="0"/>
                <a:ea typeface="Calibri" pitchFamily="34" charset="-122"/>
                <a:cs typeface="Calibri" pitchFamily="34" charset="-120"/>
              </a:rPr>
              <a:t>balance band by tier; exact only where role permits</a:t>
            </a:r>
            <a:endParaRPr lang="en-US" sz="820"/>
          </a:p>
        </p:txBody>
      </p:sp>
      <p:sp>
        <p:nvSpPr>
          <p:cNvPr id="50" name="Shape 48"/>
          <p:cNvSpPr/>
          <p:nvPr/>
        </p:nvSpPr>
        <p:spPr>
          <a:xfrm>
            <a:off x="548640" y="5486400"/>
            <a:ext cx="11064240" cy="301752"/>
          </a:xfrm>
          <a:prstGeom prst="rect">
            <a:avLst/>
          </a:prstGeom>
          <a:solidFill>
            <a:srgbClr val="F8F7F3"/>
          </a:solidFill>
          <a:ln w="6350">
            <a:solidFill>
              <a:srgbClr val="EDEAE2"/>
            </a:solidFill>
            <a:prstDash val="solid"/>
          </a:ln>
        </p:spPr>
        <p:txBody>
          <a:bodyPr/>
          <a:lstStyle/>
          <a:p>
            <a:endParaRPr lang="en-IN"/>
          </a:p>
        </p:txBody>
      </p:sp>
      <p:sp>
        <p:nvSpPr>
          <p:cNvPr id="51" name="Text 49"/>
          <p:cNvSpPr/>
          <p:nvPr/>
        </p:nvSpPr>
        <p:spPr>
          <a:xfrm>
            <a:off x="685800" y="5486400"/>
            <a:ext cx="1554480" cy="301752"/>
          </a:xfrm>
          <a:prstGeom prst="rect">
            <a:avLst/>
          </a:prstGeom>
          <a:noFill/>
          <a:ln/>
        </p:spPr>
        <p:txBody>
          <a:bodyPr wrap="square" lIns="0" tIns="0" rIns="0" bIns="0" rtlCol="0" anchor="ctr"/>
          <a:lstStyle/>
          <a:p>
            <a:pPr marL="0" indent="0">
              <a:buNone/>
            </a:pPr>
            <a:r>
              <a:rPr lang="en-US" sz="820" b="1">
                <a:solidFill>
                  <a:srgbClr val="1F2937"/>
                </a:solidFill>
                <a:latin typeface="Calibri" pitchFamily="34" charset="0"/>
                <a:ea typeface="Calibri" pitchFamily="34" charset="-122"/>
                <a:cs typeface="Calibri" pitchFamily="34" charset="-120"/>
              </a:rPr>
              <a:t>Resolution outcome</a:t>
            </a:r>
            <a:endParaRPr lang="en-US" sz="820"/>
          </a:p>
        </p:txBody>
      </p:sp>
      <p:sp>
        <p:nvSpPr>
          <p:cNvPr id="52" name="Text 50"/>
          <p:cNvSpPr/>
          <p:nvPr/>
        </p:nvSpPr>
        <p:spPr>
          <a:xfrm>
            <a:off x="2240280" y="5486400"/>
            <a:ext cx="4754880" cy="301752"/>
          </a:xfrm>
          <a:prstGeom prst="rect">
            <a:avLst/>
          </a:prstGeom>
          <a:noFill/>
          <a:ln/>
        </p:spPr>
        <p:txBody>
          <a:bodyPr wrap="square" lIns="0" tIns="0" rIns="0" bIns="0" rtlCol="0" anchor="ctr"/>
          <a:lstStyle/>
          <a:p>
            <a:pPr marL="0" indent="0">
              <a:buNone/>
            </a:pPr>
            <a:r>
              <a:rPr lang="en-US" sz="820">
                <a:solidFill>
                  <a:srgbClr val="1F2937"/>
                </a:solidFill>
                <a:latin typeface="Calibri" pitchFamily="34" charset="0"/>
                <a:ea typeface="Calibri" pitchFamily="34" charset="-122"/>
                <a:cs typeface="Calibri" pitchFamily="34" charset="-120"/>
              </a:rPr>
              <a:t>Settled · first payment made</a:t>
            </a:r>
            <a:endParaRPr lang="en-US" sz="820"/>
          </a:p>
        </p:txBody>
      </p:sp>
      <p:sp>
        <p:nvSpPr>
          <p:cNvPr id="53" name="Text 51"/>
          <p:cNvSpPr/>
          <p:nvPr/>
        </p:nvSpPr>
        <p:spPr>
          <a:xfrm>
            <a:off x="6995160" y="5486400"/>
            <a:ext cx="4754880" cy="301752"/>
          </a:xfrm>
          <a:prstGeom prst="rect">
            <a:avLst/>
          </a:prstGeom>
          <a:noFill/>
          <a:ln/>
        </p:spPr>
        <p:txBody>
          <a:bodyPr wrap="square" lIns="0" tIns="0" rIns="0" bIns="0" rtlCol="0" anchor="ctr"/>
          <a:lstStyle/>
          <a:p>
            <a:pPr marL="0" indent="0">
              <a:buNone/>
            </a:pPr>
            <a:r>
              <a:rPr lang="en-US" sz="820">
                <a:solidFill>
                  <a:srgbClr val="1F2937"/>
                </a:solidFill>
                <a:latin typeface="Calibri" pitchFamily="34" charset="0"/>
                <a:ea typeface="Calibri" pitchFamily="34" charset="-122"/>
                <a:cs typeface="Calibri" pitchFamily="34" charset="-120"/>
              </a:rPr>
              <a:t>Settled · first payment made — not PII, flows normally</a:t>
            </a:r>
            <a:endParaRPr lang="en-US" sz="820"/>
          </a:p>
        </p:txBody>
      </p:sp>
      <p:sp>
        <p:nvSpPr>
          <p:cNvPr id="54" name="Text 52"/>
          <p:cNvSpPr/>
          <p:nvPr/>
        </p:nvSpPr>
        <p:spPr>
          <a:xfrm>
            <a:off x="548640" y="5870448"/>
            <a:ext cx="11064240" cy="274320"/>
          </a:xfrm>
          <a:prstGeom prst="rect">
            <a:avLst/>
          </a:prstGeom>
          <a:noFill/>
          <a:ln/>
        </p:spPr>
        <p:txBody>
          <a:bodyPr wrap="square" lIns="0" tIns="0" rIns="0" bIns="0" rtlCol="0" anchor="ctr"/>
          <a:lstStyle/>
          <a:p>
            <a:pPr marL="0" indent="0">
              <a:buNone/>
            </a:pPr>
            <a:r>
              <a:rPr lang="en-US" sz="850" i="1">
                <a:solidFill>
                  <a:srgbClr val="6B7280"/>
                </a:solidFill>
                <a:latin typeface="Calibri" pitchFamily="34" charset="0"/>
                <a:ea typeface="Calibri" pitchFamily="34" charset="-122"/>
                <a:cs typeface="Calibri" pitchFamily="34" charset="-120"/>
              </a:rPr>
              <a:t>Fictitious record for illustration. The exact mask-vs-band-vs-exclude rule per field is signed by your compliance team at the Discovery gate (task D5).</a:t>
            </a:r>
            <a:endParaRPr lang="en-US" sz="850"/>
          </a:p>
        </p:txBody>
      </p:sp>
      <p:sp>
        <p:nvSpPr>
          <p:cNvPr id="56" name="Text 1">
            <a:extLst>
              <a:ext uri="{FF2B5EF4-FFF2-40B4-BE49-F238E27FC236}">
                <a16:creationId xmlns:a16="http://schemas.microsoft.com/office/drawing/2014/main" id="{85B52797-5FD1-9321-17C5-31E85E5AB6C5}"/>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19</a:t>
            </a:fld>
            <a:endParaRPr lang="en-US" sz="1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GOVERNANCE &amp; COMPLIANCE  ·</a:t>
            </a:r>
            <a:endParaRPr lang="en-US" sz="1000"/>
          </a:p>
        </p:txBody>
      </p:sp>
      <p:sp>
        <p:nvSpPr>
          <p:cNvPr id="5" name="Text 3"/>
          <p:cNvSpPr/>
          <p:nvPr/>
        </p:nvSpPr>
        <p:spPr>
          <a:xfrm>
            <a:off x="548640" y="438912"/>
            <a:ext cx="11064240" cy="502920"/>
          </a:xfrm>
          <a:prstGeom prst="rect">
            <a:avLst/>
          </a:prstGeom>
          <a:noFill/>
          <a:ln/>
        </p:spPr>
        <p:txBody>
          <a:bodyPr wrap="square" lIns="0" tIns="0" rIns="0" bIns="0" rtlCol="0" anchor="ctr"/>
          <a:lstStyle/>
          <a:p>
            <a:pPr marL="0" indent="0">
              <a:buNone/>
            </a:pPr>
            <a:r>
              <a:rPr lang="en-US" sz="2200" b="1">
                <a:solidFill>
                  <a:srgbClr val="0A1628"/>
                </a:solidFill>
                <a:latin typeface="Georgia" pitchFamily="34" charset="0"/>
                <a:ea typeface="Georgia" pitchFamily="34" charset="-122"/>
                <a:cs typeface="Georgia" pitchFamily="34" charset="-120"/>
              </a:rPr>
              <a:t>The audit trail: what is captured, where it lives, how long it stays</a:t>
            </a:r>
            <a:endParaRPr lang="en-US" sz="2200"/>
          </a:p>
        </p:txBody>
      </p:sp>
      <p:sp>
        <p:nvSpPr>
          <p:cNvPr id="6" name="Shape 4"/>
          <p:cNvSpPr/>
          <p:nvPr/>
        </p:nvSpPr>
        <p:spPr>
          <a:xfrm>
            <a:off x="566928" y="960120"/>
            <a:ext cx="1371600" cy="32004"/>
          </a:xfrm>
          <a:prstGeom prst="rect">
            <a:avLst/>
          </a:prstGeom>
          <a:solidFill>
            <a:srgbClr val="B8913B"/>
          </a:solidFill>
          <a:ln/>
        </p:spPr>
        <p:txBody>
          <a:bodyPr/>
          <a:lstStyle/>
          <a:p>
            <a:endParaRPr lang="en-IN"/>
          </a:p>
        </p:txBody>
      </p:sp>
      <p:sp>
        <p:nvSpPr>
          <p:cNvPr id="7" name="Text 5"/>
          <p:cNvSpPr/>
          <p:nvPr/>
        </p:nvSpPr>
        <p:spPr>
          <a:xfrm>
            <a:off x="548640" y="1024128"/>
            <a:ext cx="11064240" cy="274320"/>
          </a:xfrm>
          <a:prstGeom prst="rect">
            <a:avLst/>
          </a:prstGeom>
          <a:noFill/>
          <a:ln/>
        </p:spPr>
        <p:txBody>
          <a:bodyPr wrap="square" lIns="0" tIns="0" rIns="0" bIns="0" rtlCol="0" anchor="ctr"/>
          <a:lstStyle/>
          <a:p>
            <a:pPr marL="0" indent="0">
              <a:buNone/>
            </a:pPr>
            <a:r>
              <a:rPr lang="en-US" sz="1100">
                <a:solidFill>
                  <a:srgbClr val="1F6F7A"/>
                </a:solidFill>
                <a:latin typeface="Calibri" pitchFamily="34" charset="0"/>
                <a:ea typeface="Calibri" pitchFamily="34" charset="-122"/>
                <a:cs typeface="Calibri" pitchFamily="34" charset="-120"/>
              </a:rPr>
              <a:t>Every AI interaction produces one immutable record — in your tenant, in a table your compliance team can query like any other</a:t>
            </a:r>
            <a:endParaRPr lang="en-US" sz="1100"/>
          </a:p>
        </p:txBody>
      </p:sp>
      <p:sp>
        <p:nvSpPr>
          <p:cNvPr id="8" name="Text 6"/>
          <p:cNvSpPr/>
          <p:nvPr/>
        </p:nvSpPr>
        <p:spPr>
          <a:xfrm>
            <a:off x="548640" y="1463040"/>
            <a:ext cx="5852160" cy="237744"/>
          </a:xfrm>
          <a:prstGeom prst="rect">
            <a:avLst/>
          </a:prstGeom>
          <a:noFill/>
          <a:ln/>
        </p:spPr>
        <p:txBody>
          <a:bodyPr wrap="square" lIns="0" tIns="0" rIns="0" bIns="0" rtlCol="0" anchor="ctr"/>
          <a:lstStyle/>
          <a:p>
            <a:pPr marL="0" indent="0">
              <a:buNone/>
            </a:pPr>
            <a:r>
              <a:rPr lang="en-US" sz="950" b="1" kern="0" spc="50">
                <a:solidFill>
                  <a:srgbClr val="0A1628"/>
                </a:solidFill>
                <a:latin typeface="Calibri" pitchFamily="34" charset="0"/>
                <a:ea typeface="Calibri" pitchFamily="34" charset="-122"/>
                <a:cs typeface="Calibri" pitchFamily="34" charset="-120"/>
              </a:rPr>
              <a:t>WHAT IS CAPTURED — one record per interaction</a:t>
            </a:r>
            <a:endParaRPr lang="en-US" sz="950"/>
          </a:p>
        </p:txBody>
      </p:sp>
      <p:sp>
        <p:nvSpPr>
          <p:cNvPr id="9" name="Shape 7"/>
          <p:cNvSpPr/>
          <p:nvPr/>
        </p:nvSpPr>
        <p:spPr>
          <a:xfrm>
            <a:off x="548640" y="1737360"/>
            <a:ext cx="5760720" cy="4526280"/>
          </a:xfrm>
          <a:prstGeom prst="roundRect">
            <a:avLst>
              <a:gd name="adj" fmla="val 1212"/>
            </a:avLst>
          </a:prstGeom>
          <a:solidFill>
            <a:srgbClr val="132238"/>
          </a:solidFill>
          <a:ln/>
        </p:spPr>
        <p:txBody>
          <a:bodyPr/>
          <a:lstStyle/>
          <a:p>
            <a:endParaRPr lang="en-IN"/>
          </a:p>
        </p:txBody>
      </p:sp>
      <p:sp>
        <p:nvSpPr>
          <p:cNvPr id="10" name="Text 8"/>
          <p:cNvSpPr/>
          <p:nvPr/>
        </p:nvSpPr>
        <p:spPr>
          <a:xfrm>
            <a:off x="777240" y="1874520"/>
            <a:ext cx="1965960" cy="402336"/>
          </a:xfrm>
          <a:prstGeom prst="rect">
            <a:avLst/>
          </a:prstGeom>
          <a:noFill/>
          <a:ln/>
        </p:spPr>
        <p:txBody>
          <a:bodyPr wrap="square" lIns="0" tIns="0" rIns="0" bIns="0" rtlCol="0" anchor="ctr"/>
          <a:lstStyle/>
          <a:p>
            <a:pPr marL="0" indent="0">
              <a:buNone/>
            </a:pPr>
            <a:r>
              <a:rPr lang="en-US" sz="800" b="1">
                <a:solidFill>
                  <a:srgbClr val="B8913B"/>
                </a:solidFill>
                <a:latin typeface="Calibri" pitchFamily="34" charset="0"/>
                <a:ea typeface="Calibri" pitchFamily="34" charset="-122"/>
                <a:cs typeface="Calibri" pitchFamily="34" charset="-120"/>
              </a:rPr>
              <a:t>interaction_id</a:t>
            </a:r>
            <a:endParaRPr lang="en-US" sz="800"/>
          </a:p>
        </p:txBody>
      </p:sp>
      <p:sp>
        <p:nvSpPr>
          <p:cNvPr id="11" name="Text 9"/>
          <p:cNvSpPr/>
          <p:nvPr/>
        </p:nvSpPr>
        <p:spPr>
          <a:xfrm>
            <a:off x="2788920" y="1874520"/>
            <a:ext cx="3383280" cy="402336"/>
          </a:xfrm>
          <a:prstGeom prst="rect">
            <a:avLst/>
          </a:prstGeom>
          <a:noFill/>
          <a:ln/>
        </p:spPr>
        <p:txBody>
          <a:bodyPr wrap="square" lIns="0" tIns="0" rIns="0" bIns="0" rtlCol="0" anchor="ctr"/>
          <a:lstStyle/>
          <a:p>
            <a:pPr marL="0" indent="0">
              <a:buNone/>
            </a:pPr>
            <a:r>
              <a:rPr lang="en-US" sz="800">
                <a:solidFill>
                  <a:srgbClr val="D8DEE7"/>
                </a:solidFill>
                <a:latin typeface="Calibri" pitchFamily="34" charset="0"/>
                <a:ea typeface="Calibri" pitchFamily="34" charset="-122"/>
                <a:cs typeface="Calibri" pitchFamily="34" charset="-120"/>
              </a:rPr>
              <a:t>a91f…4c  ·  2026-07-15 09:41:07 PT</a:t>
            </a:r>
            <a:endParaRPr lang="en-US" sz="800"/>
          </a:p>
        </p:txBody>
      </p:sp>
      <p:sp>
        <p:nvSpPr>
          <p:cNvPr id="12" name="Shape 10"/>
          <p:cNvSpPr/>
          <p:nvPr/>
        </p:nvSpPr>
        <p:spPr>
          <a:xfrm>
            <a:off x="777240" y="2290572"/>
            <a:ext cx="5349240" cy="0"/>
          </a:xfrm>
          <a:prstGeom prst="line">
            <a:avLst/>
          </a:prstGeom>
          <a:noFill/>
          <a:ln w="6350">
            <a:solidFill>
              <a:srgbClr val="24405E"/>
            </a:solidFill>
            <a:prstDash val="solid"/>
          </a:ln>
        </p:spPr>
        <p:txBody>
          <a:bodyPr/>
          <a:lstStyle/>
          <a:p>
            <a:endParaRPr lang="en-IN"/>
          </a:p>
        </p:txBody>
      </p:sp>
      <p:sp>
        <p:nvSpPr>
          <p:cNvPr id="13" name="Text 11"/>
          <p:cNvSpPr/>
          <p:nvPr/>
        </p:nvSpPr>
        <p:spPr>
          <a:xfrm>
            <a:off x="777240" y="2304288"/>
            <a:ext cx="1965960" cy="402336"/>
          </a:xfrm>
          <a:prstGeom prst="rect">
            <a:avLst/>
          </a:prstGeom>
          <a:noFill/>
          <a:ln/>
        </p:spPr>
        <p:txBody>
          <a:bodyPr wrap="square" lIns="0" tIns="0" rIns="0" bIns="0" rtlCol="0" anchor="ctr"/>
          <a:lstStyle/>
          <a:p>
            <a:pPr marL="0" indent="0">
              <a:buNone/>
            </a:pPr>
            <a:r>
              <a:rPr lang="en-US" sz="800" b="1">
                <a:solidFill>
                  <a:srgbClr val="B8913B"/>
                </a:solidFill>
                <a:latin typeface="Calibri" pitchFamily="34" charset="0"/>
                <a:ea typeface="Calibri" pitchFamily="34" charset="-122"/>
                <a:cs typeface="Calibri" pitchFamily="34" charset="-120"/>
              </a:rPr>
              <a:t>user / tier / channel</a:t>
            </a:r>
            <a:endParaRPr lang="en-US" sz="800"/>
          </a:p>
        </p:txBody>
      </p:sp>
      <p:sp>
        <p:nvSpPr>
          <p:cNvPr id="14" name="Text 12"/>
          <p:cNvSpPr/>
          <p:nvPr/>
        </p:nvSpPr>
        <p:spPr>
          <a:xfrm>
            <a:off x="2788920" y="2304288"/>
            <a:ext cx="3383280" cy="402336"/>
          </a:xfrm>
          <a:prstGeom prst="rect">
            <a:avLst/>
          </a:prstGeom>
          <a:noFill/>
          <a:ln/>
        </p:spPr>
        <p:txBody>
          <a:bodyPr wrap="square" lIns="0" tIns="0" rIns="0" bIns="0" rtlCol="0" anchor="ctr"/>
          <a:lstStyle/>
          <a:p>
            <a:pPr marL="0" indent="0">
              <a:buNone/>
            </a:pPr>
            <a:r>
              <a:rPr lang="en-US" sz="800">
                <a:solidFill>
                  <a:srgbClr val="D8DEE7"/>
                </a:solidFill>
                <a:latin typeface="Calibri" pitchFamily="34" charset="0"/>
                <a:ea typeface="Calibri" pitchFamily="34" charset="-122"/>
                <a:cs typeface="Calibri" pitchFamily="34" charset="-120"/>
              </a:rPr>
              <a:t>devon.k  ·  Manager  ·  Slack</a:t>
            </a:r>
            <a:endParaRPr lang="en-US" sz="800"/>
          </a:p>
        </p:txBody>
      </p:sp>
      <p:sp>
        <p:nvSpPr>
          <p:cNvPr id="15" name="Shape 13"/>
          <p:cNvSpPr/>
          <p:nvPr/>
        </p:nvSpPr>
        <p:spPr>
          <a:xfrm>
            <a:off x="777240" y="2720340"/>
            <a:ext cx="5349240" cy="0"/>
          </a:xfrm>
          <a:prstGeom prst="line">
            <a:avLst/>
          </a:prstGeom>
          <a:noFill/>
          <a:ln w="6350">
            <a:solidFill>
              <a:srgbClr val="24405E"/>
            </a:solidFill>
            <a:prstDash val="solid"/>
          </a:ln>
        </p:spPr>
        <p:txBody>
          <a:bodyPr/>
          <a:lstStyle/>
          <a:p>
            <a:endParaRPr lang="en-IN"/>
          </a:p>
        </p:txBody>
      </p:sp>
      <p:sp>
        <p:nvSpPr>
          <p:cNvPr id="16" name="Text 14"/>
          <p:cNvSpPr/>
          <p:nvPr/>
        </p:nvSpPr>
        <p:spPr>
          <a:xfrm>
            <a:off x="777240" y="2734056"/>
            <a:ext cx="1965960" cy="402336"/>
          </a:xfrm>
          <a:prstGeom prst="rect">
            <a:avLst/>
          </a:prstGeom>
          <a:noFill/>
          <a:ln/>
        </p:spPr>
        <p:txBody>
          <a:bodyPr wrap="square" lIns="0" tIns="0" rIns="0" bIns="0" rtlCol="0" anchor="ctr"/>
          <a:lstStyle/>
          <a:p>
            <a:pPr marL="0" indent="0">
              <a:buNone/>
            </a:pPr>
            <a:r>
              <a:rPr lang="en-US" sz="800" b="1">
                <a:solidFill>
                  <a:srgbClr val="B8913B"/>
                </a:solidFill>
                <a:latin typeface="Calibri" pitchFamily="34" charset="0"/>
                <a:ea typeface="Calibri" pitchFamily="34" charset="-122"/>
                <a:cs typeface="Calibri" pitchFamily="34" charset="-120"/>
              </a:rPr>
              <a:t>question (verbatim)</a:t>
            </a:r>
            <a:endParaRPr lang="en-US" sz="800"/>
          </a:p>
        </p:txBody>
      </p:sp>
      <p:sp>
        <p:nvSpPr>
          <p:cNvPr id="17" name="Text 15"/>
          <p:cNvSpPr/>
          <p:nvPr/>
        </p:nvSpPr>
        <p:spPr>
          <a:xfrm>
            <a:off x="2788920" y="2734056"/>
            <a:ext cx="3383280" cy="402336"/>
          </a:xfrm>
          <a:prstGeom prst="rect">
            <a:avLst/>
          </a:prstGeom>
          <a:noFill/>
          <a:ln/>
        </p:spPr>
        <p:txBody>
          <a:bodyPr wrap="square" lIns="0" tIns="0" rIns="0" bIns="0" rtlCol="0" anchor="ctr"/>
          <a:lstStyle/>
          <a:p>
            <a:pPr marL="0" indent="0">
              <a:buNone/>
            </a:pPr>
            <a:r>
              <a:rPr lang="en-US" sz="800">
                <a:solidFill>
                  <a:srgbClr val="D8DEE7"/>
                </a:solidFill>
                <a:latin typeface="Calibri" pitchFamily="34" charset="0"/>
                <a:ea typeface="Calibri" pitchFamily="34" charset="-122"/>
                <a:cs typeface="Calibri" pitchFamily="34" charset="-120"/>
              </a:rPr>
              <a:t>“compare first payment rate QoQ across teams”</a:t>
            </a:r>
            <a:endParaRPr lang="en-US" sz="800"/>
          </a:p>
        </p:txBody>
      </p:sp>
      <p:sp>
        <p:nvSpPr>
          <p:cNvPr id="18" name="Shape 16"/>
          <p:cNvSpPr/>
          <p:nvPr/>
        </p:nvSpPr>
        <p:spPr>
          <a:xfrm>
            <a:off x="777240" y="3150108"/>
            <a:ext cx="5349240" cy="0"/>
          </a:xfrm>
          <a:prstGeom prst="line">
            <a:avLst/>
          </a:prstGeom>
          <a:noFill/>
          <a:ln w="6350">
            <a:solidFill>
              <a:srgbClr val="24405E"/>
            </a:solidFill>
            <a:prstDash val="solid"/>
          </a:ln>
        </p:spPr>
        <p:txBody>
          <a:bodyPr/>
          <a:lstStyle/>
          <a:p>
            <a:endParaRPr lang="en-IN"/>
          </a:p>
        </p:txBody>
      </p:sp>
      <p:sp>
        <p:nvSpPr>
          <p:cNvPr id="19" name="Text 17"/>
          <p:cNvSpPr/>
          <p:nvPr/>
        </p:nvSpPr>
        <p:spPr>
          <a:xfrm>
            <a:off x="777240" y="3163824"/>
            <a:ext cx="1965960" cy="402336"/>
          </a:xfrm>
          <a:prstGeom prst="rect">
            <a:avLst/>
          </a:prstGeom>
          <a:noFill/>
          <a:ln/>
        </p:spPr>
        <p:txBody>
          <a:bodyPr wrap="square" lIns="0" tIns="0" rIns="0" bIns="0" rtlCol="0" anchor="ctr"/>
          <a:lstStyle/>
          <a:p>
            <a:pPr marL="0" indent="0">
              <a:buNone/>
            </a:pPr>
            <a:r>
              <a:rPr lang="en-US" sz="800" b="1">
                <a:solidFill>
                  <a:srgbClr val="B8913B"/>
                </a:solidFill>
                <a:latin typeface="Calibri" pitchFamily="34" charset="0"/>
                <a:ea typeface="Calibri" pitchFamily="34" charset="-122"/>
                <a:cs typeface="Calibri" pitchFamily="34" charset="-120"/>
              </a:rPr>
              <a:t>resolved query</a:t>
            </a:r>
            <a:endParaRPr lang="en-US" sz="800"/>
          </a:p>
        </p:txBody>
      </p:sp>
      <p:sp>
        <p:nvSpPr>
          <p:cNvPr id="20" name="Text 18"/>
          <p:cNvSpPr/>
          <p:nvPr/>
        </p:nvSpPr>
        <p:spPr>
          <a:xfrm>
            <a:off x="2788920" y="3163824"/>
            <a:ext cx="3383280" cy="402336"/>
          </a:xfrm>
          <a:prstGeom prst="rect">
            <a:avLst/>
          </a:prstGeom>
          <a:noFill/>
          <a:ln/>
        </p:spPr>
        <p:txBody>
          <a:bodyPr wrap="square" lIns="0" tIns="0" rIns="0" bIns="0" rtlCol="0" anchor="ctr"/>
          <a:lstStyle/>
          <a:p>
            <a:pPr marL="0" indent="0">
              <a:buNone/>
            </a:pPr>
            <a:r>
              <a:rPr lang="en-US" sz="800">
                <a:solidFill>
                  <a:srgbClr val="D8DEE7"/>
                </a:solidFill>
                <a:latin typeface="Calibri" pitchFamily="34" charset="0"/>
                <a:ea typeface="Calibri" pitchFamily="34" charset="-122"/>
                <a:cs typeface="Calibri" pitchFamily="34" charset="-120"/>
              </a:rPr>
              <a:t>semantic model · FirstPaymentRate by Team, Quarter</a:t>
            </a:r>
            <a:endParaRPr lang="en-US" sz="800"/>
          </a:p>
        </p:txBody>
      </p:sp>
      <p:sp>
        <p:nvSpPr>
          <p:cNvPr id="21" name="Shape 19"/>
          <p:cNvSpPr/>
          <p:nvPr/>
        </p:nvSpPr>
        <p:spPr>
          <a:xfrm>
            <a:off x="777240" y="3579876"/>
            <a:ext cx="5349240" cy="0"/>
          </a:xfrm>
          <a:prstGeom prst="line">
            <a:avLst/>
          </a:prstGeom>
          <a:noFill/>
          <a:ln w="6350">
            <a:solidFill>
              <a:srgbClr val="24405E"/>
            </a:solidFill>
            <a:prstDash val="solid"/>
          </a:ln>
        </p:spPr>
        <p:txBody>
          <a:bodyPr/>
          <a:lstStyle/>
          <a:p>
            <a:endParaRPr lang="en-IN"/>
          </a:p>
        </p:txBody>
      </p:sp>
      <p:sp>
        <p:nvSpPr>
          <p:cNvPr id="22" name="Text 20"/>
          <p:cNvSpPr/>
          <p:nvPr/>
        </p:nvSpPr>
        <p:spPr>
          <a:xfrm>
            <a:off x="777240" y="3593592"/>
            <a:ext cx="1965960" cy="402336"/>
          </a:xfrm>
          <a:prstGeom prst="rect">
            <a:avLst/>
          </a:prstGeom>
          <a:noFill/>
          <a:ln/>
        </p:spPr>
        <p:txBody>
          <a:bodyPr wrap="square" lIns="0" tIns="0" rIns="0" bIns="0" rtlCol="0" anchor="ctr"/>
          <a:lstStyle/>
          <a:p>
            <a:pPr marL="0" indent="0">
              <a:buNone/>
            </a:pPr>
            <a:r>
              <a:rPr lang="en-US" sz="800" b="1">
                <a:solidFill>
                  <a:srgbClr val="B8913B"/>
                </a:solidFill>
                <a:latin typeface="Calibri" pitchFamily="34" charset="0"/>
                <a:ea typeface="Calibri" pitchFamily="34" charset="-122"/>
                <a:cs typeface="Calibri" pitchFamily="34" charset="-120"/>
              </a:rPr>
              <a:t>datasets touched</a:t>
            </a:r>
            <a:endParaRPr lang="en-US" sz="800"/>
          </a:p>
        </p:txBody>
      </p:sp>
      <p:sp>
        <p:nvSpPr>
          <p:cNvPr id="23" name="Text 21"/>
          <p:cNvSpPr/>
          <p:nvPr/>
        </p:nvSpPr>
        <p:spPr>
          <a:xfrm>
            <a:off x="2788920" y="3593592"/>
            <a:ext cx="3383280" cy="402336"/>
          </a:xfrm>
          <a:prstGeom prst="rect">
            <a:avLst/>
          </a:prstGeom>
          <a:noFill/>
          <a:ln/>
        </p:spPr>
        <p:txBody>
          <a:bodyPr wrap="square" lIns="0" tIns="0" rIns="0" bIns="0" rtlCol="0" anchor="ctr"/>
          <a:lstStyle/>
          <a:p>
            <a:pPr marL="0" indent="0">
              <a:buNone/>
            </a:pPr>
            <a:r>
              <a:rPr lang="en-US" sz="800">
                <a:solidFill>
                  <a:srgbClr val="D8DEE7"/>
                </a:solidFill>
                <a:latin typeface="Calibri" pitchFamily="34" charset="0"/>
                <a:ea typeface="Calibri" pitchFamily="34" charset="-122"/>
                <a:cs typeface="Calibri" pitchFamily="34" charset="-120"/>
              </a:rPr>
              <a:t>gold.resolutions · gold.teams</a:t>
            </a:r>
            <a:endParaRPr lang="en-US" sz="800"/>
          </a:p>
        </p:txBody>
      </p:sp>
      <p:sp>
        <p:nvSpPr>
          <p:cNvPr id="24" name="Shape 22"/>
          <p:cNvSpPr/>
          <p:nvPr/>
        </p:nvSpPr>
        <p:spPr>
          <a:xfrm>
            <a:off x="777240" y="4009644"/>
            <a:ext cx="5349240" cy="0"/>
          </a:xfrm>
          <a:prstGeom prst="line">
            <a:avLst/>
          </a:prstGeom>
          <a:noFill/>
          <a:ln w="6350">
            <a:solidFill>
              <a:srgbClr val="24405E"/>
            </a:solidFill>
            <a:prstDash val="solid"/>
          </a:ln>
        </p:spPr>
        <p:txBody>
          <a:bodyPr/>
          <a:lstStyle/>
          <a:p>
            <a:endParaRPr lang="en-IN"/>
          </a:p>
        </p:txBody>
      </p:sp>
      <p:sp>
        <p:nvSpPr>
          <p:cNvPr id="25" name="Text 23"/>
          <p:cNvSpPr/>
          <p:nvPr/>
        </p:nvSpPr>
        <p:spPr>
          <a:xfrm>
            <a:off x="777240" y="4023360"/>
            <a:ext cx="1965960" cy="402336"/>
          </a:xfrm>
          <a:prstGeom prst="rect">
            <a:avLst/>
          </a:prstGeom>
          <a:noFill/>
          <a:ln/>
        </p:spPr>
        <p:txBody>
          <a:bodyPr wrap="square" lIns="0" tIns="0" rIns="0" bIns="0" rtlCol="0" anchor="ctr"/>
          <a:lstStyle/>
          <a:p>
            <a:pPr marL="0" indent="0">
              <a:buNone/>
            </a:pPr>
            <a:r>
              <a:rPr lang="en-US" sz="800" b="1">
                <a:solidFill>
                  <a:srgbClr val="B8913B"/>
                </a:solidFill>
                <a:latin typeface="Calibri" pitchFamily="34" charset="0"/>
                <a:ea typeface="Calibri" pitchFamily="34" charset="-122"/>
                <a:cs typeface="Calibri" pitchFamily="34" charset="-120"/>
              </a:rPr>
              <a:t>rbac context</a:t>
            </a:r>
            <a:endParaRPr lang="en-US" sz="800"/>
          </a:p>
        </p:txBody>
      </p:sp>
      <p:sp>
        <p:nvSpPr>
          <p:cNvPr id="26" name="Text 24"/>
          <p:cNvSpPr/>
          <p:nvPr/>
        </p:nvSpPr>
        <p:spPr>
          <a:xfrm>
            <a:off x="2788920" y="4023360"/>
            <a:ext cx="3383280" cy="402336"/>
          </a:xfrm>
          <a:prstGeom prst="rect">
            <a:avLst/>
          </a:prstGeom>
          <a:noFill/>
          <a:ln/>
        </p:spPr>
        <p:txBody>
          <a:bodyPr wrap="square" lIns="0" tIns="0" rIns="0" bIns="0" rtlCol="0" anchor="ctr"/>
          <a:lstStyle/>
          <a:p>
            <a:pPr marL="0" indent="0">
              <a:buNone/>
            </a:pPr>
            <a:r>
              <a:rPr lang="en-US" sz="800">
                <a:solidFill>
                  <a:srgbClr val="D8DEE7"/>
                </a:solidFill>
                <a:latin typeface="Calibri" pitchFamily="34" charset="0"/>
                <a:ea typeface="Calibri" pitchFamily="34" charset="-122"/>
                <a:cs typeface="Calibri" pitchFamily="34" charset="-120"/>
              </a:rPr>
              <a:t>row-level: teams where manager = devon.k</a:t>
            </a:r>
            <a:endParaRPr lang="en-US" sz="800"/>
          </a:p>
        </p:txBody>
      </p:sp>
      <p:sp>
        <p:nvSpPr>
          <p:cNvPr id="27" name="Shape 25"/>
          <p:cNvSpPr/>
          <p:nvPr/>
        </p:nvSpPr>
        <p:spPr>
          <a:xfrm>
            <a:off x="777240" y="4439412"/>
            <a:ext cx="5349240" cy="0"/>
          </a:xfrm>
          <a:prstGeom prst="line">
            <a:avLst/>
          </a:prstGeom>
          <a:noFill/>
          <a:ln w="6350">
            <a:solidFill>
              <a:srgbClr val="24405E"/>
            </a:solidFill>
            <a:prstDash val="solid"/>
          </a:ln>
        </p:spPr>
        <p:txBody>
          <a:bodyPr/>
          <a:lstStyle/>
          <a:p>
            <a:endParaRPr lang="en-IN"/>
          </a:p>
        </p:txBody>
      </p:sp>
      <p:sp>
        <p:nvSpPr>
          <p:cNvPr id="28" name="Text 26"/>
          <p:cNvSpPr/>
          <p:nvPr/>
        </p:nvSpPr>
        <p:spPr>
          <a:xfrm>
            <a:off x="777240" y="4453128"/>
            <a:ext cx="1965960" cy="402336"/>
          </a:xfrm>
          <a:prstGeom prst="rect">
            <a:avLst/>
          </a:prstGeom>
          <a:noFill/>
          <a:ln/>
        </p:spPr>
        <p:txBody>
          <a:bodyPr wrap="square" lIns="0" tIns="0" rIns="0" bIns="0" rtlCol="0" anchor="ctr"/>
          <a:lstStyle/>
          <a:p>
            <a:pPr marL="0" indent="0">
              <a:buNone/>
            </a:pPr>
            <a:r>
              <a:rPr lang="en-US" sz="800" b="1">
                <a:solidFill>
                  <a:srgbClr val="B8913B"/>
                </a:solidFill>
                <a:latin typeface="Calibri" pitchFamily="34" charset="0"/>
                <a:ea typeface="Calibri" pitchFamily="34" charset="-122"/>
                <a:cs typeface="Calibri" pitchFamily="34" charset="-120"/>
              </a:rPr>
              <a:t>model / tokens / cost</a:t>
            </a:r>
            <a:endParaRPr lang="en-US" sz="800"/>
          </a:p>
        </p:txBody>
      </p:sp>
      <p:sp>
        <p:nvSpPr>
          <p:cNvPr id="29" name="Text 27"/>
          <p:cNvSpPr/>
          <p:nvPr/>
        </p:nvSpPr>
        <p:spPr>
          <a:xfrm>
            <a:off x="2788920" y="4453128"/>
            <a:ext cx="3383280" cy="402336"/>
          </a:xfrm>
          <a:prstGeom prst="rect">
            <a:avLst/>
          </a:prstGeom>
          <a:noFill/>
          <a:ln/>
        </p:spPr>
        <p:txBody>
          <a:bodyPr wrap="square" lIns="0" tIns="0" rIns="0" bIns="0" rtlCol="0" anchor="ctr"/>
          <a:lstStyle/>
          <a:p>
            <a:pPr marL="0" indent="0">
              <a:buNone/>
            </a:pPr>
            <a:r>
              <a:rPr lang="en-US" sz="800">
                <a:solidFill>
                  <a:srgbClr val="D8DEE7"/>
                </a:solidFill>
                <a:latin typeface="Calibri" pitchFamily="34" charset="0"/>
                <a:ea typeface="Calibri" pitchFamily="34" charset="-122"/>
                <a:cs typeface="Calibri" pitchFamily="34" charset="-120"/>
              </a:rPr>
              <a:t>GPT-4o  ·  11,240 tok  ·  $0.036</a:t>
            </a:r>
            <a:endParaRPr lang="en-US" sz="800"/>
          </a:p>
        </p:txBody>
      </p:sp>
      <p:sp>
        <p:nvSpPr>
          <p:cNvPr id="30" name="Shape 28"/>
          <p:cNvSpPr/>
          <p:nvPr/>
        </p:nvSpPr>
        <p:spPr>
          <a:xfrm>
            <a:off x="777240" y="4869180"/>
            <a:ext cx="5349240" cy="0"/>
          </a:xfrm>
          <a:prstGeom prst="line">
            <a:avLst/>
          </a:prstGeom>
          <a:noFill/>
          <a:ln w="6350">
            <a:solidFill>
              <a:srgbClr val="24405E"/>
            </a:solidFill>
            <a:prstDash val="solid"/>
          </a:ln>
        </p:spPr>
        <p:txBody>
          <a:bodyPr/>
          <a:lstStyle/>
          <a:p>
            <a:endParaRPr lang="en-IN"/>
          </a:p>
        </p:txBody>
      </p:sp>
      <p:sp>
        <p:nvSpPr>
          <p:cNvPr id="31" name="Text 29"/>
          <p:cNvSpPr/>
          <p:nvPr/>
        </p:nvSpPr>
        <p:spPr>
          <a:xfrm>
            <a:off x="777240" y="4882896"/>
            <a:ext cx="1965960" cy="402336"/>
          </a:xfrm>
          <a:prstGeom prst="rect">
            <a:avLst/>
          </a:prstGeom>
          <a:noFill/>
          <a:ln/>
        </p:spPr>
        <p:txBody>
          <a:bodyPr wrap="square" lIns="0" tIns="0" rIns="0" bIns="0" rtlCol="0" anchor="ctr"/>
          <a:lstStyle/>
          <a:p>
            <a:pPr marL="0" indent="0">
              <a:buNone/>
            </a:pPr>
            <a:r>
              <a:rPr lang="en-US" sz="800" b="1">
                <a:solidFill>
                  <a:srgbClr val="B8913B"/>
                </a:solidFill>
                <a:latin typeface="Calibri" pitchFamily="34" charset="0"/>
                <a:ea typeface="Calibri" pitchFamily="34" charset="-122"/>
                <a:cs typeface="Calibri" pitchFamily="34" charset="-120"/>
              </a:rPr>
              <a:t>answer + citations</a:t>
            </a:r>
            <a:endParaRPr lang="en-US" sz="800"/>
          </a:p>
        </p:txBody>
      </p:sp>
      <p:sp>
        <p:nvSpPr>
          <p:cNvPr id="32" name="Text 30"/>
          <p:cNvSpPr/>
          <p:nvPr/>
        </p:nvSpPr>
        <p:spPr>
          <a:xfrm>
            <a:off x="2788920" y="4882896"/>
            <a:ext cx="3383280" cy="402336"/>
          </a:xfrm>
          <a:prstGeom prst="rect">
            <a:avLst/>
          </a:prstGeom>
          <a:noFill/>
          <a:ln/>
        </p:spPr>
        <p:txBody>
          <a:bodyPr wrap="square" lIns="0" tIns="0" rIns="0" bIns="0" rtlCol="0" anchor="ctr"/>
          <a:lstStyle/>
          <a:p>
            <a:pPr marL="0" indent="0">
              <a:buNone/>
            </a:pPr>
            <a:r>
              <a:rPr lang="en-US" sz="800">
                <a:solidFill>
                  <a:srgbClr val="D8DEE7"/>
                </a:solidFill>
                <a:latin typeface="Calibri" pitchFamily="34" charset="0"/>
                <a:ea typeface="Calibri" pitchFamily="34" charset="-122"/>
                <a:cs typeface="Calibri" pitchFamily="34" charset="-120"/>
              </a:rPr>
              <a:t>stored in full, incl. chart spec</a:t>
            </a:r>
            <a:endParaRPr lang="en-US" sz="800"/>
          </a:p>
        </p:txBody>
      </p:sp>
      <p:sp>
        <p:nvSpPr>
          <p:cNvPr id="33" name="Shape 31"/>
          <p:cNvSpPr/>
          <p:nvPr/>
        </p:nvSpPr>
        <p:spPr>
          <a:xfrm>
            <a:off x="777240" y="5298948"/>
            <a:ext cx="5349240" cy="0"/>
          </a:xfrm>
          <a:prstGeom prst="line">
            <a:avLst/>
          </a:prstGeom>
          <a:noFill/>
          <a:ln w="6350">
            <a:solidFill>
              <a:srgbClr val="24405E"/>
            </a:solidFill>
            <a:prstDash val="solid"/>
          </a:ln>
        </p:spPr>
        <p:txBody>
          <a:bodyPr/>
          <a:lstStyle/>
          <a:p>
            <a:endParaRPr lang="en-IN"/>
          </a:p>
        </p:txBody>
      </p:sp>
      <p:sp>
        <p:nvSpPr>
          <p:cNvPr id="34" name="Text 32"/>
          <p:cNvSpPr/>
          <p:nvPr/>
        </p:nvSpPr>
        <p:spPr>
          <a:xfrm>
            <a:off x="777240" y="5312664"/>
            <a:ext cx="1965960" cy="402336"/>
          </a:xfrm>
          <a:prstGeom prst="rect">
            <a:avLst/>
          </a:prstGeom>
          <a:noFill/>
          <a:ln/>
        </p:spPr>
        <p:txBody>
          <a:bodyPr wrap="square" lIns="0" tIns="0" rIns="0" bIns="0" rtlCol="0" anchor="ctr"/>
          <a:lstStyle/>
          <a:p>
            <a:pPr marL="0" indent="0">
              <a:buNone/>
            </a:pPr>
            <a:r>
              <a:rPr lang="en-US" sz="800" b="1">
                <a:solidFill>
                  <a:srgbClr val="B8913B"/>
                </a:solidFill>
                <a:latin typeface="Calibri" pitchFamily="34" charset="0"/>
                <a:ea typeface="Calibri" pitchFamily="34" charset="-122"/>
                <a:cs typeface="Calibri" pitchFamily="34" charset="-120"/>
              </a:rPr>
              <a:t>guardrail events</a:t>
            </a:r>
            <a:endParaRPr lang="en-US" sz="800"/>
          </a:p>
        </p:txBody>
      </p:sp>
      <p:sp>
        <p:nvSpPr>
          <p:cNvPr id="35" name="Text 33"/>
          <p:cNvSpPr/>
          <p:nvPr/>
        </p:nvSpPr>
        <p:spPr>
          <a:xfrm>
            <a:off x="2788920" y="5312664"/>
            <a:ext cx="3383280" cy="402336"/>
          </a:xfrm>
          <a:prstGeom prst="rect">
            <a:avLst/>
          </a:prstGeom>
          <a:noFill/>
          <a:ln/>
        </p:spPr>
        <p:txBody>
          <a:bodyPr wrap="square" lIns="0" tIns="0" rIns="0" bIns="0" rtlCol="0" anchor="ctr"/>
          <a:lstStyle/>
          <a:p>
            <a:pPr marL="0" indent="0">
              <a:buNone/>
            </a:pPr>
            <a:r>
              <a:rPr lang="en-US" sz="800">
                <a:solidFill>
                  <a:srgbClr val="D8DEE7"/>
                </a:solidFill>
                <a:latin typeface="Calibri" pitchFamily="34" charset="0"/>
                <a:ea typeface="Calibri" pitchFamily="34" charset="-122"/>
                <a:cs typeface="Calibri" pitchFamily="34" charset="-120"/>
              </a:rPr>
              <a:t>none  (PII scan: clean · grounding: 4/4 figures traced)</a:t>
            </a:r>
            <a:endParaRPr lang="en-US" sz="800"/>
          </a:p>
        </p:txBody>
      </p:sp>
      <p:sp>
        <p:nvSpPr>
          <p:cNvPr id="36" name="Shape 34"/>
          <p:cNvSpPr/>
          <p:nvPr/>
        </p:nvSpPr>
        <p:spPr>
          <a:xfrm>
            <a:off x="777240" y="5728716"/>
            <a:ext cx="5349240" cy="0"/>
          </a:xfrm>
          <a:prstGeom prst="line">
            <a:avLst/>
          </a:prstGeom>
          <a:noFill/>
          <a:ln w="6350">
            <a:solidFill>
              <a:srgbClr val="24405E"/>
            </a:solidFill>
            <a:prstDash val="solid"/>
          </a:ln>
        </p:spPr>
        <p:txBody>
          <a:bodyPr/>
          <a:lstStyle/>
          <a:p>
            <a:endParaRPr lang="en-IN"/>
          </a:p>
        </p:txBody>
      </p:sp>
      <p:sp>
        <p:nvSpPr>
          <p:cNvPr id="37" name="Text 35"/>
          <p:cNvSpPr/>
          <p:nvPr/>
        </p:nvSpPr>
        <p:spPr>
          <a:xfrm>
            <a:off x="777240" y="5742432"/>
            <a:ext cx="1965960" cy="402336"/>
          </a:xfrm>
          <a:prstGeom prst="rect">
            <a:avLst/>
          </a:prstGeom>
          <a:noFill/>
          <a:ln/>
        </p:spPr>
        <p:txBody>
          <a:bodyPr wrap="square" lIns="0" tIns="0" rIns="0" bIns="0" rtlCol="0" anchor="ctr"/>
          <a:lstStyle/>
          <a:p>
            <a:pPr marL="0" indent="0">
              <a:buNone/>
            </a:pPr>
            <a:r>
              <a:rPr lang="en-US" sz="800" b="1">
                <a:solidFill>
                  <a:srgbClr val="B8913B"/>
                </a:solidFill>
                <a:latin typeface="Calibri" pitchFamily="34" charset="0"/>
                <a:ea typeface="Calibri" pitchFamily="34" charset="-122"/>
                <a:cs typeface="Calibri" pitchFamily="34" charset="-120"/>
              </a:rPr>
              <a:t>user feedback</a:t>
            </a:r>
            <a:endParaRPr lang="en-US" sz="800"/>
          </a:p>
        </p:txBody>
      </p:sp>
      <p:sp>
        <p:nvSpPr>
          <p:cNvPr id="38" name="Text 36"/>
          <p:cNvSpPr/>
          <p:nvPr/>
        </p:nvSpPr>
        <p:spPr>
          <a:xfrm>
            <a:off x="2788920" y="5742432"/>
            <a:ext cx="3383280" cy="402336"/>
          </a:xfrm>
          <a:prstGeom prst="rect">
            <a:avLst/>
          </a:prstGeom>
          <a:noFill/>
          <a:ln/>
        </p:spPr>
        <p:txBody>
          <a:bodyPr wrap="square" lIns="0" tIns="0" rIns="0" bIns="0" rtlCol="0" anchor="ctr"/>
          <a:lstStyle/>
          <a:p>
            <a:pPr marL="0" indent="0">
              <a:buNone/>
            </a:pPr>
            <a:r>
              <a:rPr lang="en-US" sz="800">
                <a:solidFill>
                  <a:srgbClr val="D8DEE7"/>
                </a:solidFill>
                <a:latin typeface="Calibri" pitchFamily="34" charset="0"/>
                <a:ea typeface="Calibri" pitchFamily="34" charset="-122"/>
                <a:cs typeface="Calibri" pitchFamily="34" charset="-120"/>
              </a:rPr>
              <a:t>👍  ·  fed to weekly tuning loop</a:t>
            </a:r>
            <a:endParaRPr lang="en-US" sz="800"/>
          </a:p>
        </p:txBody>
      </p:sp>
      <p:sp>
        <p:nvSpPr>
          <p:cNvPr id="39" name="Text 37"/>
          <p:cNvSpPr/>
          <p:nvPr/>
        </p:nvSpPr>
        <p:spPr>
          <a:xfrm>
            <a:off x="6583680" y="1463040"/>
            <a:ext cx="5029200" cy="237744"/>
          </a:xfrm>
          <a:prstGeom prst="rect">
            <a:avLst/>
          </a:prstGeom>
          <a:noFill/>
          <a:ln/>
        </p:spPr>
        <p:txBody>
          <a:bodyPr wrap="square" lIns="0" tIns="0" rIns="0" bIns="0" rtlCol="0" anchor="ctr"/>
          <a:lstStyle/>
          <a:p>
            <a:pPr marL="0" indent="0">
              <a:buNone/>
            </a:pPr>
            <a:r>
              <a:rPr lang="en-US" sz="950" b="1" kern="0" spc="50">
                <a:solidFill>
                  <a:srgbClr val="0A1628"/>
                </a:solidFill>
                <a:latin typeface="Calibri" pitchFamily="34" charset="0"/>
                <a:ea typeface="Calibri" pitchFamily="34" charset="-122"/>
                <a:cs typeface="Calibri" pitchFamily="34" charset="-120"/>
              </a:rPr>
              <a:t>WHERE IT LIVES</a:t>
            </a:r>
            <a:endParaRPr lang="en-US" sz="950"/>
          </a:p>
        </p:txBody>
      </p:sp>
      <p:sp>
        <p:nvSpPr>
          <p:cNvPr id="40" name="Shape 38"/>
          <p:cNvSpPr/>
          <p:nvPr/>
        </p:nvSpPr>
        <p:spPr>
          <a:xfrm>
            <a:off x="6583680" y="1737360"/>
            <a:ext cx="5029200" cy="1965960"/>
          </a:xfrm>
          <a:prstGeom prst="roundRect">
            <a:avLst>
              <a:gd name="adj" fmla="val 2791"/>
            </a:avLst>
          </a:prstGeom>
          <a:solidFill>
            <a:srgbClr val="F8F7F3"/>
          </a:solidFill>
          <a:ln w="9525">
            <a:solidFill>
              <a:srgbClr val="E5E7EB"/>
            </a:solidFill>
            <a:prstDash val="solid"/>
          </a:ln>
        </p:spPr>
        <p:txBody>
          <a:bodyPr/>
          <a:lstStyle/>
          <a:p>
            <a:endParaRPr lang="en-IN"/>
          </a:p>
        </p:txBody>
      </p:sp>
      <p:sp>
        <p:nvSpPr>
          <p:cNvPr id="41" name="Text 39"/>
          <p:cNvSpPr/>
          <p:nvPr/>
        </p:nvSpPr>
        <p:spPr>
          <a:xfrm>
            <a:off x="6784848" y="1847088"/>
            <a:ext cx="4663440" cy="1783080"/>
          </a:xfrm>
          <a:prstGeom prst="rect">
            <a:avLst/>
          </a:prstGeom>
          <a:noFill/>
          <a:ln/>
        </p:spPr>
        <p:txBody>
          <a:bodyPr wrap="square" lIns="0" tIns="0" rIns="0" bIns="0" rtlCol="0" anchor="ctr"/>
          <a:lstStyle/>
          <a:p>
            <a:pPr marL="0" indent="0">
              <a:spcAft>
                <a:spcPts val="500"/>
              </a:spcAft>
              <a:buNone/>
            </a:pPr>
            <a:r>
              <a:rPr lang="en-US" sz="930" b="1">
                <a:solidFill>
                  <a:srgbClr val="0A1628"/>
                </a:solidFill>
                <a:latin typeface="Calibri" pitchFamily="34" charset="0"/>
                <a:ea typeface="Calibri" pitchFamily="34" charset="-122"/>
                <a:cs typeface="Calibri" pitchFamily="34" charset="-120"/>
              </a:rPr>
              <a:t>A governed, append-only Delta table in your Fabric tenant</a:t>
            </a:r>
            <a:endParaRPr lang="en-US" sz="930"/>
          </a:p>
          <a:p>
            <a:pPr marL="0" indent="0">
              <a:spcAft>
                <a:spcPts val="500"/>
              </a:spcAft>
              <a:buNone/>
            </a:pPr>
            <a:r>
              <a:rPr lang="en-US" sz="930">
                <a:solidFill>
                  <a:srgbClr val="1F2937"/>
                </a:solidFill>
                <a:latin typeface="Calibri" pitchFamily="34" charset="0"/>
                <a:ea typeface="Calibri" pitchFamily="34" charset="-122"/>
                <a:cs typeface="Calibri" pitchFamily="34" charset="-120"/>
              </a:rPr>
              <a:t>·  cataloged in Purview like every other asset</a:t>
            </a:r>
            <a:endParaRPr lang="en-US" sz="930"/>
          </a:p>
          <a:p>
            <a:pPr marL="0" indent="0">
              <a:spcAft>
                <a:spcPts val="500"/>
              </a:spcAft>
              <a:buNone/>
            </a:pPr>
            <a:r>
              <a:rPr lang="en-US" sz="930">
                <a:solidFill>
                  <a:srgbClr val="1F2937"/>
                </a:solidFill>
                <a:latin typeface="Calibri" pitchFamily="34" charset="0"/>
                <a:ea typeface="Calibri" pitchFamily="34" charset="-122"/>
                <a:cs typeface="Calibri" pitchFamily="34" charset="-120"/>
              </a:rPr>
              <a:t>·  RBAC’d to compliance &amp; admins — the agent itself cannot read or edit it</a:t>
            </a:r>
            <a:endParaRPr lang="en-US" sz="930"/>
          </a:p>
          <a:p>
            <a:pPr marL="0" indent="0">
              <a:spcAft>
                <a:spcPts val="500"/>
              </a:spcAft>
              <a:buNone/>
            </a:pPr>
            <a:r>
              <a:rPr lang="en-US" sz="930">
                <a:solidFill>
                  <a:srgbClr val="1F2937"/>
                </a:solidFill>
                <a:latin typeface="Calibri" pitchFamily="34" charset="0"/>
                <a:ea typeface="Calibri" pitchFamily="34" charset="-122"/>
                <a:cs typeface="Calibri" pitchFamily="34" charset="-120"/>
              </a:rPr>
              <a:t>·  surfaced in the admin console; exportable for examiners on request</a:t>
            </a:r>
            <a:endParaRPr lang="en-US" sz="930"/>
          </a:p>
          <a:p>
            <a:pPr marL="0" indent="0">
              <a:spcAft>
                <a:spcPts val="500"/>
              </a:spcAft>
              <a:buNone/>
            </a:pPr>
            <a:r>
              <a:rPr lang="en-US" sz="930">
                <a:solidFill>
                  <a:srgbClr val="1F2937"/>
                </a:solidFill>
                <a:latin typeface="Calibri" pitchFamily="34" charset="0"/>
                <a:ea typeface="Calibri" pitchFamily="34" charset="-122"/>
                <a:cs typeface="Calibri" pitchFamily="34" charset="-120"/>
              </a:rPr>
              <a:t>·  never leaves your tenant — no vendor copy exists</a:t>
            </a:r>
            <a:endParaRPr lang="en-US" sz="930"/>
          </a:p>
        </p:txBody>
      </p:sp>
      <p:sp>
        <p:nvSpPr>
          <p:cNvPr id="42" name="Text 40"/>
          <p:cNvSpPr/>
          <p:nvPr/>
        </p:nvSpPr>
        <p:spPr>
          <a:xfrm>
            <a:off x="6583680" y="3886200"/>
            <a:ext cx="5029200" cy="237744"/>
          </a:xfrm>
          <a:prstGeom prst="rect">
            <a:avLst/>
          </a:prstGeom>
          <a:noFill/>
          <a:ln/>
        </p:spPr>
        <p:txBody>
          <a:bodyPr wrap="square" lIns="0" tIns="0" rIns="0" bIns="0" rtlCol="0" anchor="ctr"/>
          <a:lstStyle/>
          <a:p>
            <a:pPr marL="0" indent="0">
              <a:buNone/>
            </a:pPr>
            <a:r>
              <a:rPr lang="en-US" sz="950" b="1" kern="0" spc="50">
                <a:solidFill>
                  <a:srgbClr val="0A1628"/>
                </a:solidFill>
                <a:latin typeface="Calibri" pitchFamily="34" charset="0"/>
                <a:ea typeface="Calibri" pitchFamily="34" charset="-122"/>
                <a:cs typeface="Calibri" pitchFamily="34" charset="-120"/>
              </a:rPr>
              <a:t>HOW LONG IT STAYS</a:t>
            </a:r>
            <a:endParaRPr lang="en-US" sz="950"/>
          </a:p>
        </p:txBody>
      </p:sp>
      <p:sp>
        <p:nvSpPr>
          <p:cNvPr id="43" name="Shape 41"/>
          <p:cNvSpPr/>
          <p:nvPr/>
        </p:nvSpPr>
        <p:spPr>
          <a:xfrm>
            <a:off x="6583680" y="4160520"/>
            <a:ext cx="5029200" cy="2103120"/>
          </a:xfrm>
          <a:prstGeom prst="roundRect">
            <a:avLst>
              <a:gd name="adj" fmla="val 2609"/>
            </a:avLst>
          </a:prstGeom>
          <a:solidFill>
            <a:srgbClr val="F4F1EA"/>
          </a:solidFill>
          <a:ln w="12700">
            <a:solidFill>
              <a:srgbClr val="B8913B"/>
            </a:solidFill>
            <a:prstDash val="solid"/>
          </a:ln>
        </p:spPr>
        <p:txBody>
          <a:bodyPr/>
          <a:lstStyle/>
          <a:p>
            <a:endParaRPr lang="en-IN"/>
          </a:p>
        </p:txBody>
      </p:sp>
      <p:sp>
        <p:nvSpPr>
          <p:cNvPr id="44" name="Shape 42"/>
          <p:cNvSpPr/>
          <p:nvPr/>
        </p:nvSpPr>
        <p:spPr>
          <a:xfrm>
            <a:off x="6812280" y="4389120"/>
            <a:ext cx="4572000" cy="201168"/>
          </a:xfrm>
          <a:prstGeom prst="roundRect">
            <a:avLst>
              <a:gd name="adj" fmla="val 50000"/>
            </a:avLst>
          </a:prstGeom>
          <a:solidFill>
            <a:srgbClr val="E5E7EB"/>
          </a:solidFill>
          <a:ln/>
        </p:spPr>
        <p:txBody>
          <a:bodyPr/>
          <a:lstStyle/>
          <a:p>
            <a:endParaRPr lang="en-IN"/>
          </a:p>
        </p:txBody>
      </p:sp>
      <p:sp>
        <p:nvSpPr>
          <p:cNvPr id="45" name="Shape 43"/>
          <p:cNvSpPr/>
          <p:nvPr/>
        </p:nvSpPr>
        <p:spPr>
          <a:xfrm>
            <a:off x="6812280" y="4389120"/>
            <a:ext cx="3429000" cy="201168"/>
          </a:xfrm>
          <a:prstGeom prst="roundRect">
            <a:avLst>
              <a:gd name="adj" fmla="val 50000"/>
            </a:avLst>
          </a:prstGeom>
          <a:solidFill>
            <a:srgbClr val="1F6F7A"/>
          </a:solidFill>
          <a:ln/>
        </p:spPr>
        <p:txBody>
          <a:bodyPr/>
          <a:lstStyle/>
          <a:p>
            <a:endParaRPr lang="en-IN"/>
          </a:p>
        </p:txBody>
      </p:sp>
      <p:sp>
        <p:nvSpPr>
          <p:cNvPr id="46" name="Text 44"/>
          <p:cNvSpPr/>
          <p:nvPr/>
        </p:nvSpPr>
        <p:spPr>
          <a:xfrm>
            <a:off x="6812280" y="4389120"/>
            <a:ext cx="3429000" cy="201168"/>
          </a:xfrm>
          <a:prstGeom prst="rect">
            <a:avLst/>
          </a:prstGeom>
          <a:noFill/>
          <a:ln/>
        </p:spPr>
        <p:txBody>
          <a:bodyPr wrap="square" lIns="0" tIns="0" rIns="0" bIns="0" rtlCol="0" anchor="ctr"/>
          <a:lstStyle/>
          <a:p>
            <a:pPr marL="0" indent="0" algn="ctr">
              <a:buNone/>
            </a:pPr>
            <a:r>
              <a:rPr lang="en-US" sz="700" b="1">
                <a:solidFill>
                  <a:srgbClr val="FFFFFF"/>
                </a:solidFill>
                <a:latin typeface="Calibri" pitchFamily="34" charset="0"/>
                <a:ea typeface="Calibri" pitchFamily="34" charset="-122"/>
                <a:cs typeface="Calibri" pitchFamily="34" charset="-120"/>
              </a:rPr>
              <a:t>hot · queryable — months 0–18</a:t>
            </a:r>
            <a:endParaRPr lang="en-US" sz="700"/>
          </a:p>
        </p:txBody>
      </p:sp>
      <p:sp>
        <p:nvSpPr>
          <p:cNvPr id="47" name="Text 45"/>
          <p:cNvSpPr/>
          <p:nvPr/>
        </p:nvSpPr>
        <p:spPr>
          <a:xfrm>
            <a:off x="10241280" y="4389120"/>
            <a:ext cx="1143000" cy="201168"/>
          </a:xfrm>
          <a:prstGeom prst="rect">
            <a:avLst/>
          </a:prstGeom>
          <a:noFill/>
          <a:ln/>
        </p:spPr>
        <p:txBody>
          <a:bodyPr wrap="square" lIns="0" tIns="0" rIns="0" bIns="0" rtlCol="0" anchor="ctr"/>
          <a:lstStyle/>
          <a:p>
            <a:pPr marL="0" indent="0" algn="ctr">
              <a:buNone/>
            </a:pPr>
            <a:r>
              <a:rPr lang="en-US" sz="650">
                <a:solidFill>
                  <a:srgbClr val="6B7280"/>
                </a:solidFill>
                <a:latin typeface="Calibri" pitchFamily="34" charset="0"/>
                <a:ea typeface="Calibri" pitchFamily="34" charset="-122"/>
                <a:cs typeface="Calibri" pitchFamily="34" charset="-120"/>
              </a:rPr>
              <a:t>archive — to 24 mo</a:t>
            </a:r>
            <a:endParaRPr lang="en-US" sz="650"/>
          </a:p>
        </p:txBody>
      </p:sp>
      <p:sp>
        <p:nvSpPr>
          <p:cNvPr id="48" name="Text 46"/>
          <p:cNvSpPr/>
          <p:nvPr/>
        </p:nvSpPr>
        <p:spPr>
          <a:xfrm>
            <a:off x="6812280" y="4709160"/>
            <a:ext cx="4617720" cy="1463040"/>
          </a:xfrm>
          <a:prstGeom prst="rect">
            <a:avLst/>
          </a:prstGeom>
          <a:noFill/>
          <a:ln/>
        </p:spPr>
        <p:txBody>
          <a:bodyPr wrap="square" lIns="0" tIns="0" rIns="0" bIns="0" rtlCol="0" anchor="ctr"/>
          <a:lstStyle/>
          <a:p>
            <a:pPr marL="0" indent="0">
              <a:spcAft>
                <a:spcPts val="500"/>
              </a:spcAft>
              <a:buNone/>
            </a:pPr>
            <a:r>
              <a:rPr lang="en-US" sz="930">
                <a:solidFill>
                  <a:srgbClr val="1F2937"/>
                </a:solidFill>
                <a:latin typeface="Calibri" pitchFamily="34" charset="0"/>
                <a:ea typeface="Calibri" pitchFamily="34" charset="-122"/>
                <a:cs typeface="Calibri" pitchFamily="34" charset="-120"/>
              </a:rPr>
              <a:t>24 months by default (assumption A8) — a placeholder until your retention policy is confirmed at the Discovery gate. </a:t>
            </a:r>
            <a:endParaRPr lang="en-US" sz="930"/>
          </a:p>
          <a:p>
            <a:pPr marL="0" indent="0">
              <a:spcAft>
                <a:spcPts val="500"/>
              </a:spcAft>
              <a:buNone/>
            </a:pPr>
            <a:r>
              <a:rPr lang="en-US" sz="930">
                <a:solidFill>
                  <a:srgbClr val="1F2937"/>
                </a:solidFill>
                <a:latin typeface="Calibri" pitchFamily="34" charset="0"/>
                <a:ea typeface="Calibri" pitchFamily="34" charset="-122"/>
                <a:cs typeface="Calibri" pitchFamily="34" charset="-120"/>
              </a:rPr>
              <a:t>Configurable per policy · legal hold supported · deletion only via governed policy job, itself logged.</a:t>
            </a:r>
            <a:endParaRPr lang="en-US" sz="930"/>
          </a:p>
        </p:txBody>
      </p:sp>
      <p:sp>
        <p:nvSpPr>
          <p:cNvPr id="50" name="Text 1">
            <a:extLst>
              <a:ext uri="{FF2B5EF4-FFF2-40B4-BE49-F238E27FC236}">
                <a16:creationId xmlns:a16="http://schemas.microsoft.com/office/drawing/2014/main" id="{53E116ED-7BEE-4E57-B0B3-312190A0EA09}"/>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20</a:t>
            </a:fld>
            <a:endParaRPr lang="en-US" sz="1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GOVERNANCE &amp; COMPLIANCE</a:t>
            </a:r>
            <a:endParaRPr lang="en-US" sz="1000"/>
          </a:p>
        </p:txBody>
      </p:sp>
      <p:sp>
        <p:nvSpPr>
          <p:cNvPr id="5" name="Text 3"/>
          <p:cNvSpPr/>
          <p:nvPr/>
        </p:nvSpPr>
        <p:spPr>
          <a:xfrm>
            <a:off x="548640" y="438912"/>
            <a:ext cx="11064240" cy="502920"/>
          </a:xfrm>
          <a:prstGeom prst="rect">
            <a:avLst/>
          </a:prstGeom>
          <a:noFill/>
          <a:ln/>
        </p:spPr>
        <p:txBody>
          <a:bodyPr wrap="square" lIns="0" tIns="0" rIns="0" bIns="0" rtlCol="0" anchor="ctr"/>
          <a:lstStyle/>
          <a:p>
            <a:pPr marL="0" indent="0">
              <a:buNone/>
            </a:pPr>
            <a:r>
              <a:rPr lang="en-US" sz="2300" b="1">
                <a:solidFill>
                  <a:srgbClr val="0A1628"/>
                </a:solidFill>
                <a:latin typeface="Georgia" pitchFamily="34" charset="0"/>
                <a:ea typeface="Georgia" pitchFamily="34" charset="-122"/>
                <a:cs typeface="Georgia" pitchFamily="34" charset="-120"/>
              </a:rPr>
              <a:t>TCPA, FCRA, FDCPA: designed in, not bolted on</a:t>
            </a:r>
            <a:endParaRPr lang="en-US" sz="2300"/>
          </a:p>
        </p:txBody>
      </p:sp>
      <p:sp>
        <p:nvSpPr>
          <p:cNvPr id="6" name="Shape 4"/>
          <p:cNvSpPr/>
          <p:nvPr/>
        </p:nvSpPr>
        <p:spPr>
          <a:xfrm>
            <a:off x="566928" y="960120"/>
            <a:ext cx="1371600" cy="32004"/>
          </a:xfrm>
          <a:prstGeom prst="rect">
            <a:avLst/>
          </a:prstGeom>
          <a:solidFill>
            <a:srgbClr val="B8913B"/>
          </a:solidFill>
          <a:ln/>
        </p:spPr>
        <p:txBody>
          <a:bodyPr/>
          <a:lstStyle/>
          <a:p>
            <a:endParaRPr lang="en-IN"/>
          </a:p>
        </p:txBody>
      </p:sp>
      <p:sp>
        <p:nvSpPr>
          <p:cNvPr id="7" name="Text 5"/>
          <p:cNvSpPr/>
          <p:nvPr/>
        </p:nvSpPr>
        <p:spPr>
          <a:xfrm>
            <a:off x="548640" y="1024128"/>
            <a:ext cx="11064240" cy="274320"/>
          </a:xfrm>
          <a:prstGeom prst="rect">
            <a:avLst/>
          </a:prstGeom>
          <a:noFill/>
          <a:ln/>
        </p:spPr>
        <p:txBody>
          <a:bodyPr wrap="square" lIns="0" tIns="0" rIns="0" bIns="0" rtlCol="0" anchor="ctr"/>
          <a:lstStyle/>
          <a:p>
            <a:pPr marL="0" indent="0">
              <a:buNone/>
            </a:pPr>
            <a:r>
              <a:rPr lang="en-US" sz="1100">
                <a:solidFill>
                  <a:srgbClr val="1F6F7A"/>
                </a:solidFill>
                <a:latin typeface="Calibri" pitchFamily="34" charset="0"/>
                <a:ea typeface="Calibri" pitchFamily="34" charset="-122"/>
                <a:cs typeface="Calibri" pitchFamily="34" charset="-120"/>
              </a:rPr>
              <a:t>For each regulation: what it restricts, the design rule the agent lives by, and the component that enforces it</a:t>
            </a:r>
            <a:endParaRPr lang="en-US" sz="1100"/>
          </a:p>
        </p:txBody>
      </p:sp>
      <p:sp>
        <p:nvSpPr>
          <p:cNvPr id="8" name="Shape 6"/>
          <p:cNvSpPr/>
          <p:nvPr/>
        </p:nvSpPr>
        <p:spPr>
          <a:xfrm>
            <a:off x="548640" y="1445110"/>
            <a:ext cx="3566160" cy="4160520"/>
          </a:xfrm>
          <a:prstGeom prst="roundRect">
            <a:avLst>
              <a:gd name="adj" fmla="val 1538"/>
            </a:avLst>
          </a:prstGeom>
          <a:solidFill>
            <a:srgbClr val="F4F1EA"/>
          </a:solidFill>
          <a:ln w="9525">
            <a:solidFill>
              <a:srgbClr val="E5E7EB"/>
            </a:solidFill>
            <a:prstDash val="solid"/>
          </a:ln>
        </p:spPr>
        <p:txBody>
          <a:bodyPr/>
          <a:lstStyle/>
          <a:p>
            <a:endParaRPr lang="en-IN"/>
          </a:p>
        </p:txBody>
      </p:sp>
      <p:sp>
        <p:nvSpPr>
          <p:cNvPr id="9" name="Shape 7"/>
          <p:cNvSpPr/>
          <p:nvPr/>
        </p:nvSpPr>
        <p:spPr>
          <a:xfrm>
            <a:off x="548640" y="1445110"/>
            <a:ext cx="3566160" cy="566928"/>
          </a:xfrm>
          <a:prstGeom prst="roundRect">
            <a:avLst>
              <a:gd name="adj" fmla="val 9677"/>
            </a:avLst>
          </a:prstGeom>
          <a:solidFill>
            <a:srgbClr val="0A1628"/>
          </a:solidFill>
          <a:ln/>
        </p:spPr>
        <p:txBody>
          <a:bodyPr/>
          <a:lstStyle/>
          <a:p>
            <a:endParaRPr lang="en-IN"/>
          </a:p>
        </p:txBody>
      </p:sp>
      <p:sp>
        <p:nvSpPr>
          <p:cNvPr id="10" name="Shape 8"/>
          <p:cNvSpPr/>
          <p:nvPr/>
        </p:nvSpPr>
        <p:spPr>
          <a:xfrm>
            <a:off x="548640" y="1765150"/>
            <a:ext cx="3566160" cy="246888"/>
          </a:xfrm>
          <a:prstGeom prst="rect">
            <a:avLst/>
          </a:prstGeom>
          <a:solidFill>
            <a:srgbClr val="0A1628"/>
          </a:solidFill>
          <a:ln/>
        </p:spPr>
        <p:txBody>
          <a:bodyPr/>
          <a:lstStyle/>
          <a:p>
            <a:endParaRPr lang="en-IN"/>
          </a:p>
        </p:txBody>
      </p:sp>
      <p:sp>
        <p:nvSpPr>
          <p:cNvPr id="11" name="Text 9"/>
          <p:cNvSpPr/>
          <p:nvPr/>
        </p:nvSpPr>
        <p:spPr>
          <a:xfrm>
            <a:off x="731520" y="1445110"/>
            <a:ext cx="3200400" cy="347472"/>
          </a:xfrm>
          <a:prstGeom prst="rect">
            <a:avLst/>
          </a:prstGeom>
          <a:noFill/>
          <a:ln/>
        </p:spPr>
        <p:txBody>
          <a:bodyPr wrap="square" lIns="0" tIns="0" rIns="0" bIns="0" rtlCol="0" anchor="b"/>
          <a:lstStyle/>
          <a:p>
            <a:pPr marL="0" indent="0">
              <a:buNone/>
            </a:pPr>
            <a:r>
              <a:rPr lang="en-US" sz="1500" b="1">
                <a:solidFill>
                  <a:srgbClr val="B8913B"/>
                </a:solidFill>
                <a:latin typeface="Georgia" pitchFamily="34" charset="0"/>
                <a:ea typeface="Georgia" pitchFamily="34" charset="-122"/>
                <a:cs typeface="Georgia" pitchFamily="34" charset="-120"/>
              </a:rPr>
              <a:t>TCPA</a:t>
            </a:r>
            <a:endParaRPr lang="en-US" sz="1500"/>
          </a:p>
        </p:txBody>
      </p:sp>
      <p:sp>
        <p:nvSpPr>
          <p:cNvPr id="12" name="Text 10"/>
          <p:cNvSpPr/>
          <p:nvPr/>
        </p:nvSpPr>
        <p:spPr>
          <a:xfrm>
            <a:off x="731520" y="1783438"/>
            <a:ext cx="3200400" cy="219456"/>
          </a:xfrm>
          <a:prstGeom prst="rect">
            <a:avLst/>
          </a:prstGeom>
          <a:noFill/>
          <a:ln/>
        </p:spPr>
        <p:txBody>
          <a:bodyPr wrap="square" lIns="0" tIns="0" rIns="0" bIns="0" rtlCol="0" anchor="t"/>
          <a:lstStyle/>
          <a:p>
            <a:pPr marL="0" indent="0">
              <a:buNone/>
            </a:pPr>
            <a:r>
              <a:rPr lang="en-US" sz="750">
                <a:solidFill>
                  <a:srgbClr val="C9D4E0"/>
                </a:solidFill>
                <a:latin typeface="Calibri" pitchFamily="34" charset="0"/>
                <a:ea typeface="Calibri" pitchFamily="34" charset="-122"/>
                <a:cs typeface="Calibri" pitchFamily="34" charset="-120"/>
              </a:rPr>
              <a:t>Telephone Consumer Protection Act</a:t>
            </a:r>
            <a:endParaRPr lang="en-US" sz="750"/>
          </a:p>
        </p:txBody>
      </p:sp>
      <p:sp>
        <p:nvSpPr>
          <p:cNvPr id="13" name="Text 11"/>
          <p:cNvSpPr/>
          <p:nvPr/>
        </p:nvSpPr>
        <p:spPr>
          <a:xfrm>
            <a:off x="731520" y="2140054"/>
            <a:ext cx="3200400" cy="182880"/>
          </a:xfrm>
          <a:prstGeom prst="rect">
            <a:avLst/>
          </a:prstGeom>
          <a:noFill/>
          <a:ln/>
        </p:spPr>
        <p:txBody>
          <a:bodyPr wrap="square" lIns="0" tIns="0" rIns="0" bIns="0" rtlCol="0" anchor="ctr"/>
          <a:lstStyle/>
          <a:p>
            <a:pPr marL="0" indent="0">
              <a:buNone/>
            </a:pPr>
            <a:r>
              <a:rPr lang="en-US" sz="750" b="1" kern="0" spc="50">
                <a:solidFill>
                  <a:srgbClr val="6B7280"/>
                </a:solidFill>
                <a:latin typeface="Calibri" pitchFamily="34" charset="0"/>
                <a:ea typeface="Calibri" pitchFamily="34" charset="-122"/>
                <a:cs typeface="Calibri" pitchFamily="34" charset="-120"/>
              </a:rPr>
              <a:t>WHAT IT RESTRICTS</a:t>
            </a:r>
            <a:endParaRPr lang="en-US" sz="750"/>
          </a:p>
        </p:txBody>
      </p:sp>
      <p:sp>
        <p:nvSpPr>
          <p:cNvPr id="14" name="Text 12"/>
          <p:cNvSpPr/>
          <p:nvPr/>
        </p:nvSpPr>
        <p:spPr>
          <a:xfrm>
            <a:off x="731520" y="2322934"/>
            <a:ext cx="3246120" cy="548640"/>
          </a:xfrm>
          <a:prstGeom prst="rect">
            <a:avLst/>
          </a:prstGeom>
          <a:noFill/>
          <a:ln/>
        </p:spPr>
        <p:txBody>
          <a:bodyPr wrap="square" lIns="0" tIns="0" rIns="0" bIns="0" rtlCol="0" anchor="ctr"/>
          <a:lstStyle/>
          <a:p>
            <a:pPr marL="0" indent="0">
              <a:buNone/>
            </a:pPr>
            <a:r>
              <a:rPr lang="en-US" sz="880">
                <a:solidFill>
                  <a:srgbClr val="1F2937"/>
                </a:solidFill>
                <a:latin typeface="Calibri" pitchFamily="34" charset="0"/>
                <a:ea typeface="Calibri" pitchFamily="34" charset="-122"/>
                <a:cs typeface="Calibri" pitchFamily="34" charset="-120"/>
              </a:rPr>
              <a:t>Restricts how call data and customer contact records are used.</a:t>
            </a:r>
            <a:endParaRPr lang="en-US" sz="880"/>
          </a:p>
        </p:txBody>
      </p:sp>
      <p:sp>
        <p:nvSpPr>
          <p:cNvPr id="15" name="Text 13"/>
          <p:cNvSpPr/>
          <p:nvPr/>
        </p:nvSpPr>
        <p:spPr>
          <a:xfrm>
            <a:off x="731520" y="2926438"/>
            <a:ext cx="3200400" cy="182880"/>
          </a:xfrm>
          <a:prstGeom prst="rect">
            <a:avLst/>
          </a:prstGeom>
          <a:noFill/>
          <a:ln/>
        </p:spPr>
        <p:txBody>
          <a:bodyPr wrap="square" lIns="0" tIns="0" rIns="0" bIns="0" rtlCol="0" anchor="ctr"/>
          <a:lstStyle/>
          <a:p>
            <a:pPr marL="0" indent="0">
              <a:buNone/>
            </a:pPr>
            <a:r>
              <a:rPr lang="en-US" sz="750" b="1" kern="0" spc="50">
                <a:solidFill>
                  <a:srgbClr val="1F6F7A"/>
                </a:solidFill>
                <a:latin typeface="Calibri" pitchFamily="34" charset="0"/>
                <a:ea typeface="Calibri" pitchFamily="34" charset="-122"/>
                <a:cs typeface="Calibri" pitchFamily="34" charset="-120"/>
              </a:rPr>
              <a:t>THE DESIGN RULE</a:t>
            </a:r>
            <a:endParaRPr lang="en-US" sz="750"/>
          </a:p>
        </p:txBody>
      </p:sp>
      <p:sp>
        <p:nvSpPr>
          <p:cNvPr id="16" name="Text 14"/>
          <p:cNvSpPr/>
          <p:nvPr/>
        </p:nvSpPr>
        <p:spPr>
          <a:xfrm>
            <a:off x="731520" y="3109318"/>
            <a:ext cx="3246120" cy="1371600"/>
          </a:xfrm>
          <a:prstGeom prst="rect">
            <a:avLst/>
          </a:prstGeom>
          <a:noFill/>
          <a:ln/>
        </p:spPr>
        <p:txBody>
          <a:bodyPr wrap="square" lIns="0" tIns="0" rIns="0" bIns="0" rtlCol="0" anchor="ctr"/>
          <a:lstStyle/>
          <a:p>
            <a:pPr marL="0" indent="0">
              <a:buNone/>
            </a:pPr>
            <a:r>
              <a:rPr lang="en-US" sz="880">
                <a:solidFill>
                  <a:srgbClr val="1F2937"/>
                </a:solidFill>
                <a:latin typeface="Calibri" pitchFamily="34" charset="0"/>
                <a:ea typeface="Calibri" pitchFamily="34" charset="-122"/>
                <a:cs typeface="Calibri" pitchFamily="34" charset="-120"/>
              </a:rPr>
              <a:t>The agent surfaces call data as aggregates and outcomes only — never as dialable contact lists, phone numbers, or anything that could seed an outbound campaign. And no AI outbound voice, anywhere.</a:t>
            </a:r>
            <a:endParaRPr lang="en-US" sz="880"/>
          </a:p>
        </p:txBody>
      </p:sp>
      <p:sp>
        <p:nvSpPr>
          <p:cNvPr id="17" name="Shape 15"/>
          <p:cNvSpPr/>
          <p:nvPr/>
        </p:nvSpPr>
        <p:spPr>
          <a:xfrm>
            <a:off x="685800" y="4691230"/>
            <a:ext cx="3291840" cy="777240"/>
          </a:xfrm>
          <a:prstGeom prst="roundRect">
            <a:avLst>
              <a:gd name="adj" fmla="val 5882"/>
            </a:avLst>
          </a:prstGeom>
          <a:solidFill>
            <a:srgbClr val="132238"/>
          </a:solidFill>
          <a:ln/>
        </p:spPr>
        <p:txBody>
          <a:bodyPr/>
          <a:lstStyle/>
          <a:p>
            <a:endParaRPr lang="en-IN"/>
          </a:p>
        </p:txBody>
      </p:sp>
      <p:sp>
        <p:nvSpPr>
          <p:cNvPr id="18" name="Text 16"/>
          <p:cNvSpPr/>
          <p:nvPr/>
        </p:nvSpPr>
        <p:spPr>
          <a:xfrm>
            <a:off x="822960" y="4736950"/>
            <a:ext cx="3063240" cy="685800"/>
          </a:xfrm>
          <a:prstGeom prst="rect">
            <a:avLst/>
          </a:prstGeom>
          <a:noFill/>
          <a:ln/>
        </p:spPr>
        <p:txBody>
          <a:bodyPr wrap="square" lIns="0" tIns="0" rIns="0" bIns="0" rtlCol="0" anchor="ctr"/>
          <a:lstStyle/>
          <a:p>
            <a:pPr marL="0" indent="0">
              <a:buNone/>
            </a:pPr>
            <a:r>
              <a:rPr lang="en-US" sz="780">
                <a:solidFill>
                  <a:srgbClr val="D8DEE7"/>
                </a:solidFill>
                <a:latin typeface="Calibri" pitchFamily="34" charset="0"/>
                <a:ea typeface="Calibri" pitchFamily="34" charset="-122"/>
                <a:cs typeface="Calibri" pitchFamily="34" charset="-120"/>
              </a:rPr>
              <a:t>Enforced by: scope gate (Gate 1) · PII exclusion of phone fields · persona measure packs</a:t>
            </a:r>
            <a:endParaRPr lang="en-US" sz="780"/>
          </a:p>
        </p:txBody>
      </p:sp>
      <p:sp>
        <p:nvSpPr>
          <p:cNvPr id="19" name="Shape 17"/>
          <p:cNvSpPr/>
          <p:nvPr/>
        </p:nvSpPr>
        <p:spPr>
          <a:xfrm>
            <a:off x="4343400" y="1445110"/>
            <a:ext cx="3566160" cy="4160520"/>
          </a:xfrm>
          <a:prstGeom prst="roundRect">
            <a:avLst>
              <a:gd name="adj" fmla="val 1538"/>
            </a:avLst>
          </a:prstGeom>
          <a:solidFill>
            <a:srgbClr val="F8F7F3"/>
          </a:solidFill>
          <a:ln w="9525">
            <a:solidFill>
              <a:srgbClr val="E5E7EB"/>
            </a:solidFill>
            <a:prstDash val="solid"/>
          </a:ln>
        </p:spPr>
        <p:txBody>
          <a:bodyPr/>
          <a:lstStyle/>
          <a:p>
            <a:endParaRPr lang="en-IN"/>
          </a:p>
        </p:txBody>
      </p:sp>
      <p:sp>
        <p:nvSpPr>
          <p:cNvPr id="20" name="Shape 18"/>
          <p:cNvSpPr/>
          <p:nvPr/>
        </p:nvSpPr>
        <p:spPr>
          <a:xfrm>
            <a:off x="4343400" y="1445110"/>
            <a:ext cx="3566160" cy="566928"/>
          </a:xfrm>
          <a:prstGeom prst="roundRect">
            <a:avLst>
              <a:gd name="adj" fmla="val 9677"/>
            </a:avLst>
          </a:prstGeom>
          <a:solidFill>
            <a:srgbClr val="0A1628"/>
          </a:solidFill>
          <a:ln/>
        </p:spPr>
        <p:txBody>
          <a:bodyPr/>
          <a:lstStyle/>
          <a:p>
            <a:endParaRPr lang="en-IN"/>
          </a:p>
        </p:txBody>
      </p:sp>
      <p:sp>
        <p:nvSpPr>
          <p:cNvPr id="21" name="Shape 19"/>
          <p:cNvSpPr/>
          <p:nvPr/>
        </p:nvSpPr>
        <p:spPr>
          <a:xfrm>
            <a:off x="4343400" y="1765150"/>
            <a:ext cx="3566160" cy="246888"/>
          </a:xfrm>
          <a:prstGeom prst="rect">
            <a:avLst/>
          </a:prstGeom>
          <a:solidFill>
            <a:srgbClr val="0A1628"/>
          </a:solidFill>
          <a:ln/>
        </p:spPr>
        <p:txBody>
          <a:bodyPr/>
          <a:lstStyle/>
          <a:p>
            <a:endParaRPr lang="en-IN"/>
          </a:p>
        </p:txBody>
      </p:sp>
      <p:sp>
        <p:nvSpPr>
          <p:cNvPr id="22" name="Text 20"/>
          <p:cNvSpPr/>
          <p:nvPr/>
        </p:nvSpPr>
        <p:spPr>
          <a:xfrm>
            <a:off x="4526280" y="1445110"/>
            <a:ext cx="3200400" cy="347472"/>
          </a:xfrm>
          <a:prstGeom prst="rect">
            <a:avLst/>
          </a:prstGeom>
          <a:noFill/>
          <a:ln/>
        </p:spPr>
        <p:txBody>
          <a:bodyPr wrap="square" lIns="0" tIns="0" rIns="0" bIns="0" rtlCol="0" anchor="b"/>
          <a:lstStyle/>
          <a:p>
            <a:pPr marL="0" indent="0">
              <a:buNone/>
            </a:pPr>
            <a:r>
              <a:rPr lang="en-US" sz="1500" b="1">
                <a:solidFill>
                  <a:srgbClr val="B8913B"/>
                </a:solidFill>
                <a:latin typeface="Georgia" pitchFamily="34" charset="0"/>
                <a:ea typeface="Georgia" pitchFamily="34" charset="-122"/>
                <a:cs typeface="Georgia" pitchFamily="34" charset="-120"/>
              </a:rPr>
              <a:t>FCRA</a:t>
            </a:r>
            <a:endParaRPr lang="en-US" sz="1500"/>
          </a:p>
        </p:txBody>
      </p:sp>
      <p:sp>
        <p:nvSpPr>
          <p:cNvPr id="23" name="Text 21"/>
          <p:cNvSpPr/>
          <p:nvPr/>
        </p:nvSpPr>
        <p:spPr>
          <a:xfrm>
            <a:off x="4526280" y="1783438"/>
            <a:ext cx="3200400" cy="219456"/>
          </a:xfrm>
          <a:prstGeom prst="rect">
            <a:avLst/>
          </a:prstGeom>
          <a:noFill/>
          <a:ln/>
        </p:spPr>
        <p:txBody>
          <a:bodyPr wrap="square" lIns="0" tIns="0" rIns="0" bIns="0" rtlCol="0" anchor="t"/>
          <a:lstStyle/>
          <a:p>
            <a:pPr marL="0" indent="0">
              <a:buNone/>
            </a:pPr>
            <a:r>
              <a:rPr lang="en-US" sz="750">
                <a:solidFill>
                  <a:srgbClr val="C9D4E0"/>
                </a:solidFill>
                <a:latin typeface="Calibri" pitchFamily="34" charset="0"/>
                <a:ea typeface="Calibri" pitchFamily="34" charset="-122"/>
                <a:cs typeface="Calibri" pitchFamily="34" charset="-120"/>
              </a:rPr>
              <a:t>Fair Credit Reporting Act</a:t>
            </a:r>
            <a:endParaRPr lang="en-US" sz="750"/>
          </a:p>
        </p:txBody>
      </p:sp>
      <p:sp>
        <p:nvSpPr>
          <p:cNvPr id="24" name="Text 22"/>
          <p:cNvSpPr/>
          <p:nvPr/>
        </p:nvSpPr>
        <p:spPr>
          <a:xfrm>
            <a:off x="4526280" y="2140054"/>
            <a:ext cx="3200400" cy="182880"/>
          </a:xfrm>
          <a:prstGeom prst="rect">
            <a:avLst/>
          </a:prstGeom>
          <a:noFill/>
          <a:ln/>
        </p:spPr>
        <p:txBody>
          <a:bodyPr wrap="square" lIns="0" tIns="0" rIns="0" bIns="0" rtlCol="0" anchor="ctr"/>
          <a:lstStyle/>
          <a:p>
            <a:pPr marL="0" indent="0">
              <a:buNone/>
            </a:pPr>
            <a:r>
              <a:rPr lang="en-US" sz="750" b="1" kern="0" spc="50">
                <a:solidFill>
                  <a:srgbClr val="6B7280"/>
                </a:solidFill>
                <a:latin typeface="Calibri" pitchFamily="34" charset="0"/>
                <a:ea typeface="Calibri" pitchFamily="34" charset="-122"/>
                <a:cs typeface="Calibri" pitchFamily="34" charset="-120"/>
              </a:rPr>
              <a:t>WHAT IT RESTRICTS</a:t>
            </a:r>
            <a:endParaRPr lang="en-US" sz="750"/>
          </a:p>
        </p:txBody>
      </p:sp>
      <p:sp>
        <p:nvSpPr>
          <p:cNvPr id="25" name="Text 23"/>
          <p:cNvSpPr/>
          <p:nvPr/>
        </p:nvSpPr>
        <p:spPr>
          <a:xfrm>
            <a:off x="4526280" y="2322934"/>
            <a:ext cx="3246120" cy="548640"/>
          </a:xfrm>
          <a:prstGeom prst="rect">
            <a:avLst/>
          </a:prstGeom>
          <a:noFill/>
          <a:ln/>
        </p:spPr>
        <p:txBody>
          <a:bodyPr wrap="square" lIns="0" tIns="0" rIns="0" bIns="0" rtlCol="0" anchor="ctr"/>
          <a:lstStyle/>
          <a:p>
            <a:pPr marL="0" indent="0">
              <a:buNone/>
            </a:pPr>
            <a:r>
              <a:rPr lang="en-US" sz="880">
                <a:solidFill>
                  <a:srgbClr val="1F2937"/>
                </a:solidFill>
                <a:latin typeface="Calibri" pitchFamily="34" charset="0"/>
                <a:ea typeface="Calibri" pitchFamily="34" charset="-122"/>
                <a:cs typeface="Calibri" pitchFamily="34" charset="-120"/>
              </a:rPr>
              <a:t>Governs handling of consumer credit and financial data — permissible purpose matters.</a:t>
            </a:r>
            <a:endParaRPr lang="en-US" sz="880"/>
          </a:p>
        </p:txBody>
      </p:sp>
      <p:sp>
        <p:nvSpPr>
          <p:cNvPr id="26" name="Text 24"/>
          <p:cNvSpPr/>
          <p:nvPr/>
        </p:nvSpPr>
        <p:spPr>
          <a:xfrm>
            <a:off x="4526280" y="2926438"/>
            <a:ext cx="3200400" cy="182880"/>
          </a:xfrm>
          <a:prstGeom prst="rect">
            <a:avLst/>
          </a:prstGeom>
          <a:noFill/>
          <a:ln/>
        </p:spPr>
        <p:txBody>
          <a:bodyPr wrap="square" lIns="0" tIns="0" rIns="0" bIns="0" rtlCol="0" anchor="ctr"/>
          <a:lstStyle/>
          <a:p>
            <a:pPr marL="0" indent="0">
              <a:buNone/>
            </a:pPr>
            <a:r>
              <a:rPr lang="en-US" sz="750" b="1" kern="0" spc="50">
                <a:solidFill>
                  <a:srgbClr val="1F6F7A"/>
                </a:solidFill>
                <a:latin typeface="Calibri" pitchFamily="34" charset="0"/>
                <a:ea typeface="Calibri" pitchFamily="34" charset="-122"/>
                <a:cs typeface="Calibri" pitchFamily="34" charset="-120"/>
              </a:rPr>
              <a:t>THE DESIGN RULE</a:t>
            </a:r>
            <a:endParaRPr lang="en-US" sz="750"/>
          </a:p>
        </p:txBody>
      </p:sp>
      <p:sp>
        <p:nvSpPr>
          <p:cNvPr id="27" name="Text 25"/>
          <p:cNvSpPr/>
          <p:nvPr/>
        </p:nvSpPr>
        <p:spPr>
          <a:xfrm>
            <a:off x="4526280" y="3109318"/>
            <a:ext cx="3246120" cy="1371600"/>
          </a:xfrm>
          <a:prstGeom prst="rect">
            <a:avLst/>
          </a:prstGeom>
          <a:noFill/>
          <a:ln/>
        </p:spPr>
        <p:txBody>
          <a:bodyPr wrap="square" lIns="0" tIns="0" rIns="0" bIns="0" rtlCol="0" anchor="ctr"/>
          <a:lstStyle/>
          <a:p>
            <a:pPr marL="0" indent="0">
              <a:buNone/>
            </a:pPr>
            <a:r>
              <a:rPr lang="en-US" sz="880">
                <a:solidFill>
                  <a:srgbClr val="1F2937"/>
                </a:solidFill>
                <a:latin typeface="Calibri" pitchFamily="34" charset="0"/>
                <a:ea typeface="Calibri" pitchFamily="34" charset="-122"/>
                <a:cs typeface="Calibri" pitchFamily="34" charset="-120"/>
              </a:rPr>
              <a:t>Credit-derived attributes are scoped by tier to roles with a permissible purpose; excluded from the Agent tier entirely. The agent never produces adverse-action-style statements about a consumer.</a:t>
            </a:r>
            <a:endParaRPr lang="en-US" sz="880"/>
          </a:p>
        </p:txBody>
      </p:sp>
      <p:sp>
        <p:nvSpPr>
          <p:cNvPr id="28" name="Shape 26"/>
          <p:cNvSpPr/>
          <p:nvPr/>
        </p:nvSpPr>
        <p:spPr>
          <a:xfrm>
            <a:off x="4480560" y="4691230"/>
            <a:ext cx="3291840" cy="777240"/>
          </a:xfrm>
          <a:prstGeom prst="roundRect">
            <a:avLst>
              <a:gd name="adj" fmla="val 5882"/>
            </a:avLst>
          </a:prstGeom>
          <a:solidFill>
            <a:srgbClr val="132238"/>
          </a:solidFill>
          <a:ln/>
        </p:spPr>
        <p:txBody>
          <a:bodyPr/>
          <a:lstStyle/>
          <a:p>
            <a:endParaRPr lang="en-IN"/>
          </a:p>
        </p:txBody>
      </p:sp>
      <p:sp>
        <p:nvSpPr>
          <p:cNvPr id="29" name="Text 27"/>
          <p:cNvSpPr/>
          <p:nvPr/>
        </p:nvSpPr>
        <p:spPr>
          <a:xfrm>
            <a:off x="4617720" y="4736950"/>
            <a:ext cx="3063240" cy="685800"/>
          </a:xfrm>
          <a:prstGeom prst="rect">
            <a:avLst/>
          </a:prstGeom>
          <a:noFill/>
          <a:ln/>
        </p:spPr>
        <p:txBody>
          <a:bodyPr wrap="square" lIns="0" tIns="0" rIns="0" bIns="0" rtlCol="0" anchor="ctr"/>
          <a:lstStyle/>
          <a:p>
            <a:pPr marL="0" indent="0">
              <a:buNone/>
            </a:pPr>
            <a:r>
              <a:rPr lang="en-US" sz="780">
                <a:solidFill>
                  <a:srgbClr val="D8DEE7"/>
                </a:solidFill>
                <a:latin typeface="Calibri" pitchFamily="34" charset="0"/>
                <a:ea typeface="Calibri" pitchFamily="34" charset="-122"/>
                <a:cs typeface="Calibri" pitchFamily="34" charset="-120"/>
              </a:rPr>
              <a:t>Enforced by: RBAC row/column rules · answer-composer language rules · audit trail per query</a:t>
            </a:r>
            <a:endParaRPr lang="en-US" sz="780"/>
          </a:p>
        </p:txBody>
      </p:sp>
      <p:sp>
        <p:nvSpPr>
          <p:cNvPr id="30" name="Shape 28"/>
          <p:cNvSpPr/>
          <p:nvPr/>
        </p:nvSpPr>
        <p:spPr>
          <a:xfrm>
            <a:off x="8138160" y="1445110"/>
            <a:ext cx="3566160" cy="4160520"/>
          </a:xfrm>
          <a:prstGeom prst="roundRect">
            <a:avLst>
              <a:gd name="adj" fmla="val 1538"/>
            </a:avLst>
          </a:prstGeom>
          <a:solidFill>
            <a:srgbClr val="F4F1EA"/>
          </a:solidFill>
          <a:ln w="9525">
            <a:solidFill>
              <a:srgbClr val="E5E7EB"/>
            </a:solidFill>
            <a:prstDash val="solid"/>
          </a:ln>
        </p:spPr>
        <p:txBody>
          <a:bodyPr/>
          <a:lstStyle/>
          <a:p>
            <a:endParaRPr lang="en-IN"/>
          </a:p>
        </p:txBody>
      </p:sp>
      <p:sp>
        <p:nvSpPr>
          <p:cNvPr id="31" name="Shape 29"/>
          <p:cNvSpPr/>
          <p:nvPr/>
        </p:nvSpPr>
        <p:spPr>
          <a:xfrm>
            <a:off x="8138160" y="1445110"/>
            <a:ext cx="3566160" cy="566928"/>
          </a:xfrm>
          <a:prstGeom prst="roundRect">
            <a:avLst>
              <a:gd name="adj" fmla="val 9677"/>
            </a:avLst>
          </a:prstGeom>
          <a:solidFill>
            <a:srgbClr val="0A1628"/>
          </a:solidFill>
          <a:ln/>
        </p:spPr>
        <p:txBody>
          <a:bodyPr/>
          <a:lstStyle/>
          <a:p>
            <a:endParaRPr lang="en-IN"/>
          </a:p>
        </p:txBody>
      </p:sp>
      <p:sp>
        <p:nvSpPr>
          <p:cNvPr id="32" name="Shape 30"/>
          <p:cNvSpPr/>
          <p:nvPr/>
        </p:nvSpPr>
        <p:spPr>
          <a:xfrm>
            <a:off x="8138160" y="1765150"/>
            <a:ext cx="3566160" cy="246888"/>
          </a:xfrm>
          <a:prstGeom prst="rect">
            <a:avLst/>
          </a:prstGeom>
          <a:solidFill>
            <a:srgbClr val="0A1628"/>
          </a:solidFill>
          <a:ln/>
        </p:spPr>
        <p:txBody>
          <a:bodyPr/>
          <a:lstStyle/>
          <a:p>
            <a:endParaRPr lang="en-IN"/>
          </a:p>
        </p:txBody>
      </p:sp>
      <p:sp>
        <p:nvSpPr>
          <p:cNvPr id="33" name="Text 31"/>
          <p:cNvSpPr/>
          <p:nvPr/>
        </p:nvSpPr>
        <p:spPr>
          <a:xfrm>
            <a:off x="8321040" y="1445110"/>
            <a:ext cx="3200400" cy="347472"/>
          </a:xfrm>
          <a:prstGeom prst="rect">
            <a:avLst/>
          </a:prstGeom>
          <a:noFill/>
          <a:ln/>
        </p:spPr>
        <p:txBody>
          <a:bodyPr wrap="square" lIns="0" tIns="0" rIns="0" bIns="0" rtlCol="0" anchor="b"/>
          <a:lstStyle/>
          <a:p>
            <a:pPr marL="0" indent="0">
              <a:buNone/>
            </a:pPr>
            <a:r>
              <a:rPr lang="en-US" sz="1500" b="1">
                <a:solidFill>
                  <a:srgbClr val="B8913B"/>
                </a:solidFill>
                <a:latin typeface="Georgia" pitchFamily="34" charset="0"/>
                <a:ea typeface="Georgia" pitchFamily="34" charset="-122"/>
                <a:cs typeface="Georgia" pitchFamily="34" charset="-120"/>
              </a:rPr>
              <a:t>FDCPA</a:t>
            </a:r>
            <a:endParaRPr lang="en-US" sz="1500"/>
          </a:p>
        </p:txBody>
      </p:sp>
      <p:sp>
        <p:nvSpPr>
          <p:cNvPr id="34" name="Text 32"/>
          <p:cNvSpPr/>
          <p:nvPr/>
        </p:nvSpPr>
        <p:spPr>
          <a:xfrm>
            <a:off x="8321040" y="1783438"/>
            <a:ext cx="3200400" cy="219456"/>
          </a:xfrm>
          <a:prstGeom prst="rect">
            <a:avLst/>
          </a:prstGeom>
          <a:noFill/>
          <a:ln/>
        </p:spPr>
        <p:txBody>
          <a:bodyPr wrap="square" lIns="0" tIns="0" rIns="0" bIns="0" rtlCol="0" anchor="t"/>
          <a:lstStyle/>
          <a:p>
            <a:pPr marL="0" indent="0">
              <a:buNone/>
            </a:pPr>
            <a:r>
              <a:rPr lang="en-US" sz="750">
                <a:solidFill>
                  <a:srgbClr val="C9D4E0"/>
                </a:solidFill>
                <a:latin typeface="Calibri" pitchFamily="34" charset="0"/>
                <a:ea typeface="Calibri" pitchFamily="34" charset="-122"/>
                <a:cs typeface="Calibri" pitchFamily="34" charset="-120"/>
              </a:rPr>
              <a:t>Fair Debt Collection Practices Act</a:t>
            </a:r>
            <a:endParaRPr lang="en-US" sz="750"/>
          </a:p>
        </p:txBody>
      </p:sp>
      <p:sp>
        <p:nvSpPr>
          <p:cNvPr id="35" name="Text 33"/>
          <p:cNvSpPr/>
          <p:nvPr/>
        </p:nvSpPr>
        <p:spPr>
          <a:xfrm>
            <a:off x="8321040" y="2140054"/>
            <a:ext cx="3200400" cy="182880"/>
          </a:xfrm>
          <a:prstGeom prst="rect">
            <a:avLst/>
          </a:prstGeom>
          <a:noFill/>
          <a:ln/>
        </p:spPr>
        <p:txBody>
          <a:bodyPr wrap="square" lIns="0" tIns="0" rIns="0" bIns="0" rtlCol="0" anchor="ctr"/>
          <a:lstStyle/>
          <a:p>
            <a:pPr marL="0" indent="0">
              <a:buNone/>
            </a:pPr>
            <a:r>
              <a:rPr lang="en-US" sz="750" b="1" kern="0" spc="50">
                <a:solidFill>
                  <a:srgbClr val="6B7280"/>
                </a:solidFill>
                <a:latin typeface="Calibri" pitchFamily="34" charset="0"/>
                <a:ea typeface="Calibri" pitchFamily="34" charset="-122"/>
                <a:cs typeface="Calibri" pitchFamily="34" charset="-120"/>
              </a:rPr>
              <a:t>WHAT IT RESTRICTS</a:t>
            </a:r>
            <a:endParaRPr lang="en-US" sz="750"/>
          </a:p>
        </p:txBody>
      </p:sp>
      <p:sp>
        <p:nvSpPr>
          <p:cNvPr id="36" name="Text 34"/>
          <p:cNvSpPr/>
          <p:nvPr/>
        </p:nvSpPr>
        <p:spPr>
          <a:xfrm>
            <a:off x="8321040" y="2322934"/>
            <a:ext cx="3246120" cy="548640"/>
          </a:xfrm>
          <a:prstGeom prst="rect">
            <a:avLst/>
          </a:prstGeom>
          <a:noFill/>
          <a:ln/>
        </p:spPr>
        <p:txBody>
          <a:bodyPr wrap="square" lIns="0" tIns="0" rIns="0" bIns="0" rtlCol="0" anchor="ctr"/>
          <a:lstStyle/>
          <a:p>
            <a:pPr marL="0" indent="0">
              <a:buNone/>
            </a:pPr>
            <a:r>
              <a:rPr lang="en-US" sz="880">
                <a:solidFill>
                  <a:srgbClr val="1F2937"/>
                </a:solidFill>
                <a:latin typeface="Calibri" pitchFamily="34" charset="0"/>
                <a:ea typeface="Calibri" pitchFamily="34" charset="-122"/>
                <a:cs typeface="Calibri" pitchFamily="34" charset="-120"/>
              </a:rPr>
              <a:t>Restricts how debt-related information is used and surfaced.</a:t>
            </a:r>
            <a:endParaRPr lang="en-US" sz="880"/>
          </a:p>
        </p:txBody>
      </p:sp>
      <p:sp>
        <p:nvSpPr>
          <p:cNvPr id="37" name="Text 35"/>
          <p:cNvSpPr/>
          <p:nvPr/>
        </p:nvSpPr>
        <p:spPr>
          <a:xfrm>
            <a:off x="8321040" y="2926438"/>
            <a:ext cx="3200400" cy="182880"/>
          </a:xfrm>
          <a:prstGeom prst="rect">
            <a:avLst/>
          </a:prstGeom>
          <a:noFill/>
          <a:ln/>
        </p:spPr>
        <p:txBody>
          <a:bodyPr wrap="square" lIns="0" tIns="0" rIns="0" bIns="0" rtlCol="0" anchor="ctr"/>
          <a:lstStyle/>
          <a:p>
            <a:pPr marL="0" indent="0">
              <a:buNone/>
            </a:pPr>
            <a:r>
              <a:rPr lang="en-US" sz="750" b="1" kern="0" spc="50">
                <a:solidFill>
                  <a:srgbClr val="1F6F7A"/>
                </a:solidFill>
                <a:latin typeface="Calibri" pitchFamily="34" charset="0"/>
                <a:ea typeface="Calibri" pitchFamily="34" charset="-122"/>
                <a:cs typeface="Calibri" pitchFamily="34" charset="-120"/>
              </a:rPr>
              <a:t>THE DESIGN RULE</a:t>
            </a:r>
            <a:endParaRPr lang="en-US" sz="750"/>
          </a:p>
        </p:txBody>
      </p:sp>
      <p:sp>
        <p:nvSpPr>
          <p:cNvPr id="38" name="Text 36"/>
          <p:cNvSpPr/>
          <p:nvPr/>
        </p:nvSpPr>
        <p:spPr>
          <a:xfrm>
            <a:off x="8321040" y="3109318"/>
            <a:ext cx="3246120" cy="1371600"/>
          </a:xfrm>
          <a:prstGeom prst="rect">
            <a:avLst/>
          </a:prstGeom>
          <a:noFill/>
          <a:ln/>
        </p:spPr>
        <p:txBody>
          <a:bodyPr wrap="square" lIns="0" tIns="0" rIns="0" bIns="0" rtlCol="0" anchor="ctr"/>
          <a:lstStyle/>
          <a:p>
            <a:pPr marL="0" indent="0">
              <a:buNone/>
            </a:pPr>
            <a:r>
              <a:rPr lang="en-US" sz="880">
                <a:solidFill>
                  <a:srgbClr val="1F2937"/>
                </a:solidFill>
                <a:latin typeface="Calibri" pitchFamily="34" charset="0"/>
                <a:ea typeface="Calibri" pitchFamily="34" charset="-122"/>
                <a:cs typeface="Calibri" pitchFamily="34" charset="-120"/>
              </a:rPr>
              <a:t>Debt status is presented as neutral account facts for analytics — never phrased as collection language, scripts, or anything that could constitute a collection communication.</a:t>
            </a:r>
            <a:endParaRPr lang="en-US" sz="880"/>
          </a:p>
        </p:txBody>
      </p:sp>
      <p:sp>
        <p:nvSpPr>
          <p:cNvPr id="39" name="Shape 37"/>
          <p:cNvSpPr/>
          <p:nvPr/>
        </p:nvSpPr>
        <p:spPr>
          <a:xfrm>
            <a:off x="8275320" y="4691230"/>
            <a:ext cx="3291840" cy="777240"/>
          </a:xfrm>
          <a:prstGeom prst="roundRect">
            <a:avLst>
              <a:gd name="adj" fmla="val 5882"/>
            </a:avLst>
          </a:prstGeom>
          <a:solidFill>
            <a:srgbClr val="132238"/>
          </a:solidFill>
          <a:ln/>
        </p:spPr>
        <p:txBody>
          <a:bodyPr/>
          <a:lstStyle/>
          <a:p>
            <a:endParaRPr lang="en-IN"/>
          </a:p>
        </p:txBody>
      </p:sp>
      <p:sp>
        <p:nvSpPr>
          <p:cNvPr id="40" name="Text 38"/>
          <p:cNvSpPr/>
          <p:nvPr/>
        </p:nvSpPr>
        <p:spPr>
          <a:xfrm>
            <a:off x="8412480" y="4736950"/>
            <a:ext cx="3063240" cy="685800"/>
          </a:xfrm>
          <a:prstGeom prst="rect">
            <a:avLst/>
          </a:prstGeom>
          <a:noFill/>
          <a:ln/>
        </p:spPr>
        <p:txBody>
          <a:bodyPr wrap="square" lIns="0" tIns="0" rIns="0" bIns="0" rtlCol="0" anchor="ctr"/>
          <a:lstStyle/>
          <a:p>
            <a:pPr marL="0" indent="0">
              <a:buNone/>
            </a:pPr>
            <a:r>
              <a:rPr lang="en-US" sz="780">
                <a:solidFill>
                  <a:srgbClr val="D8DEE7"/>
                </a:solidFill>
                <a:latin typeface="Calibri" pitchFamily="34" charset="0"/>
                <a:ea typeface="Calibri" pitchFamily="34" charset="-122"/>
                <a:cs typeface="Calibri" pitchFamily="34" charset="-120"/>
              </a:rPr>
              <a:t>Enforced by: approved-language library in the composer · automated language QA on outputs</a:t>
            </a:r>
            <a:endParaRPr lang="en-US" sz="780"/>
          </a:p>
        </p:txBody>
      </p:sp>
      <p:sp>
        <p:nvSpPr>
          <p:cNvPr id="41" name="Shape 39"/>
          <p:cNvSpPr/>
          <p:nvPr/>
        </p:nvSpPr>
        <p:spPr>
          <a:xfrm>
            <a:off x="548640" y="5770580"/>
            <a:ext cx="11064240" cy="658368"/>
          </a:xfrm>
          <a:prstGeom prst="roundRect">
            <a:avLst>
              <a:gd name="adj" fmla="val 6944"/>
            </a:avLst>
          </a:prstGeom>
          <a:solidFill>
            <a:srgbClr val="F4F1EA"/>
          </a:solidFill>
          <a:ln w="12700">
            <a:solidFill>
              <a:srgbClr val="B8913B"/>
            </a:solidFill>
            <a:prstDash val="solid"/>
          </a:ln>
        </p:spPr>
        <p:txBody>
          <a:bodyPr/>
          <a:lstStyle/>
          <a:p>
            <a:endParaRPr lang="en-IN"/>
          </a:p>
        </p:txBody>
      </p:sp>
      <p:sp>
        <p:nvSpPr>
          <p:cNvPr id="42" name="Text 40"/>
          <p:cNvSpPr/>
          <p:nvPr/>
        </p:nvSpPr>
        <p:spPr>
          <a:xfrm>
            <a:off x="777240" y="5825444"/>
            <a:ext cx="10607040" cy="548640"/>
          </a:xfrm>
          <a:prstGeom prst="rect">
            <a:avLst/>
          </a:prstGeom>
          <a:noFill/>
          <a:ln/>
        </p:spPr>
        <p:txBody>
          <a:bodyPr wrap="square" lIns="0" tIns="0" rIns="0" bIns="0" rtlCol="0" anchor="ctr"/>
          <a:lstStyle/>
          <a:p>
            <a:pPr marL="0" indent="0">
              <a:buNone/>
            </a:pPr>
            <a:r>
              <a:rPr lang="en-US" sz="1000" b="1">
                <a:solidFill>
                  <a:srgbClr val="8A6A25"/>
                </a:solidFill>
                <a:latin typeface="Calibri" pitchFamily="34" charset="0"/>
                <a:ea typeface="Calibri" pitchFamily="34" charset="-122"/>
                <a:cs typeface="Calibri" pitchFamily="34" charset="-120"/>
              </a:rPr>
              <a:t>Who signs it off, and how it stays true:  </a:t>
            </a:r>
            <a:r>
              <a:rPr lang="en-US" sz="1000">
                <a:solidFill>
                  <a:srgbClr val="1F2937"/>
                </a:solidFill>
                <a:latin typeface="Calibri" pitchFamily="34" charset="0"/>
                <a:ea typeface="Calibri" pitchFamily="34" charset="-122"/>
                <a:cs typeface="Calibri" pitchFamily="34" charset="-120"/>
              </a:rPr>
              <a:t>your compliance SMEs sign the guardrail ruleset at the Discovery gate (D5); compliance test cases live inside the eval suite and replay on every release; any change to these rules goes through the same gate it was born in.</a:t>
            </a:r>
            <a:endParaRPr lang="en-US" sz="1000"/>
          </a:p>
        </p:txBody>
      </p:sp>
      <p:sp>
        <p:nvSpPr>
          <p:cNvPr id="44" name="Text 1">
            <a:extLst>
              <a:ext uri="{FF2B5EF4-FFF2-40B4-BE49-F238E27FC236}">
                <a16:creationId xmlns:a16="http://schemas.microsoft.com/office/drawing/2014/main" id="{B5976153-A08C-DF8E-667D-1CB0659F1A59}"/>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21</a:t>
            </a:fld>
            <a:endParaRPr lang="en-US" sz="1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0" y="6473952"/>
            <a:ext cx="2496312" cy="274320"/>
          </a:xfrm>
          <a:prstGeom prst="rect">
            <a:avLst/>
          </a:prstGeom>
          <a:noFill/>
        </p:spPr>
        <p:txBody>
          <a:bodyPr wrap="square" lIns="0" tIns="0" rIns="0" bIns="0" anchor="t">
            <a:spAutoFit/>
          </a:bodyPr>
          <a:lstStyle/>
          <a:p>
            <a:pPr algn="r"/>
            <a:r>
              <a:rPr sz="850" b="1" i="0">
                <a:solidFill>
                  <a:srgbClr val="B8913B"/>
                </a:solidFill>
                <a:latin typeface="Georgia"/>
              </a:rPr>
              <a:t>ARTIZENT  ·  PROJECT ELEVATE</a:t>
            </a:r>
          </a:p>
        </p:txBody>
      </p:sp>
      <p:sp>
        <p:nvSpPr>
          <p:cNvPr id="3" name="TextBox 2"/>
          <p:cNvSpPr txBox="1"/>
          <p:nvPr/>
        </p:nvSpPr>
        <p:spPr>
          <a:xfrm>
            <a:off x="548640" y="201168"/>
            <a:ext cx="11064240" cy="237744"/>
          </a:xfrm>
          <a:prstGeom prst="rect">
            <a:avLst/>
          </a:prstGeom>
          <a:noFill/>
        </p:spPr>
        <p:txBody>
          <a:bodyPr wrap="square" lIns="0" tIns="0" rIns="0" bIns="0" anchor="t">
            <a:spAutoFit/>
          </a:bodyPr>
          <a:lstStyle/>
          <a:p>
            <a:pPr algn="l"/>
            <a:r>
              <a:rPr sz="1000" b="1" i="0">
                <a:solidFill>
                  <a:srgbClr val="B8913B"/>
                </a:solidFill>
                <a:latin typeface="Calibri"/>
              </a:rPr>
              <a:t>CLIENT QUESTION  ·  SECURITY OF DATA</a:t>
            </a:r>
          </a:p>
        </p:txBody>
      </p:sp>
      <p:sp>
        <p:nvSpPr>
          <p:cNvPr id="4" name="TextBox 3"/>
          <p:cNvSpPr txBox="1"/>
          <p:nvPr/>
        </p:nvSpPr>
        <p:spPr>
          <a:xfrm>
            <a:off x="548640" y="438912"/>
            <a:ext cx="11064240" cy="502920"/>
          </a:xfrm>
          <a:prstGeom prst="rect">
            <a:avLst/>
          </a:prstGeom>
          <a:noFill/>
        </p:spPr>
        <p:txBody>
          <a:bodyPr wrap="square" lIns="0" tIns="0" rIns="0" bIns="0" anchor="t">
            <a:spAutoFit/>
          </a:bodyPr>
          <a:lstStyle/>
          <a:p>
            <a:pPr algn="l"/>
            <a:r>
              <a:rPr sz="2300" b="1" i="0">
                <a:solidFill>
                  <a:srgbClr val="0A1628"/>
                </a:solidFill>
                <a:latin typeface="Georgia"/>
              </a:rPr>
              <a:t>Your data: inside your four walls, start to finish</a:t>
            </a:r>
          </a:p>
        </p:txBody>
      </p:sp>
      <p:sp>
        <p:nvSpPr>
          <p:cNvPr id="5" name="Rectangle 4"/>
          <p:cNvSpPr/>
          <p:nvPr/>
        </p:nvSpPr>
        <p:spPr>
          <a:xfrm>
            <a:off x="566928" y="960120"/>
            <a:ext cx="1371600" cy="32004"/>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24128"/>
            <a:ext cx="11064240" cy="292608"/>
          </a:xfrm>
          <a:prstGeom prst="rect">
            <a:avLst/>
          </a:prstGeom>
          <a:noFill/>
        </p:spPr>
        <p:txBody>
          <a:bodyPr wrap="square" lIns="0" tIns="0" rIns="0" bIns="0" anchor="t">
            <a:spAutoFit/>
          </a:bodyPr>
          <a:lstStyle/>
          <a:p>
            <a:pPr algn="l"/>
            <a:r>
              <a:rPr sz="1100" b="0" i="0">
                <a:solidFill>
                  <a:srgbClr val="1F6F7A"/>
                </a:solidFill>
                <a:latin typeface="Calibri"/>
              </a:rPr>
              <a:t>Everything lives in Better Companies’ Azure tenant — and if you switched us off tomorrow, everything stays with you</a:t>
            </a:r>
          </a:p>
        </p:txBody>
      </p:sp>
      <p:sp>
        <p:nvSpPr>
          <p:cNvPr id="7" name="Rounded Rectangle 6"/>
          <p:cNvSpPr/>
          <p:nvPr/>
        </p:nvSpPr>
        <p:spPr>
          <a:xfrm>
            <a:off x="548640" y="1481328"/>
            <a:ext cx="6675120" cy="4846320"/>
          </a:xfrm>
          <a:prstGeom prst="roundRect">
            <a:avLst>
              <a:gd name="adj" fmla="val 8000"/>
            </a:avLst>
          </a:prstGeom>
          <a:solidFill>
            <a:srgbClr val="F8F7F3"/>
          </a:solidFill>
          <a:ln w="12700">
            <a:solidFill>
              <a:srgbClr val="D9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554480"/>
            <a:ext cx="6309359" cy="219456"/>
          </a:xfrm>
          <a:prstGeom prst="rect">
            <a:avLst/>
          </a:prstGeom>
          <a:noFill/>
        </p:spPr>
        <p:txBody>
          <a:bodyPr wrap="square" lIns="0" tIns="0" rIns="0" bIns="0" anchor="t">
            <a:spAutoFit/>
          </a:bodyPr>
          <a:lstStyle/>
          <a:p>
            <a:pPr algn="l"/>
            <a:r>
              <a:rPr sz="950" b="1" i="0">
                <a:solidFill>
                  <a:srgbClr val="0A1628"/>
                </a:solidFill>
                <a:latin typeface="Calibri"/>
              </a:rPr>
              <a:t>WALL 1 — Your Azure tenant</a:t>
            </a:r>
          </a:p>
        </p:txBody>
      </p:sp>
      <p:sp>
        <p:nvSpPr>
          <p:cNvPr id="9" name="TextBox 8"/>
          <p:cNvSpPr txBox="1"/>
          <p:nvPr/>
        </p:nvSpPr>
        <p:spPr>
          <a:xfrm>
            <a:off x="731520" y="1755648"/>
            <a:ext cx="6309359" cy="256032"/>
          </a:xfrm>
          <a:prstGeom prst="rect">
            <a:avLst/>
          </a:prstGeom>
          <a:noFill/>
        </p:spPr>
        <p:txBody>
          <a:bodyPr wrap="square" lIns="0" tIns="0" rIns="0" bIns="0" anchor="t">
            <a:spAutoFit/>
          </a:bodyPr>
          <a:lstStyle/>
          <a:p>
            <a:pPr algn="l"/>
            <a:r>
              <a:rPr sz="819" b="0" i="0">
                <a:solidFill>
                  <a:srgbClr val="1F2937"/>
                </a:solidFill>
                <a:latin typeface="Calibri"/>
              </a:rPr>
              <a:t>Data, semantic models, AI workloads and logs all run here — no copy exists on Artizent’s side, or anyone else’s.</a:t>
            </a:r>
          </a:p>
        </p:txBody>
      </p:sp>
      <p:sp>
        <p:nvSpPr>
          <p:cNvPr id="10" name="Rounded Rectangle 9"/>
          <p:cNvSpPr/>
          <p:nvPr/>
        </p:nvSpPr>
        <p:spPr>
          <a:xfrm>
            <a:off x="548640" y="1956816"/>
            <a:ext cx="5623560" cy="3895344"/>
          </a:xfrm>
          <a:prstGeom prst="roundRect">
            <a:avLst>
              <a:gd name="adj" fmla="val 8000"/>
            </a:avLst>
          </a:prstGeom>
          <a:solidFill>
            <a:srgbClr val="F4F1EA"/>
          </a:solidFill>
          <a:ln w="12700">
            <a:solidFill>
              <a:srgbClr val="D9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2121408"/>
            <a:ext cx="5257800" cy="219456"/>
          </a:xfrm>
          <a:prstGeom prst="rect">
            <a:avLst/>
          </a:prstGeom>
          <a:noFill/>
        </p:spPr>
        <p:txBody>
          <a:bodyPr wrap="square" lIns="0" tIns="0" rIns="0" bIns="0" anchor="t">
            <a:spAutoFit/>
          </a:bodyPr>
          <a:lstStyle/>
          <a:p>
            <a:pPr algn="l"/>
            <a:r>
              <a:rPr sz="950" b="1" i="0">
                <a:solidFill>
                  <a:srgbClr val="0A1628"/>
                </a:solidFill>
                <a:latin typeface="Calibri"/>
              </a:rPr>
              <a:t>WALL 2 — Sign-in &amp; roles</a:t>
            </a:r>
          </a:p>
        </p:txBody>
      </p:sp>
      <p:sp>
        <p:nvSpPr>
          <p:cNvPr id="12" name="TextBox 11"/>
          <p:cNvSpPr txBox="1"/>
          <p:nvPr/>
        </p:nvSpPr>
        <p:spPr>
          <a:xfrm>
            <a:off x="731520" y="2322576"/>
            <a:ext cx="5257800" cy="256032"/>
          </a:xfrm>
          <a:prstGeom prst="rect">
            <a:avLst/>
          </a:prstGeom>
          <a:noFill/>
        </p:spPr>
        <p:txBody>
          <a:bodyPr wrap="square" lIns="0" tIns="0" rIns="0" bIns="0" anchor="t">
            <a:spAutoFit/>
          </a:bodyPr>
          <a:lstStyle/>
          <a:p>
            <a:pPr algn="l"/>
            <a:r>
              <a:rPr sz="819" b="0" i="0">
                <a:solidFill>
                  <a:srgbClr val="1F2937"/>
                </a:solidFill>
                <a:latin typeface="Calibri"/>
              </a:rPr>
              <a:t>Entra ID for every user; Artizent engineers work under YOUR access control — revocable by your team any time.</a:t>
            </a:r>
          </a:p>
        </p:txBody>
      </p:sp>
      <p:sp>
        <p:nvSpPr>
          <p:cNvPr id="13" name="Rounded Rectangle 12"/>
          <p:cNvSpPr/>
          <p:nvPr/>
        </p:nvSpPr>
        <p:spPr>
          <a:xfrm>
            <a:off x="548640" y="2432304"/>
            <a:ext cx="4572000" cy="2944368"/>
          </a:xfrm>
          <a:prstGeom prst="roundRect">
            <a:avLst>
              <a:gd name="adj" fmla="val 8000"/>
            </a:avLst>
          </a:prstGeom>
          <a:solidFill>
            <a:srgbClr val="F8F7F3"/>
          </a:solidFill>
          <a:ln w="12700">
            <a:solidFill>
              <a:srgbClr val="D9D2C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2688336"/>
            <a:ext cx="4206240" cy="219456"/>
          </a:xfrm>
          <a:prstGeom prst="rect">
            <a:avLst/>
          </a:prstGeom>
          <a:noFill/>
        </p:spPr>
        <p:txBody>
          <a:bodyPr wrap="square" lIns="0" tIns="0" rIns="0" bIns="0" anchor="t">
            <a:spAutoFit/>
          </a:bodyPr>
          <a:lstStyle/>
          <a:p>
            <a:pPr algn="l"/>
            <a:r>
              <a:rPr sz="950" b="1" i="0">
                <a:solidFill>
                  <a:srgbClr val="0A1628"/>
                </a:solidFill>
                <a:latin typeface="Calibri"/>
              </a:rPr>
              <a:t>WALL 3 — PII masking</a:t>
            </a:r>
          </a:p>
        </p:txBody>
      </p:sp>
      <p:sp>
        <p:nvSpPr>
          <p:cNvPr id="15" name="TextBox 14"/>
          <p:cNvSpPr txBox="1"/>
          <p:nvPr/>
        </p:nvSpPr>
        <p:spPr>
          <a:xfrm>
            <a:off x="731520" y="2889504"/>
            <a:ext cx="4206240" cy="256032"/>
          </a:xfrm>
          <a:prstGeom prst="rect">
            <a:avLst/>
          </a:prstGeom>
          <a:noFill/>
        </p:spPr>
        <p:txBody>
          <a:bodyPr wrap="square" lIns="0" tIns="0" rIns="0" bIns="0" anchor="t">
            <a:spAutoFit/>
          </a:bodyPr>
          <a:lstStyle/>
          <a:p>
            <a:pPr algn="l"/>
            <a:r>
              <a:rPr sz="819" b="0" i="0">
                <a:solidFill>
                  <a:srgbClr val="1F2937"/>
                </a:solidFill>
                <a:latin typeface="Calibri"/>
              </a:rPr>
              <a:t>SSNs, birth dates, phone numbers and balances are masked in your tenant before any AI model sees anything.</a:t>
            </a:r>
          </a:p>
        </p:txBody>
      </p:sp>
      <p:sp>
        <p:nvSpPr>
          <p:cNvPr id="16" name="Rounded Rectangle 15"/>
          <p:cNvSpPr/>
          <p:nvPr/>
        </p:nvSpPr>
        <p:spPr>
          <a:xfrm>
            <a:off x="1371600" y="3246120"/>
            <a:ext cx="2743200" cy="1188720"/>
          </a:xfrm>
          <a:prstGeom prst="roundRect">
            <a:avLst>
              <a:gd name="adj" fmla="val 8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371600" y="3246120"/>
            <a:ext cx="2743200" cy="1188720"/>
          </a:xfrm>
          <a:prstGeom prst="rect">
            <a:avLst/>
          </a:prstGeom>
          <a:noFill/>
        </p:spPr>
        <p:txBody>
          <a:bodyPr wrap="square" lIns="0" tIns="0" rIns="0" bIns="0" anchor="ctr">
            <a:spAutoFit/>
          </a:bodyPr>
          <a:lstStyle/>
          <a:p>
            <a:pPr algn="ctr"/>
            <a:r>
              <a:rPr sz="1200" b="1" i="0">
                <a:solidFill>
                  <a:srgbClr val="B8913B"/>
                </a:solidFill>
                <a:latin typeface="Calibri"/>
              </a:rPr>
              <a:t>YOUR GOLD DATA</a:t>
            </a:r>
          </a:p>
          <a:p>
            <a:pPr algn="ctr"/>
            <a:r>
              <a:rPr sz="850" b="0" i="0">
                <a:solidFill>
                  <a:srgbClr val="C9D4E0"/>
                </a:solidFill>
                <a:latin typeface="Calibri"/>
              </a:rPr>
              <a:t>queried in your tenant,
under the asking user’s role</a:t>
            </a:r>
          </a:p>
        </p:txBody>
      </p:sp>
      <p:sp>
        <p:nvSpPr>
          <p:cNvPr id="18" name="Rounded Rectangle 17"/>
          <p:cNvSpPr/>
          <p:nvPr/>
        </p:nvSpPr>
        <p:spPr>
          <a:xfrm>
            <a:off x="7452360" y="1481328"/>
            <a:ext cx="4160520" cy="3108960"/>
          </a:xfrm>
          <a:prstGeom prst="roundRect">
            <a:avLst>
              <a:gd name="adj" fmla="val 8000"/>
            </a:avLst>
          </a:prstGeom>
          <a:solidFill>
            <a:srgbClr val="F8F7F3"/>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452360" y="1591056"/>
            <a:ext cx="64008" cy="2889504"/>
          </a:xfrm>
          <a:prstGeom prst="rect">
            <a:avLst/>
          </a:prstGeom>
          <a:solidFill>
            <a:srgbClr val="1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699248" y="1609344"/>
            <a:ext cx="3703320" cy="274320"/>
          </a:xfrm>
          <a:prstGeom prst="rect">
            <a:avLst/>
          </a:prstGeom>
          <a:noFill/>
        </p:spPr>
        <p:txBody>
          <a:bodyPr wrap="square" lIns="0" tIns="0" rIns="0" bIns="0" anchor="t">
            <a:spAutoFit/>
          </a:bodyPr>
          <a:lstStyle/>
          <a:p>
            <a:pPr algn="l"/>
            <a:r>
              <a:rPr sz="1200" b="1" i="0">
                <a:solidFill>
                  <a:srgbClr val="0A1628"/>
                </a:solidFill>
                <a:latin typeface="Calibri"/>
              </a:rPr>
              <a:t>What Microsoft guarantees, in writing</a:t>
            </a:r>
          </a:p>
        </p:txBody>
      </p:sp>
      <p:sp>
        <p:nvSpPr>
          <p:cNvPr id="21" name="TextBox 20"/>
          <p:cNvSpPr txBox="1"/>
          <p:nvPr/>
        </p:nvSpPr>
        <p:spPr>
          <a:xfrm>
            <a:off x="7699248" y="1938528"/>
            <a:ext cx="3749039" cy="2560320"/>
          </a:xfrm>
          <a:prstGeom prst="rect">
            <a:avLst/>
          </a:prstGeom>
          <a:noFill/>
        </p:spPr>
        <p:txBody>
          <a:bodyPr wrap="square" lIns="0" tIns="0" rIns="0" bIns="0">
            <a:spAutoFit/>
          </a:bodyPr>
          <a:lstStyle/>
          <a:p>
            <a:pPr marL="137160" indent="-137160">
              <a:spcAft>
                <a:spcPts val="700"/>
              </a:spcAft>
              <a:buChar char="•"/>
            </a:pPr>
            <a:r>
              <a:rPr sz="930" b="1">
                <a:solidFill>
                  <a:srgbClr val="1F2937"/>
                </a:solidFill>
                <a:latin typeface="Calibri"/>
              </a:rPr>
              <a:t>Azure OpenAI: your prompts and answers are NOT used to train the models</a:t>
            </a:r>
          </a:p>
          <a:p>
            <a:pPr marL="137160" indent="-137160">
              <a:spcAft>
                <a:spcPts val="700"/>
              </a:spcAft>
              <a:buChar char="•"/>
            </a:pPr>
            <a:r>
              <a:rPr sz="930" b="0">
                <a:solidFill>
                  <a:srgbClr val="1F2937"/>
                </a:solidFill>
                <a:latin typeface="Calibri"/>
              </a:rPr>
              <a:t>Not shared with other customers, and not shared with OpenAI</a:t>
            </a:r>
          </a:p>
          <a:p>
            <a:pPr marL="137160" indent="-137160">
              <a:spcAft>
                <a:spcPts val="700"/>
              </a:spcAft>
              <a:buChar char="•"/>
            </a:pPr>
            <a:r>
              <a:rPr sz="930" b="0">
                <a:solidFill>
                  <a:srgbClr val="1F2937"/>
                </a:solidFill>
                <a:latin typeface="Calibri"/>
              </a:rPr>
              <a:t>Encrypted in transit and at rest, in your tenant’s region</a:t>
            </a:r>
          </a:p>
          <a:p>
            <a:pPr marL="137160" indent="-137160">
              <a:spcAft>
                <a:spcPts val="700"/>
              </a:spcAft>
              <a:buChar char="•"/>
            </a:pPr>
            <a:r>
              <a:rPr sz="930" b="0">
                <a:solidFill>
                  <a:srgbClr val="1F2937"/>
                </a:solidFill>
                <a:latin typeface="Calibri"/>
              </a:rPr>
              <a:t>This is why we chose Microsoft’s business AI, not consumer AI tools</a:t>
            </a:r>
          </a:p>
        </p:txBody>
      </p:sp>
      <p:sp>
        <p:nvSpPr>
          <p:cNvPr id="22" name="Rounded Rectangle 21"/>
          <p:cNvSpPr/>
          <p:nvPr/>
        </p:nvSpPr>
        <p:spPr>
          <a:xfrm>
            <a:off x="7452360" y="4736592"/>
            <a:ext cx="4160520" cy="1591056"/>
          </a:xfrm>
          <a:prstGeom prst="roundRect">
            <a:avLst>
              <a:gd name="adj" fmla="val 8000"/>
            </a:avLst>
          </a:prstGeom>
          <a:solidFill>
            <a:srgbClr val="F4F1E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452360" y="4846320"/>
            <a:ext cx="64008" cy="1371600"/>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699248" y="4864608"/>
            <a:ext cx="3703320" cy="274320"/>
          </a:xfrm>
          <a:prstGeom prst="rect">
            <a:avLst/>
          </a:prstGeom>
          <a:noFill/>
        </p:spPr>
        <p:txBody>
          <a:bodyPr wrap="square" lIns="0" tIns="0" rIns="0" bIns="0" anchor="t">
            <a:spAutoFit/>
          </a:bodyPr>
          <a:lstStyle/>
          <a:p>
            <a:pPr algn="l"/>
            <a:r>
              <a:rPr sz="1200" b="1" i="0">
                <a:solidFill>
                  <a:srgbClr val="8A6A25"/>
                </a:solidFill>
                <a:latin typeface="Calibri"/>
              </a:rPr>
              <a:t>And it’s all on the record</a:t>
            </a:r>
          </a:p>
        </p:txBody>
      </p:sp>
      <p:sp>
        <p:nvSpPr>
          <p:cNvPr id="25" name="TextBox 24"/>
          <p:cNvSpPr txBox="1"/>
          <p:nvPr/>
        </p:nvSpPr>
        <p:spPr>
          <a:xfrm>
            <a:off x="7699248" y="5157216"/>
            <a:ext cx="3749039" cy="1097280"/>
          </a:xfrm>
          <a:prstGeom prst="rect">
            <a:avLst/>
          </a:prstGeom>
          <a:noFill/>
        </p:spPr>
        <p:txBody>
          <a:bodyPr wrap="square" lIns="0" tIns="0" rIns="0" bIns="0" anchor="t">
            <a:spAutoFit/>
          </a:bodyPr>
          <a:lstStyle/>
          <a:p>
            <a:pPr algn="l"/>
            <a:r>
              <a:rPr sz="930" b="0" i="0">
                <a:solidFill>
                  <a:srgbClr val="1F2937"/>
                </a:solidFill>
                <a:latin typeface="Calibri"/>
              </a:rPr>
              <a:t>Every AI interaction — who asked, what data was touched, which model answered — is logged to a table in your tenant that your compliance team can query without asking us.</a:t>
            </a:r>
          </a:p>
        </p:txBody>
      </p:sp>
      <p:sp>
        <p:nvSpPr>
          <p:cNvPr id="26" name="TextBox 25"/>
          <p:cNvSpPr txBox="1"/>
          <p:nvPr/>
        </p:nvSpPr>
        <p:spPr>
          <a:xfrm>
            <a:off x="548640" y="6473952"/>
            <a:ext cx="731520" cy="274320"/>
          </a:xfrm>
          <a:prstGeom prst="rect">
            <a:avLst/>
          </a:prstGeom>
          <a:noFill/>
        </p:spPr>
        <p:txBody>
          <a:bodyPr wrap="none" lIns="0" tIns="0">
            <a:spAutoFit/>
          </a:bodyPr>
          <a:lstStyle/>
          <a:p>
            <a:fld id="{B7A4F5C1-0000-4000-8000-000000000001}" type="slidenum">
              <a:rPr sz="900">
                <a:solidFill>
                  <a:srgbClr val="B9C0CB"/>
                </a:solidFill>
                <a:latin typeface="Calibri"/>
              </a:rPr>
              <a:t>22</a:t>
            </a:fld>
            <a:endParaRPr sz="900">
              <a:solidFill>
                <a:srgbClr val="B9C0CB"/>
              </a:solidFill>
              <a:latin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0" y="6473952"/>
            <a:ext cx="2496312" cy="274320"/>
          </a:xfrm>
          <a:prstGeom prst="rect">
            <a:avLst/>
          </a:prstGeom>
          <a:noFill/>
        </p:spPr>
        <p:txBody>
          <a:bodyPr wrap="square" lIns="0" tIns="0" rIns="0" bIns="0" anchor="t">
            <a:spAutoFit/>
          </a:bodyPr>
          <a:lstStyle/>
          <a:p>
            <a:pPr algn="r"/>
            <a:r>
              <a:rPr sz="850" b="1" i="0">
                <a:solidFill>
                  <a:srgbClr val="B8913B"/>
                </a:solidFill>
                <a:latin typeface="Georgia"/>
              </a:rPr>
              <a:t>ARTIZENT  ·  PROJECT ELEVATE</a:t>
            </a:r>
          </a:p>
        </p:txBody>
      </p:sp>
      <p:sp>
        <p:nvSpPr>
          <p:cNvPr id="3" name="TextBox 2"/>
          <p:cNvSpPr txBox="1"/>
          <p:nvPr/>
        </p:nvSpPr>
        <p:spPr>
          <a:xfrm>
            <a:off x="548640" y="201168"/>
            <a:ext cx="11064240" cy="237744"/>
          </a:xfrm>
          <a:prstGeom prst="rect">
            <a:avLst/>
          </a:prstGeom>
          <a:noFill/>
        </p:spPr>
        <p:txBody>
          <a:bodyPr wrap="square" lIns="0" tIns="0" rIns="0" bIns="0" anchor="t">
            <a:spAutoFit/>
          </a:bodyPr>
          <a:lstStyle/>
          <a:p>
            <a:pPr algn="l"/>
            <a:r>
              <a:rPr sz="1000" b="1" i="0">
                <a:solidFill>
                  <a:srgbClr val="B8913B"/>
                </a:solidFill>
                <a:latin typeface="Calibri"/>
              </a:rPr>
              <a:t>CLIENT QUESTION  ·  SELF-HEALING</a:t>
            </a:r>
          </a:p>
        </p:txBody>
      </p:sp>
      <p:sp>
        <p:nvSpPr>
          <p:cNvPr id="4" name="TextBox 3"/>
          <p:cNvSpPr txBox="1"/>
          <p:nvPr/>
        </p:nvSpPr>
        <p:spPr>
          <a:xfrm>
            <a:off x="548640" y="438912"/>
            <a:ext cx="11064240" cy="502920"/>
          </a:xfrm>
          <a:prstGeom prst="rect">
            <a:avLst/>
          </a:prstGeom>
          <a:noFill/>
        </p:spPr>
        <p:txBody>
          <a:bodyPr wrap="square" lIns="0" tIns="0" rIns="0" bIns="0" anchor="t">
            <a:spAutoFit/>
          </a:bodyPr>
          <a:lstStyle/>
          <a:p>
            <a:pPr algn="l"/>
            <a:r>
              <a:rPr sz="2300" b="1" i="0">
                <a:solidFill>
                  <a:srgbClr val="0A1628"/>
                </a:solidFill>
                <a:latin typeface="Georgia"/>
              </a:rPr>
              <a:t>When something breaks, it fixes itself first</a:t>
            </a:r>
          </a:p>
        </p:txBody>
      </p:sp>
      <p:sp>
        <p:nvSpPr>
          <p:cNvPr id="5" name="Rectangle 4"/>
          <p:cNvSpPr/>
          <p:nvPr/>
        </p:nvSpPr>
        <p:spPr>
          <a:xfrm>
            <a:off x="566928" y="960120"/>
            <a:ext cx="1371600" cy="32004"/>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24128"/>
            <a:ext cx="11064240" cy="292608"/>
          </a:xfrm>
          <a:prstGeom prst="rect">
            <a:avLst/>
          </a:prstGeom>
          <a:noFill/>
        </p:spPr>
        <p:txBody>
          <a:bodyPr wrap="square" lIns="0" tIns="0" rIns="0" bIns="0" anchor="t">
            <a:spAutoFit/>
          </a:bodyPr>
          <a:lstStyle/>
          <a:p>
            <a:pPr algn="l"/>
            <a:r>
              <a:rPr sz="1100" b="0" i="0">
                <a:solidFill>
                  <a:srgbClr val="1F6F7A"/>
                </a:solidFill>
                <a:latin typeface="Calibri"/>
              </a:rPr>
              <a:t>For each failure: how it’s caught, what happens automatically, and when a person gets called</a:t>
            </a:r>
          </a:p>
        </p:txBody>
      </p:sp>
      <p:sp>
        <p:nvSpPr>
          <p:cNvPr id="7" name="Rounded Rectangle 6"/>
          <p:cNvSpPr/>
          <p:nvPr/>
        </p:nvSpPr>
        <p:spPr>
          <a:xfrm>
            <a:off x="548640" y="1463040"/>
            <a:ext cx="11064240" cy="310896"/>
          </a:xfrm>
          <a:prstGeom prst="roundRect">
            <a:avLst>
              <a:gd name="adj" fmla="val 8000"/>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 y="1463040"/>
            <a:ext cx="2468880" cy="310896"/>
          </a:xfrm>
          <a:prstGeom prst="rect">
            <a:avLst/>
          </a:prstGeom>
          <a:noFill/>
        </p:spPr>
        <p:txBody>
          <a:bodyPr wrap="square" lIns="0" tIns="0" rIns="0" bIns="0" anchor="ctr">
            <a:spAutoFit/>
          </a:bodyPr>
          <a:lstStyle/>
          <a:p>
            <a:pPr algn="l"/>
            <a:r>
              <a:rPr sz="850" b="1" i="0">
                <a:solidFill>
                  <a:srgbClr val="FFFFFF"/>
                </a:solidFill>
                <a:latin typeface="Calibri"/>
              </a:rPr>
              <a:t>WHAT FAILS</a:t>
            </a:r>
          </a:p>
        </p:txBody>
      </p:sp>
      <p:sp>
        <p:nvSpPr>
          <p:cNvPr id="9" name="TextBox 8"/>
          <p:cNvSpPr txBox="1"/>
          <p:nvPr/>
        </p:nvSpPr>
        <p:spPr>
          <a:xfrm>
            <a:off x="3246120" y="1463040"/>
            <a:ext cx="2011680" cy="310896"/>
          </a:xfrm>
          <a:prstGeom prst="rect">
            <a:avLst/>
          </a:prstGeom>
          <a:noFill/>
        </p:spPr>
        <p:txBody>
          <a:bodyPr wrap="square" lIns="0" tIns="0" rIns="0" bIns="0" anchor="ctr">
            <a:spAutoFit/>
          </a:bodyPr>
          <a:lstStyle/>
          <a:p>
            <a:pPr algn="l"/>
            <a:r>
              <a:rPr sz="850" b="1" i="0">
                <a:solidFill>
                  <a:srgbClr val="FFFFFF"/>
                </a:solidFill>
                <a:latin typeface="Calibri"/>
              </a:rPr>
              <a:t>HOW IT’S CAUGHT</a:t>
            </a:r>
          </a:p>
        </p:txBody>
      </p:sp>
      <p:sp>
        <p:nvSpPr>
          <p:cNvPr id="10" name="TextBox 9"/>
          <p:cNvSpPr txBox="1"/>
          <p:nvPr/>
        </p:nvSpPr>
        <p:spPr>
          <a:xfrm>
            <a:off x="5349240" y="1463040"/>
            <a:ext cx="3840480" cy="310896"/>
          </a:xfrm>
          <a:prstGeom prst="rect">
            <a:avLst/>
          </a:prstGeom>
          <a:noFill/>
        </p:spPr>
        <p:txBody>
          <a:bodyPr wrap="square" lIns="0" tIns="0" rIns="0" bIns="0" anchor="ctr">
            <a:spAutoFit/>
          </a:bodyPr>
          <a:lstStyle/>
          <a:p>
            <a:pPr algn="l"/>
            <a:r>
              <a:rPr sz="850" b="1" i="0">
                <a:solidFill>
                  <a:srgbClr val="FFFFFF"/>
                </a:solidFill>
                <a:latin typeface="Calibri"/>
              </a:rPr>
              <a:t>WHAT HEALS AUTOMATICALLY</a:t>
            </a:r>
          </a:p>
        </p:txBody>
      </p:sp>
      <p:sp>
        <p:nvSpPr>
          <p:cNvPr id="11" name="TextBox 10"/>
          <p:cNvSpPr txBox="1"/>
          <p:nvPr/>
        </p:nvSpPr>
        <p:spPr>
          <a:xfrm>
            <a:off x="9281160" y="1463040"/>
            <a:ext cx="2286000" cy="310896"/>
          </a:xfrm>
          <a:prstGeom prst="rect">
            <a:avLst/>
          </a:prstGeom>
          <a:noFill/>
        </p:spPr>
        <p:txBody>
          <a:bodyPr wrap="square" lIns="0" tIns="0" rIns="0" bIns="0" anchor="ctr">
            <a:spAutoFit/>
          </a:bodyPr>
          <a:lstStyle/>
          <a:p>
            <a:pPr algn="l"/>
            <a:r>
              <a:rPr sz="850" b="1" i="0">
                <a:solidFill>
                  <a:srgbClr val="FFFFFF"/>
                </a:solidFill>
                <a:latin typeface="Calibri"/>
              </a:rPr>
              <a:t>WHEN A PERSON IS CALLED</a:t>
            </a:r>
          </a:p>
        </p:txBody>
      </p:sp>
      <p:sp>
        <p:nvSpPr>
          <p:cNvPr id="12" name="Rectangle 11"/>
          <p:cNvSpPr/>
          <p:nvPr/>
        </p:nvSpPr>
        <p:spPr>
          <a:xfrm>
            <a:off x="548640" y="1810512"/>
            <a:ext cx="11064240" cy="768096"/>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5800" y="1810512"/>
            <a:ext cx="2468880" cy="768096"/>
          </a:xfrm>
          <a:prstGeom prst="rect">
            <a:avLst/>
          </a:prstGeom>
          <a:noFill/>
        </p:spPr>
        <p:txBody>
          <a:bodyPr wrap="square" lIns="0" tIns="0" rIns="0" bIns="0" anchor="ctr">
            <a:spAutoFit/>
          </a:bodyPr>
          <a:lstStyle/>
          <a:p>
            <a:pPr algn="l"/>
            <a:r>
              <a:rPr sz="930" b="1" i="0">
                <a:solidFill>
                  <a:srgbClr val="0A1628"/>
                </a:solidFill>
                <a:latin typeface="Calibri"/>
              </a:rPr>
              <a:t>An AI model is slow or down</a:t>
            </a:r>
          </a:p>
        </p:txBody>
      </p:sp>
      <p:sp>
        <p:nvSpPr>
          <p:cNvPr id="14" name="TextBox 13"/>
          <p:cNvSpPr txBox="1"/>
          <p:nvPr/>
        </p:nvSpPr>
        <p:spPr>
          <a:xfrm>
            <a:off x="3246120" y="1810512"/>
            <a:ext cx="2011680" cy="768096"/>
          </a:xfrm>
          <a:prstGeom prst="rect">
            <a:avLst/>
          </a:prstGeom>
          <a:noFill/>
        </p:spPr>
        <p:txBody>
          <a:bodyPr wrap="square" lIns="0" tIns="0" rIns="0" bIns="0" anchor="ctr">
            <a:spAutoFit/>
          </a:bodyPr>
          <a:lstStyle/>
          <a:p>
            <a:pPr algn="l"/>
            <a:r>
              <a:rPr sz="880" b="0" i="0">
                <a:solidFill>
                  <a:srgbClr val="1F6F7A"/>
                </a:solidFill>
                <a:latin typeface="Calibri"/>
              </a:rPr>
              <a:t>Health probe on every call</a:t>
            </a:r>
          </a:p>
        </p:txBody>
      </p:sp>
      <p:sp>
        <p:nvSpPr>
          <p:cNvPr id="15" name="TextBox 14"/>
          <p:cNvSpPr txBox="1"/>
          <p:nvPr/>
        </p:nvSpPr>
        <p:spPr>
          <a:xfrm>
            <a:off x="5349240" y="1810512"/>
            <a:ext cx="3840480" cy="768096"/>
          </a:xfrm>
          <a:prstGeom prst="rect">
            <a:avLst/>
          </a:prstGeom>
          <a:noFill/>
        </p:spPr>
        <p:txBody>
          <a:bodyPr wrap="square" lIns="0" tIns="0" rIns="0" bIns="0" anchor="ctr">
            <a:spAutoFit/>
          </a:bodyPr>
          <a:lstStyle/>
          <a:p>
            <a:pPr algn="l"/>
            <a:r>
              <a:rPr sz="880" b="0" i="0">
                <a:solidFill>
                  <a:srgbClr val="1F2937"/>
                </a:solidFill>
                <a:latin typeface="Calibri"/>
              </a:rPr>
              <a:t>The router re-sends the question to the next model on the list — the user still gets an answer, a touch slower</a:t>
            </a:r>
          </a:p>
        </p:txBody>
      </p:sp>
      <p:sp>
        <p:nvSpPr>
          <p:cNvPr id="16" name="TextBox 15"/>
          <p:cNvSpPr txBox="1"/>
          <p:nvPr/>
        </p:nvSpPr>
        <p:spPr>
          <a:xfrm>
            <a:off x="9281160" y="1810512"/>
            <a:ext cx="2240280" cy="768096"/>
          </a:xfrm>
          <a:prstGeom prst="rect">
            <a:avLst/>
          </a:prstGeom>
          <a:noFill/>
        </p:spPr>
        <p:txBody>
          <a:bodyPr wrap="square" lIns="0" tIns="0" rIns="0" bIns="0" anchor="ctr">
            <a:spAutoFit/>
          </a:bodyPr>
          <a:lstStyle/>
          <a:p>
            <a:pPr algn="l"/>
            <a:r>
              <a:rPr sz="880" b="0" i="0">
                <a:solidFill>
                  <a:srgbClr val="8A6A25"/>
                </a:solidFill>
                <a:latin typeface="Calibri"/>
              </a:rPr>
              <a:t>If all models fail for 5 minutes → on-call paged</a:t>
            </a:r>
          </a:p>
        </p:txBody>
      </p:sp>
      <p:sp>
        <p:nvSpPr>
          <p:cNvPr id="17" name="Rectangle 16"/>
          <p:cNvSpPr/>
          <p:nvPr/>
        </p:nvSpPr>
        <p:spPr>
          <a:xfrm>
            <a:off x="548640" y="2651760"/>
            <a:ext cx="11064240" cy="768096"/>
          </a:xfrm>
          <a:prstGeom prst="rect">
            <a:avLst/>
          </a:prstGeom>
          <a:solidFill>
            <a:srgbClr val="F8F7F3"/>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85800" y="2651760"/>
            <a:ext cx="2468880" cy="768096"/>
          </a:xfrm>
          <a:prstGeom prst="rect">
            <a:avLst/>
          </a:prstGeom>
          <a:noFill/>
        </p:spPr>
        <p:txBody>
          <a:bodyPr wrap="square" lIns="0" tIns="0" rIns="0" bIns="0" anchor="ctr">
            <a:spAutoFit/>
          </a:bodyPr>
          <a:lstStyle/>
          <a:p>
            <a:pPr algn="l"/>
            <a:r>
              <a:rPr sz="930" b="1" i="0">
                <a:solidFill>
                  <a:srgbClr val="0A1628"/>
                </a:solidFill>
                <a:latin typeface="Calibri"/>
              </a:rPr>
              <a:t>The nightly forecast job fails</a:t>
            </a:r>
          </a:p>
        </p:txBody>
      </p:sp>
      <p:sp>
        <p:nvSpPr>
          <p:cNvPr id="19" name="TextBox 18"/>
          <p:cNvSpPr txBox="1"/>
          <p:nvPr/>
        </p:nvSpPr>
        <p:spPr>
          <a:xfrm>
            <a:off x="3246120" y="2651760"/>
            <a:ext cx="2011680" cy="768096"/>
          </a:xfrm>
          <a:prstGeom prst="rect">
            <a:avLst/>
          </a:prstGeom>
          <a:noFill/>
        </p:spPr>
        <p:txBody>
          <a:bodyPr wrap="square" lIns="0" tIns="0" rIns="0" bIns="0" anchor="ctr">
            <a:spAutoFit/>
          </a:bodyPr>
          <a:lstStyle/>
          <a:p>
            <a:pPr algn="l"/>
            <a:r>
              <a:rPr sz="880" b="0" i="0">
                <a:solidFill>
                  <a:srgbClr val="1F6F7A"/>
                </a:solidFill>
                <a:latin typeface="Calibri"/>
              </a:rPr>
              <a:t>Pipeline monitor</a:t>
            </a:r>
          </a:p>
        </p:txBody>
      </p:sp>
      <p:sp>
        <p:nvSpPr>
          <p:cNvPr id="20" name="TextBox 19"/>
          <p:cNvSpPr txBox="1"/>
          <p:nvPr/>
        </p:nvSpPr>
        <p:spPr>
          <a:xfrm>
            <a:off x="5349240" y="2651760"/>
            <a:ext cx="3840480" cy="768096"/>
          </a:xfrm>
          <a:prstGeom prst="rect">
            <a:avLst/>
          </a:prstGeom>
          <a:noFill/>
        </p:spPr>
        <p:txBody>
          <a:bodyPr wrap="square" lIns="0" tIns="0" rIns="0" bIns="0" anchor="ctr">
            <a:spAutoFit/>
          </a:bodyPr>
          <a:lstStyle/>
          <a:p>
            <a:pPr algn="l"/>
            <a:r>
              <a:rPr sz="880" b="0" i="0">
                <a:solidFill>
                  <a:srgbClr val="1F2937"/>
                </a:solidFill>
                <a:latin typeface="Calibri"/>
              </a:rPr>
              <a:t>Automatic retry with back-off; yesterday’s scores keep serving, clearly dated as yesterday’s</a:t>
            </a:r>
          </a:p>
        </p:txBody>
      </p:sp>
      <p:sp>
        <p:nvSpPr>
          <p:cNvPr id="21" name="TextBox 20"/>
          <p:cNvSpPr txBox="1"/>
          <p:nvPr/>
        </p:nvSpPr>
        <p:spPr>
          <a:xfrm>
            <a:off x="9281160" y="2651760"/>
            <a:ext cx="2240280" cy="768096"/>
          </a:xfrm>
          <a:prstGeom prst="rect">
            <a:avLst/>
          </a:prstGeom>
          <a:noFill/>
        </p:spPr>
        <p:txBody>
          <a:bodyPr wrap="square" lIns="0" tIns="0" rIns="0" bIns="0" anchor="ctr">
            <a:spAutoFit/>
          </a:bodyPr>
          <a:lstStyle/>
          <a:p>
            <a:pPr algn="l"/>
            <a:r>
              <a:rPr sz="880" b="0" i="0">
                <a:solidFill>
                  <a:srgbClr val="8A6A25"/>
                </a:solidFill>
                <a:latin typeface="Calibri"/>
              </a:rPr>
              <a:t>Second failure → data engineer alerted before business hours</a:t>
            </a:r>
          </a:p>
        </p:txBody>
      </p:sp>
      <p:sp>
        <p:nvSpPr>
          <p:cNvPr id="22" name="Rectangle 21"/>
          <p:cNvSpPr/>
          <p:nvPr/>
        </p:nvSpPr>
        <p:spPr>
          <a:xfrm>
            <a:off x="548640" y="3493008"/>
            <a:ext cx="11064240" cy="768096"/>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5800" y="3493008"/>
            <a:ext cx="2468880" cy="768096"/>
          </a:xfrm>
          <a:prstGeom prst="rect">
            <a:avLst/>
          </a:prstGeom>
          <a:noFill/>
        </p:spPr>
        <p:txBody>
          <a:bodyPr wrap="square" lIns="0" tIns="0" rIns="0" bIns="0" anchor="ctr">
            <a:spAutoFit/>
          </a:bodyPr>
          <a:lstStyle/>
          <a:p>
            <a:pPr algn="l"/>
            <a:r>
              <a:rPr sz="930" b="1" i="0">
                <a:solidFill>
                  <a:srgbClr val="0A1628"/>
                </a:solidFill>
                <a:latin typeface="Calibri"/>
              </a:rPr>
              <a:t>Answer quality drops after a change</a:t>
            </a:r>
          </a:p>
        </p:txBody>
      </p:sp>
      <p:sp>
        <p:nvSpPr>
          <p:cNvPr id="24" name="TextBox 23"/>
          <p:cNvSpPr txBox="1"/>
          <p:nvPr/>
        </p:nvSpPr>
        <p:spPr>
          <a:xfrm>
            <a:off x="3246120" y="3493008"/>
            <a:ext cx="2011680" cy="768096"/>
          </a:xfrm>
          <a:prstGeom prst="rect">
            <a:avLst/>
          </a:prstGeom>
          <a:noFill/>
        </p:spPr>
        <p:txBody>
          <a:bodyPr wrap="square" lIns="0" tIns="0" rIns="0" bIns="0" anchor="ctr">
            <a:spAutoFit/>
          </a:bodyPr>
          <a:lstStyle/>
          <a:p>
            <a:pPr algn="l"/>
            <a:r>
              <a:rPr sz="880" b="0" i="0">
                <a:solidFill>
                  <a:srgbClr val="1F6F7A"/>
                </a:solidFill>
                <a:latin typeface="Calibri"/>
              </a:rPr>
              <a:t>Question-bank replay on every release</a:t>
            </a:r>
          </a:p>
        </p:txBody>
      </p:sp>
      <p:sp>
        <p:nvSpPr>
          <p:cNvPr id="25" name="TextBox 24"/>
          <p:cNvSpPr txBox="1"/>
          <p:nvPr/>
        </p:nvSpPr>
        <p:spPr>
          <a:xfrm>
            <a:off x="5349240" y="3493008"/>
            <a:ext cx="3840480" cy="768096"/>
          </a:xfrm>
          <a:prstGeom prst="rect">
            <a:avLst/>
          </a:prstGeom>
          <a:noFill/>
        </p:spPr>
        <p:txBody>
          <a:bodyPr wrap="square" lIns="0" tIns="0" rIns="0" bIns="0" anchor="ctr">
            <a:spAutoFit/>
          </a:bodyPr>
          <a:lstStyle/>
          <a:p>
            <a:pPr algn="l"/>
            <a:r>
              <a:rPr sz="880" b="0" i="0">
                <a:solidFill>
                  <a:srgbClr val="1F2937"/>
                </a:solidFill>
                <a:latin typeface="Calibri"/>
              </a:rPr>
              <a:t>The release is blocked and the previous version keeps running — rollback is automatic, not a decision</a:t>
            </a:r>
          </a:p>
        </p:txBody>
      </p:sp>
      <p:sp>
        <p:nvSpPr>
          <p:cNvPr id="26" name="TextBox 25"/>
          <p:cNvSpPr txBox="1"/>
          <p:nvPr/>
        </p:nvSpPr>
        <p:spPr>
          <a:xfrm>
            <a:off x="9281160" y="3493008"/>
            <a:ext cx="2240280" cy="768096"/>
          </a:xfrm>
          <a:prstGeom prst="rect">
            <a:avLst/>
          </a:prstGeom>
          <a:noFill/>
        </p:spPr>
        <p:txBody>
          <a:bodyPr wrap="square" lIns="0" tIns="0" rIns="0" bIns="0" anchor="ctr">
            <a:spAutoFit/>
          </a:bodyPr>
          <a:lstStyle/>
          <a:p>
            <a:pPr algn="l"/>
            <a:r>
              <a:rPr sz="880" b="0" i="0">
                <a:solidFill>
                  <a:srgbClr val="8A6A25"/>
                </a:solidFill>
                <a:latin typeface="Calibri"/>
              </a:rPr>
              <a:t>Engineer reviews the failing answers same day</a:t>
            </a:r>
          </a:p>
        </p:txBody>
      </p:sp>
      <p:sp>
        <p:nvSpPr>
          <p:cNvPr id="27" name="Rectangle 26"/>
          <p:cNvSpPr/>
          <p:nvPr/>
        </p:nvSpPr>
        <p:spPr>
          <a:xfrm>
            <a:off x="548640" y="4334256"/>
            <a:ext cx="11064240" cy="768096"/>
          </a:xfrm>
          <a:prstGeom prst="rect">
            <a:avLst/>
          </a:prstGeom>
          <a:solidFill>
            <a:srgbClr val="F8F7F3"/>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85800" y="4334256"/>
            <a:ext cx="2468880" cy="768096"/>
          </a:xfrm>
          <a:prstGeom prst="rect">
            <a:avLst/>
          </a:prstGeom>
          <a:noFill/>
        </p:spPr>
        <p:txBody>
          <a:bodyPr wrap="square" lIns="0" tIns="0" rIns="0" bIns="0" anchor="ctr">
            <a:spAutoFit/>
          </a:bodyPr>
          <a:lstStyle/>
          <a:p>
            <a:pPr algn="l"/>
            <a:r>
              <a:rPr sz="930" b="1" i="0">
                <a:solidFill>
                  <a:srgbClr val="0A1628"/>
                </a:solidFill>
                <a:latin typeface="Calibri"/>
              </a:rPr>
              <a:t>Forecast accuracy drifts over time</a:t>
            </a:r>
          </a:p>
        </p:txBody>
      </p:sp>
      <p:sp>
        <p:nvSpPr>
          <p:cNvPr id="29" name="TextBox 28"/>
          <p:cNvSpPr txBox="1"/>
          <p:nvPr/>
        </p:nvSpPr>
        <p:spPr>
          <a:xfrm>
            <a:off x="3246120" y="4334256"/>
            <a:ext cx="2011680" cy="768096"/>
          </a:xfrm>
          <a:prstGeom prst="rect">
            <a:avLst/>
          </a:prstGeom>
          <a:noFill/>
        </p:spPr>
        <p:txBody>
          <a:bodyPr wrap="square" lIns="0" tIns="0" rIns="0" bIns="0" anchor="ctr">
            <a:spAutoFit/>
          </a:bodyPr>
          <a:lstStyle/>
          <a:p>
            <a:pPr algn="l"/>
            <a:r>
              <a:rPr sz="880" b="0" i="0">
                <a:solidFill>
                  <a:srgbClr val="1F6F7A"/>
                </a:solidFill>
                <a:latin typeface="Calibri"/>
              </a:rPr>
              <a:t>Monthly drift monitor in the admin console</a:t>
            </a:r>
          </a:p>
        </p:txBody>
      </p:sp>
      <p:sp>
        <p:nvSpPr>
          <p:cNvPr id="30" name="TextBox 29"/>
          <p:cNvSpPr txBox="1"/>
          <p:nvPr/>
        </p:nvSpPr>
        <p:spPr>
          <a:xfrm>
            <a:off x="5349240" y="4334256"/>
            <a:ext cx="3840480" cy="768096"/>
          </a:xfrm>
          <a:prstGeom prst="rect">
            <a:avLst/>
          </a:prstGeom>
          <a:noFill/>
        </p:spPr>
        <p:txBody>
          <a:bodyPr wrap="square" lIns="0" tIns="0" rIns="0" bIns="0" anchor="ctr">
            <a:spAutoFit/>
          </a:bodyPr>
          <a:lstStyle/>
          <a:p>
            <a:pPr algn="l"/>
            <a:r>
              <a:rPr sz="880" b="0" i="0">
                <a:solidFill>
                  <a:srgbClr val="1F2937"/>
                </a:solidFill>
                <a:latin typeface="Calibri"/>
              </a:rPr>
              <a:t>Retraining triggers on schedule; the new version is promoted only if it beats the old one on held-back data</a:t>
            </a:r>
          </a:p>
        </p:txBody>
      </p:sp>
      <p:sp>
        <p:nvSpPr>
          <p:cNvPr id="31" name="TextBox 30"/>
          <p:cNvSpPr txBox="1"/>
          <p:nvPr/>
        </p:nvSpPr>
        <p:spPr>
          <a:xfrm>
            <a:off x="9281160" y="4334256"/>
            <a:ext cx="2240280" cy="768096"/>
          </a:xfrm>
          <a:prstGeom prst="rect">
            <a:avLst/>
          </a:prstGeom>
          <a:noFill/>
        </p:spPr>
        <p:txBody>
          <a:bodyPr wrap="square" lIns="0" tIns="0" rIns="0" bIns="0" anchor="ctr">
            <a:spAutoFit/>
          </a:bodyPr>
          <a:lstStyle/>
          <a:p>
            <a:pPr algn="l"/>
            <a:r>
              <a:rPr sz="880" b="0" i="0">
                <a:solidFill>
                  <a:srgbClr val="8A6A25"/>
                </a:solidFill>
                <a:latin typeface="Calibri"/>
              </a:rPr>
              <a:t>A person approves every promotion (training control #4)</a:t>
            </a:r>
          </a:p>
        </p:txBody>
      </p:sp>
      <p:sp>
        <p:nvSpPr>
          <p:cNvPr id="32" name="Rectangle 31"/>
          <p:cNvSpPr/>
          <p:nvPr/>
        </p:nvSpPr>
        <p:spPr>
          <a:xfrm>
            <a:off x="548640" y="5175504"/>
            <a:ext cx="11064240" cy="768096"/>
          </a:xfrm>
          <a:prstGeom prst="rect">
            <a:avLst/>
          </a:prstGeom>
          <a:solidFill>
            <a:srgbClr val="FFFFFF"/>
          </a:solidFill>
          <a:ln w="635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85800" y="5175504"/>
            <a:ext cx="2468880" cy="768096"/>
          </a:xfrm>
          <a:prstGeom prst="rect">
            <a:avLst/>
          </a:prstGeom>
          <a:noFill/>
        </p:spPr>
        <p:txBody>
          <a:bodyPr wrap="square" lIns="0" tIns="0" rIns="0" bIns="0" anchor="ctr">
            <a:spAutoFit/>
          </a:bodyPr>
          <a:lstStyle/>
          <a:p>
            <a:pPr algn="l"/>
            <a:r>
              <a:rPr sz="930" b="1" i="0">
                <a:solidFill>
                  <a:srgbClr val="0A1628"/>
                </a:solidFill>
                <a:latin typeface="Calibri"/>
              </a:rPr>
              <a:t>A spike in blocked or PII-flagged queries</a:t>
            </a:r>
          </a:p>
        </p:txBody>
      </p:sp>
      <p:sp>
        <p:nvSpPr>
          <p:cNvPr id="34" name="TextBox 33"/>
          <p:cNvSpPr txBox="1"/>
          <p:nvPr/>
        </p:nvSpPr>
        <p:spPr>
          <a:xfrm>
            <a:off x="3246120" y="5175504"/>
            <a:ext cx="2011680" cy="768096"/>
          </a:xfrm>
          <a:prstGeom prst="rect">
            <a:avLst/>
          </a:prstGeom>
          <a:noFill/>
        </p:spPr>
        <p:txBody>
          <a:bodyPr wrap="square" lIns="0" tIns="0" rIns="0" bIns="0" anchor="ctr">
            <a:spAutoFit/>
          </a:bodyPr>
          <a:lstStyle/>
          <a:p>
            <a:pPr algn="l"/>
            <a:r>
              <a:rPr sz="880" b="0" i="0">
                <a:solidFill>
                  <a:srgbClr val="1F6F7A"/>
                </a:solidFill>
                <a:latin typeface="Calibri"/>
              </a:rPr>
              <a:t>Guardrail counters with alert thresholds</a:t>
            </a:r>
          </a:p>
        </p:txBody>
      </p:sp>
      <p:sp>
        <p:nvSpPr>
          <p:cNvPr id="35" name="TextBox 34"/>
          <p:cNvSpPr txBox="1"/>
          <p:nvPr/>
        </p:nvSpPr>
        <p:spPr>
          <a:xfrm>
            <a:off x="5349240" y="5175504"/>
            <a:ext cx="3840480" cy="768096"/>
          </a:xfrm>
          <a:prstGeom prst="rect">
            <a:avLst/>
          </a:prstGeom>
          <a:noFill/>
        </p:spPr>
        <p:txBody>
          <a:bodyPr wrap="square" lIns="0" tIns="0" rIns="0" bIns="0" anchor="ctr">
            <a:spAutoFit/>
          </a:bodyPr>
          <a:lstStyle/>
          <a:p>
            <a:pPr algn="l"/>
            <a:r>
              <a:rPr sz="880" b="0" i="0">
                <a:solidFill>
                  <a:srgbClr val="1F2937"/>
                </a:solidFill>
                <a:latin typeface="Calibri"/>
              </a:rPr>
              <a:t>Nothing degrades — the guardrails simply keep holding; the pattern is flagged for review</a:t>
            </a:r>
          </a:p>
        </p:txBody>
      </p:sp>
      <p:sp>
        <p:nvSpPr>
          <p:cNvPr id="36" name="TextBox 35"/>
          <p:cNvSpPr txBox="1"/>
          <p:nvPr/>
        </p:nvSpPr>
        <p:spPr>
          <a:xfrm>
            <a:off x="9281160" y="5175504"/>
            <a:ext cx="2240280" cy="768096"/>
          </a:xfrm>
          <a:prstGeom prst="rect">
            <a:avLst/>
          </a:prstGeom>
          <a:noFill/>
        </p:spPr>
        <p:txBody>
          <a:bodyPr wrap="square" lIns="0" tIns="0" rIns="0" bIns="0" anchor="ctr">
            <a:spAutoFit/>
          </a:bodyPr>
          <a:lstStyle/>
          <a:p>
            <a:pPr algn="l"/>
            <a:r>
              <a:rPr sz="880" b="0" i="0">
                <a:solidFill>
                  <a:srgbClr val="8A6A25"/>
                </a:solidFill>
                <a:latin typeface="Calibri"/>
              </a:rPr>
              <a:t>Compliance notified the same day, with the log entries</a:t>
            </a:r>
          </a:p>
        </p:txBody>
      </p:sp>
      <p:sp>
        <p:nvSpPr>
          <p:cNvPr id="37" name="Rounded Rectangle 36"/>
          <p:cNvSpPr/>
          <p:nvPr/>
        </p:nvSpPr>
        <p:spPr>
          <a:xfrm>
            <a:off x="548640" y="6108192"/>
            <a:ext cx="11064240" cy="502920"/>
          </a:xfrm>
          <a:prstGeom prst="roundRect">
            <a:avLst>
              <a:gd name="adj" fmla="val 8000"/>
            </a:avLst>
          </a:prstGeom>
          <a:solidFill>
            <a:srgbClr val="1322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77240" y="6108192"/>
            <a:ext cx="10607040" cy="502920"/>
          </a:xfrm>
          <a:prstGeom prst="rect">
            <a:avLst/>
          </a:prstGeom>
          <a:noFill/>
        </p:spPr>
        <p:txBody>
          <a:bodyPr wrap="square" lIns="0" tIns="0" rIns="0" bIns="0" anchor="ctr">
            <a:spAutoFit/>
          </a:bodyPr>
          <a:lstStyle/>
          <a:p>
            <a:pPr algn="l"/>
            <a:r>
              <a:rPr sz="950" b="0" i="0">
                <a:solidFill>
                  <a:srgbClr val="D8DEE7"/>
                </a:solidFill>
                <a:latin typeface="Calibri"/>
              </a:rPr>
              <a:t>Design rule: degrade politely, never silently. The user always gets an answer or an honest “try again shortly” — and every self-heal writes a log entry, so nothing fixes itself invisibly.</a:t>
            </a:r>
          </a:p>
        </p:txBody>
      </p:sp>
      <p:sp>
        <p:nvSpPr>
          <p:cNvPr id="39" name="TextBox 38"/>
          <p:cNvSpPr txBox="1"/>
          <p:nvPr/>
        </p:nvSpPr>
        <p:spPr>
          <a:xfrm>
            <a:off x="548640" y="6473952"/>
            <a:ext cx="731520" cy="274320"/>
          </a:xfrm>
          <a:prstGeom prst="rect">
            <a:avLst/>
          </a:prstGeom>
          <a:noFill/>
        </p:spPr>
        <p:txBody>
          <a:bodyPr wrap="none" lIns="0" tIns="0">
            <a:spAutoFit/>
          </a:bodyPr>
          <a:lstStyle/>
          <a:p>
            <a:fld id="{B7A4F5C1-0000-4000-8000-000000000001}" type="slidenum">
              <a:rPr sz="900">
                <a:solidFill>
                  <a:srgbClr val="B9C0CB"/>
                </a:solidFill>
                <a:latin typeface="Calibri"/>
              </a:rPr>
              <a:t>23</a:t>
            </a:fld>
            <a:endParaRPr sz="900">
              <a:solidFill>
                <a:srgbClr val="B9C0CB"/>
              </a:solidFill>
              <a:latin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DELIVERY PLAN &amp; MILESTONES  ·</a:t>
            </a:r>
            <a:endParaRPr lang="en-US" sz="1000"/>
          </a:p>
        </p:txBody>
      </p:sp>
      <p:sp>
        <p:nvSpPr>
          <p:cNvPr id="5" name="Text 3"/>
          <p:cNvSpPr/>
          <p:nvPr/>
        </p:nvSpPr>
        <p:spPr>
          <a:xfrm>
            <a:off x="548640" y="438912"/>
            <a:ext cx="11064240" cy="502920"/>
          </a:xfrm>
          <a:prstGeom prst="rect">
            <a:avLst/>
          </a:prstGeom>
          <a:noFill/>
          <a:ln/>
        </p:spPr>
        <p:txBody>
          <a:bodyPr wrap="square" lIns="0" tIns="0" rIns="0" bIns="0" rtlCol="0" anchor="ctr"/>
          <a:lstStyle/>
          <a:p>
            <a:pPr marL="0" indent="0">
              <a:buNone/>
            </a:pPr>
            <a:r>
              <a:rPr lang="en-US" sz="2300" b="1">
                <a:solidFill>
                  <a:srgbClr val="0A1628"/>
                </a:solidFill>
                <a:latin typeface="Georgia" pitchFamily="34" charset="0"/>
                <a:ea typeface="Georgia" pitchFamily="34" charset="-122"/>
                <a:cs typeface="Georgia" pitchFamily="34" charset="-120"/>
              </a:rPr>
              <a:t>Sixteen weeks to production</a:t>
            </a:r>
            <a:endParaRPr lang="en-US" sz="2300"/>
          </a:p>
        </p:txBody>
      </p:sp>
      <p:sp>
        <p:nvSpPr>
          <p:cNvPr id="6" name="Shape 4"/>
          <p:cNvSpPr/>
          <p:nvPr/>
        </p:nvSpPr>
        <p:spPr>
          <a:xfrm>
            <a:off x="566928" y="960120"/>
            <a:ext cx="1371600" cy="32004"/>
          </a:xfrm>
          <a:prstGeom prst="rect">
            <a:avLst/>
          </a:prstGeom>
          <a:solidFill>
            <a:srgbClr val="B8913B"/>
          </a:solidFill>
          <a:ln/>
        </p:spPr>
        <p:txBody>
          <a:bodyPr/>
          <a:lstStyle/>
          <a:p>
            <a:endParaRPr lang="en-IN"/>
          </a:p>
        </p:txBody>
      </p:sp>
      <p:sp>
        <p:nvSpPr>
          <p:cNvPr id="7" name="Text 5"/>
          <p:cNvSpPr/>
          <p:nvPr/>
        </p:nvSpPr>
        <p:spPr>
          <a:xfrm>
            <a:off x="548640" y="1024128"/>
            <a:ext cx="11064240" cy="274320"/>
          </a:xfrm>
          <a:prstGeom prst="rect">
            <a:avLst/>
          </a:prstGeom>
          <a:noFill/>
          <a:ln/>
        </p:spPr>
        <p:txBody>
          <a:bodyPr wrap="square" lIns="0" tIns="0" rIns="0" bIns="0" rtlCol="0" anchor="ctr"/>
          <a:lstStyle/>
          <a:p>
            <a:pPr marL="0" indent="0">
              <a:buNone/>
            </a:pPr>
            <a:r>
              <a:rPr lang="en-US" sz="1100">
                <a:solidFill>
                  <a:srgbClr val="1F6F7A"/>
                </a:solidFill>
                <a:latin typeface="Calibri" pitchFamily="34" charset="0"/>
                <a:ea typeface="Calibri" pitchFamily="34" charset="-122"/>
                <a:cs typeface="Calibri" pitchFamily="34" charset="-120"/>
              </a:rPr>
              <a:t>Seven workstreams · five signed gates · weekly steering · a demo every two weeks</a:t>
            </a:r>
            <a:endParaRPr lang="en-US" sz="1100"/>
          </a:p>
        </p:txBody>
      </p:sp>
      <p:sp>
        <p:nvSpPr>
          <p:cNvPr id="8" name="Shape 6"/>
          <p:cNvSpPr/>
          <p:nvPr/>
        </p:nvSpPr>
        <p:spPr>
          <a:xfrm>
            <a:off x="2428250" y="1631216"/>
            <a:ext cx="1043711" cy="4059936"/>
          </a:xfrm>
          <a:prstGeom prst="rect">
            <a:avLst/>
          </a:prstGeom>
          <a:solidFill>
            <a:srgbClr val="EAF1F1"/>
          </a:solidFill>
          <a:ln/>
        </p:spPr>
        <p:txBody>
          <a:bodyPr/>
          <a:lstStyle/>
          <a:p>
            <a:endParaRPr lang="en-IN"/>
          </a:p>
        </p:txBody>
      </p:sp>
      <p:sp>
        <p:nvSpPr>
          <p:cNvPr id="10" name="Shape 8"/>
          <p:cNvSpPr/>
          <p:nvPr/>
        </p:nvSpPr>
        <p:spPr>
          <a:xfrm>
            <a:off x="3461523" y="1631216"/>
            <a:ext cx="4566894" cy="4059936"/>
          </a:xfrm>
          <a:prstGeom prst="rect">
            <a:avLst/>
          </a:prstGeom>
          <a:solidFill>
            <a:srgbClr val="EEF1F5"/>
          </a:solidFill>
          <a:ln/>
        </p:spPr>
        <p:txBody>
          <a:bodyPr/>
          <a:lstStyle/>
          <a:p>
            <a:endParaRPr lang="en-IN"/>
          </a:p>
        </p:txBody>
      </p:sp>
      <p:sp>
        <p:nvSpPr>
          <p:cNvPr id="12" name="Shape 10"/>
          <p:cNvSpPr/>
          <p:nvPr/>
        </p:nvSpPr>
        <p:spPr>
          <a:xfrm>
            <a:off x="8022167" y="1631216"/>
            <a:ext cx="2042236" cy="4059936"/>
          </a:xfrm>
          <a:prstGeom prst="rect">
            <a:avLst/>
          </a:prstGeom>
          <a:solidFill>
            <a:srgbClr val="EAF4F5"/>
          </a:solidFill>
          <a:ln/>
        </p:spPr>
        <p:txBody>
          <a:bodyPr/>
          <a:lstStyle/>
          <a:p>
            <a:endParaRPr lang="en-IN"/>
          </a:p>
        </p:txBody>
      </p:sp>
      <p:sp>
        <p:nvSpPr>
          <p:cNvPr id="14" name="Shape 12"/>
          <p:cNvSpPr/>
          <p:nvPr/>
        </p:nvSpPr>
        <p:spPr>
          <a:xfrm>
            <a:off x="10053507" y="1631216"/>
            <a:ext cx="537210" cy="4059936"/>
          </a:xfrm>
          <a:prstGeom prst="rect">
            <a:avLst/>
          </a:prstGeom>
          <a:solidFill>
            <a:srgbClr val="F2EEE3"/>
          </a:solidFill>
          <a:ln/>
        </p:spPr>
        <p:txBody>
          <a:bodyPr/>
          <a:lstStyle/>
          <a:p>
            <a:endParaRPr lang="en-IN"/>
          </a:p>
        </p:txBody>
      </p:sp>
      <p:sp>
        <p:nvSpPr>
          <p:cNvPr id="16" name="Shape 14"/>
          <p:cNvSpPr/>
          <p:nvPr/>
        </p:nvSpPr>
        <p:spPr>
          <a:xfrm>
            <a:off x="10586527" y="1631216"/>
            <a:ext cx="987552" cy="4059936"/>
          </a:xfrm>
          <a:prstGeom prst="rect">
            <a:avLst/>
          </a:prstGeom>
          <a:solidFill>
            <a:srgbClr val="FBF7EC"/>
          </a:solidFill>
          <a:ln/>
        </p:spPr>
        <p:txBody>
          <a:bodyPr/>
          <a:lstStyle/>
          <a:p>
            <a:endParaRPr lang="en-IN"/>
          </a:p>
        </p:txBody>
      </p:sp>
      <p:sp>
        <p:nvSpPr>
          <p:cNvPr id="169" name="Text 1">
            <a:extLst>
              <a:ext uri="{FF2B5EF4-FFF2-40B4-BE49-F238E27FC236}">
                <a16:creationId xmlns:a16="http://schemas.microsoft.com/office/drawing/2014/main" id="{154C97F9-476C-AFCD-B414-895565094FFC}"/>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24</a:t>
            </a:fld>
            <a:endParaRPr lang="en-US" sz="1000"/>
          </a:p>
        </p:txBody>
      </p:sp>
      <p:sp>
        <p:nvSpPr>
          <p:cNvPr id="348" name="TextBox 347">
            <a:extLst>
              <a:ext uri="{FF2B5EF4-FFF2-40B4-BE49-F238E27FC236}">
                <a16:creationId xmlns:a16="http://schemas.microsoft.com/office/drawing/2014/main" id="{559B406F-E9BF-334F-B02F-697A9B70A498}"/>
              </a:ext>
            </a:extLst>
          </p:cNvPr>
          <p:cNvSpPr txBox="1"/>
          <p:nvPr/>
        </p:nvSpPr>
        <p:spPr>
          <a:xfrm>
            <a:off x="1944531" y="1667792"/>
            <a:ext cx="2011680" cy="219456"/>
          </a:xfrm>
          <a:prstGeom prst="rect">
            <a:avLst/>
          </a:prstGeom>
          <a:noFill/>
        </p:spPr>
        <p:txBody>
          <a:bodyPr wrap="square" lIns="27432" tIns="9144" rIns="27432" bIns="9144" anchor="t">
            <a:spAutoFit/>
          </a:bodyPr>
          <a:lstStyle/>
          <a:p>
            <a:pPr algn="ctr"/>
            <a:r>
              <a:rPr sz="950" b="1" i="0">
                <a:solidFill>
                  <a:srgbClr val="1F6F7A"/>
                </a:solidFill>
                <a:latin typeface="Calibri"/>
              </a:rPr>
              <a:t>DISCOVERY</a:t>
            </a:r>
          </a:p>
        </p:txBody>
      </p:sp>
      <p:sp>
        <p:nvSpPr>
          <p:cNvPr id="350" name="TextBox 349">
            <a:extLst>
              <a:ext uri="{FF2B5EF4-FFF2-40B4-BE49-F238E27FC236}">
                <a16:creationId xmlns:a16="http://schemas.microsoft.com/office/drawing/2014/main" id="{1AA6A923-C859-3F98-3B39-07F41A429E44}"/>
              </a:ext>
            </a:extLst>
          </p:cNvPr>
          <p:cNvSpPr txBox="1"/>
          <p:nvPr/>
        </p:nvSpPr>
        <p:spPr>
          <a:xfrm>
            <a:off x="4735738" y="1667792"/>
            <a:ext cx="2011680" cy="219456"/>
          </a:xfrm>
          <a:prstGeom prst="rect">
            <a:avLst/>
          </a:prstGeom>
          <a:noFill/>
        </p:spPr>
        <p:txBody>
          <a:bodyPr wrap="square" lIns="27432" tIns="9144" rIns="27432" bIns="9144" anchor="t">
            <a:spAutoFit/>
          </a:bodyPr>
          <a:lstStyle/>
          <a:p>
            <a:pPr algn="ctr"/>
            <a:r>
              <a:rPr sz="950" b="1" i="0">
                <a:solidFill>
                  <a:srgbClr val="0A1628"/>
                </a:solidFill>
                <a:latin typeface="Calibri"/>
              </a:rPr>
              <a:t>BUILD</a:t>
            </a:r>
          </a:p>
        </p:txBody>
      </p:sp>
      <p:sp>
        <p:nvSpPr>
          <p:cNvPr id="352" name="TextBox 351">
            <a:extLst>
              <a:ext uri="{FF2B5EF4-FFF2-40B4-BE49-F238E27FC236}">
                <a16:creationId xmlns:a16="http://schemas.microsoft.com/office/drawing/2014/main" id="{E4EDC389-8E5C-B47B-3ACC-DC0FEED87326}"/>
              </a:ext>
            </a:extLst>
          </p:cNvPr>
          <p:cNvSpPr txBox="1"/>
          <p:nvPr/>
        </p:nvSpPr>
        <p:spPr>
          <a:xfrm>
            <a:off x="8034436" y="1667792"/>
            <a:ext cx="2011680" cy="219456"/>
          </a:xfrm>
          <a:prstGeom prst="rect">
            <a:avLst/>
          </a:prstGeom>
          <a:noFill/>
        </p:spPr>
        <p:txBody>
          <a:bodyPr wrap="square" lIns="27432" tIns="9144" rIns="27432" bIns="9144" anchor="t">
            <a:spAutoFit/>
          </a:bodyPr>
          <a:lstStyle/>
          <a:p>
            <a:pPr algn="ctr"/>
            <a:r>
              <a:rPr sz="950" b="1" i="0">
                <a:solidFill>
                  <a:srgbClr val="1F6F7A"/>
                </a:solidFill>
                <a:latin typeface="Calibri"/>
              </a:rPr>
              <a:t>UAT &amp; HARDENING</a:t>
            </a:r>
          </a:p>
        </p:txBody>
      </p:sp>
      <p:sp>
        <p:nvSpPr>
          <p:cNvPr id="354" name="TextBox 353">
            <a:extLst>
              <a:ext uri="{FF2B5EF4-FFF2-40B4-BE49-F238E27FC236}">
                <a16:creationId xmlns:a16="http://schemas.microsoft.com/office/drawing/2014/main" id="{29C153C2-95E3-3D35-DBCC-50DABD00B2D3}"/>
              </a:ext>
            </a:extLst>
          </p:cNvPr>
          <p:cNvSpPr txBox="1"/>
          <p:nvPr/>
        </p:nvSpPr>
        <p:spPr>
          <a:xfrm>
            <a:off x="9303166" y="1667792"/>
            <a:ext cx="2011680" cy="219456"/>
          </a:xfrm>
          <a:prstGeom prst="rect">
            <a:avLst/>
          </a:prstGeom>
          <a:noFill/>
        </p:spPr>
        <p:txBody>
          <a:bodyPr wrap="square" lIns="27432" tIns="9144" rIns="27432" bIns="9144" anchor="t">
            <a:spAutoFit/>
          </a:bodyPr>
          <a:lstStyle/>
          <a:p>
            <a:pPr algn="ctr"/>
            <a:r>
              <a:rPr sz="950" b="1" i="0">
                <a:solidFill>
                  <a:srgbClr val="0A1628"/>
                </a:solidFill>
                <a:latin typeface="Calibri"/>
              </a:rPr>
              <a:t>PROD</a:t>
            </a:r>
          </a:p>
        </p:txBody>
      </p:sp>
      <p:sp>
        <p:nvSpPr>
          <p:cNvPr id="356" name="TextBox 355">
            <a:extLst>
              <a:ext uri="{FF2B5EF4-FFF2-40B4-BE49-F238E27FC236}">
                <a16:creationId xmlns:a16="http://schemas.microsoft.com/office/drawing/2014/main" id="{415E2D9A-8625-2865-ED83-8DAB0EA24FA3}"/>
              </a:ext>
            </a:extLst>
          </p:cNvPr>
          <p:cNvSpPr txBox="1"/>
          <p:nvPr/>
        </p:nvSpPr>
        <p:spPr>
          <a:xfrm>
            <a:off x="10064404" y="1667792"/>
            <a:ext cx="2011680" cy="219456"/>
          </a:xfrm>
          <a:prstGeom prst="rect">
            <a:avLst/>
          </a:prstGeom>
          <a:noFill/>
        </p:spPr>
        <p:txBody>
          <a:bodyPr wrap="square" lIns="27432" tIns="9144" rIns="27432" bIns="9144" anchor="t">
            <a:spAutoFit/>
          </a:bodyPr>
          <a:lstStyle/>
          <a:p>
            <a:pPr algn="ctr"/>
            <a:r>
              <a:rPr sz="950" b="1" i="0">
                <a:solidFill>
                  <a:srgbClr val="6B7280"/>
                </a:solidFill>
                <a:latin typeface="Calibri"/>
              </a:rPr>
              <a:t>HYPERCARE</a:t>
            </a:r>
          </a:p>
        </p:txBody>
      </p:sp>
      <p:sp>
        <p:nvSpPr>
          <p:cNvPr id="358" name="TextBox 357">
            <a:extLst>
              <a:ext uri="{FF2B5EF4-FFF2-40B4-BE49-F238E27FC236}">
                <a16:creationId xmlns:a16="http://schemas.microsoft.com/office/drawing/2014/main" id="{6ACCDB28-BBCA-0D3A-6346-69FE6FDA7C5E}"/>
              </a:ext>
            </a:extLst>
          </p:cNvPr>
          <p:cNvSpPr txBox="1"/>
          <p:nvPr/>
        </p:nvSpPr>
        <p:spPr>
          <a:xfrm>
            <a:off x="2442880" y="1905535"/>
            <a:ext cx="507492" cy="182880"/>
          </a:xfrm>
          <a:prstGeom prst="rect">
            <a:avLst/>
          </a:prstGeom>
          <a:noFill/>
        </p:spPr>
        <p:txBody>
          <a:bodyPr wrap="square" lIns="27432" tIns="9144" rIns="27432" bIns="9144" anchor="t">
            <a:spAutoFit/>
          </a:bodyPr>
          <a:lstStyle/>
          <a:p>
            <a:pPr algn="ctr"/>
            <a:r>
              <a:rPr sz="700" b="0" i="0">
                <a:solidFill>
                  <a:srgbClr val="6B7280"/>
                </a:solidFill>
                <a:latin typeface="Calibri"/>
              </a:rPr>
              <a:t>W1</a:t>
            </a:r>
          </a:p>
        </p:txBody>
      </p:sp>
      <p:sp>
        <p:nvSpPr>
          <p:cNvPr id="360" name="TextBox 359">
            <a:extLst>
              <a:ext uri="{FF2B5EF4-FFF2-40B4-BE49-F238E27FC236}">
                <a16:creationId xmlns:a16="http://schemas.microsoft.com/office/drawing/2014/main" id="{7D7580CB-3BE7-8AB1-8DC7-E7BF7354DA37}"/>
              </a:ext>
            </a:extLst>
          </p:cNvPr>
          <p:cNvSpPr txBox="1"/>
          <p:nvPr/>
        </p:nvSpPr>
        <p:spPr>
          <a:xfrm>
            <a:off x="2950372" y="1905535"/>
            <a:ext cx="507492" cy="182880"/>
          </a:xfrm>
          <a:prstGeom prst="rect">
            <a:avLst/>
          </a:prstGeom>
          <a:noFill/>
        </p:spPr>
        <p:txBody>
          <a:bodyPr wrap="square" lIns="27432" tIns="9144" rIns="27432" bIns="9144" anchor="t">
            <a:spAutoFit/>
          </a:bodyPr>
          <a:lstStyle/>
          <a:p>
            <a:pPr algn="ctr"/>
            <a:r>
              <a:rPr sz="700" b="0" i="0">
                <a:solidFill>
                  <a:srgbClr val="6B7280"/>
                </a:solidFill>
                <a:latin typeface="Calibri"/>
              </a:rPr>
              <a:t>W2</a:t>
            </a:r>
          </a:p>
        </p:txBody>
      </p:sp>
      <p:sp>
        <p:nvSpPr>
          <p:cNvPr id="362" name="TextBox 361">
            <a:extLst>
              <a:ext uri="{FF2B5EF4-FFF2-40B4-BE49-F238E27FC236}">
                <a16:creationId xmlns:a16="http://schemas.microsoft.com/office/drawing/2014/main" id="{1C152507-C653-BE46-47F4-6AFE9F545D27}"/>
              </a:ext>
            </a:extLst>
          </p:cNvPr>
          <p:cNvSpPr txBox="1"/>
          <p:nvPr/>
        </p:nvSpPr>
        <p:spPr>
          <a:xfrm>
            <a:off x="3457864" y="1905535"/>
            <a:ext cx="507492" cy="182880"/>
          </a:xfrm>
          <a:prstGeom prst="rect">
            <a:avLst/>
          </a:prstGeom>
          <a:noFill/>
        </p:spPr>
        <p:txBody>
          <a:bodyPr wrap="square" lIns="27432" tIns="9144" rIns="27432" bIns="9144" anchor="t">
            <a:spAutoFit/>
          </a:bodyPr>
          <a:lstStyle/>
          <a:p>
            <a:pPr algn="ctr"/>
            <a:r>
              <a:rPr sz="700" b="0" i="0">
                <a:solidFill>
                  <a:srgbClr val="6B7280"/>
                </a:solidFill>
                <a:latin typeface="Calibri"/>
              </a:rPr>
              <a:t>W3</a:t>
            </a:r>
          </a:p>
        </p:txBody>
      </p:sp>
      <p:sp>
        <p:nvSpPr>
          <p:cNvPr id="364" name="TextBox 363">
            <a:extLst>
              <a:ext uri="{FF2B5EF4-FFF2-40B4-BE49-F238E27FC236}">
                <a16:creationId xmlns:a16="http://schemas.microsoft.com/office/drawing/2014/main" id="{90942610-9C3B-4079-E2BF-D23F950EC9F1}"/>
              </a:ext>
            </a:extLst>
          </p:cNvPr>
          <p:cNvSpPr txBox="1"/>
          <p:nvPr/>
        </p:nvSpPr>
        <p:spPr>
          <a:xfrm>
            <a:off x="3965356" y="1905535"/>
            <a:ext cx="507492" cy="182880"/>
          </a:xfrm>
          <a:prstGeom prst="rect">
            <a:avLst/>
          </a:prstGeom>
          <a:noFill/>
        </p:spPr>
        <p:txBody>
          <a:bodyPr wrap="square" lIns="27432" tIns="9144" rIns="27432" bIns="9144" anchor="t">
            <a:spAutoFit/>
          </a:bodyPr>
          <a:lstStyle/>
          <a:p>
            <a:pPr algn="ctr"/>
            <a:r>
              <a:rPr sz="700" b="0" i="0">
                <a:solidFill>
                  <a:srgbClr val="6B7280"/>
                </a:solidFill>
                <a:latin typeface="Calibri"/>
              </a:rPr>
              <a:t>W4</a:t>
            </a:r>
          </a:p>
        </p:txBody>
      </p:sp>
      <p:sp>
        <p:nvSpPr>
          <p:cNvPr id="366" name="TextBox 365">
            <a:extLst>
              <a:ext uri="{FF2B5EF4-FFF2-40B4-BE49-F238E27FC236}">
                <a16:creationId xmlns:a16="http://schemas.microsoft.com/office/drawing/2014/main" id="{838E76A4-42E8-6967-F2C2-CEC349B12757}"/>
              </a:ext>
            </a:extLst>
          </p:cNvPr>
          <p:cNvSpPr txBox="1"/>
          <p:nvPr/>
        </p:nvSpPr>
        <p:spPr>
          <a:xfrm>
            <a:off x="4472848" y="1905535"/>
            <a:ext cx="507492" cy="182880"/>
          </a:xfrm>
          <a:prstGeom prst="rect">
            <a:avLst/>
          </a:prstGeom>
          <a:noFill/>
        </p:spPr>
        <p:txBody>
          <a:bodyPr wrap="square" lIns="27432" tIns="9144" rIns="27432" bIns="9144" anchor="t">
            <a:spAutoFit/>
          </a:bodyPr>
          <a:lstStyle/>
          <a:p>
            <a:pPr algn="ctr"/>
            <a:r>
              <a:rPr sz="700" b="0" i="0">
                <a:solidFill>
                  <a:srgbClr val="6B7280"/>
                </a:solidFill>
                <a:latin typeface="Calibri"/>
              </a:rPr>
              <a:t>W5</a:t>
            </a:r>
          </a:p>
        </p:txBody>
      </p:sp>
      <p:sp>
        <p:nvSpPr>
          <p:cNvPr id="368" name="TextBox 367">
            <a:extLst>
              <a:ext uri="{FF2B5EF4-FFF2-40B4-BE49-F238E27FC236}">
                <a16:creationId xmlns:a16="http://schemas.microsoft.com/office/drawing/2014/main" id="{71E4D59B-F62E-B1E2-3E86-2E335214E5CE}"/>
              </a:ext>
            </a:extLst>
          </p:cNvPr>
          <p:cNvSpPr txBox="1"/>
          <p:nvPr/>
        </p:nvSpPr>
        <p:spPr>
          <a:xfrm>
            <a:off x="4980340" y="1905535"/>
            <a:ext cx="507492" cy="182880"/>
          </a:xfrm>
          <a:prstGeom prst="rect">
            <a:avLst/>
          </a:prstGeom>
          <a:noFill/>
        </p:spPr>
        <p:txBody>
          <a:bodyPr wrap="square" lIns="27432" tIns="9144" rIns="27432" bIns="9144" anchor="t">
            <a:spAutoFit/>
          </a:bodyPr>
          <a:lstStyle/>
          <a:p>
            <a:pPr algn="ctr"/>
            <a:r>
              <a:rPr sz="700" b="0" i="0">
                <a:solidFill>
                  <a:srgbClr val="6B7280"/>
                </a:solidFill>
                <a:latin typeface="Calibri"/>
              </a:rPr>
              <a:t>W6</a:t>
            </a:r>
          </a:p>
        </p:txBody>
      </p:sp>
      <p:sp>
        <p:nvSpPr>
          <p:cNvPr id="370" name="TextBox 369">
            <a:extLst>
              <a:ext uri="{FF2B5EF4-FFF2-40B4-BE49-F238E27FC236}">
                <a16:creationId xmlns:a16="http://schemas.microsoft.com/office/drawing/2014/main" id="{D792588B-332D-1E2C-A40B-7056E7AF14CC}"/>
              </a:ext>
            </a:extLst>
          </p:cNvPr>
          <p:cNvSpPr txBox="1"/>
          <p:nvPr/>
        </p:nvSpPr>
        <p:spPr>
          <a:xfrm>
            <a:off x="5487832" y="1905535"/>
            <a:ext cx="507492" cy="182880"/>
          </a:xfrm>
          <a:prstGeom prst="rect">
            <a:avLst/>
          </a:prstGeom>
          <a:noFill/>
        </p:spPr>
        <p:txBody>
          <a:bodyPr wrap="square" lIns="27432" tIns="9144" rIns="27432" bIns="9144" anchor="t">
            <a:spAutoFit/>
          </a:bodyPr>
          <a:lstStyle/>
          <a:p>
            <a:pPr algn="ctr"/>
            <a:r>
              <a:rPr sz="700" b="0" i="0">
                <a:solidFill>
                  <a:srgbClr val="6B7280"/>
                </a:solidFill>
                <a:latin typeface="Calibri"/>
              </a:rPr>
              <a:t>W7</a:t>
            </a:r>
          </a:p>
        </p:txBody>
      </p:sp>
      <p:sp>
        <p:nvSpPr>
          <p:cNvPr id="372" name="TextBox 371">
            <a:extLst>
              <a:ext uri="{FF2B5EF4-FFF2-40B4-BE49-F238E27FC236}">
                <a16:creationId xmlns:a16="http://schemas.microsoft.com/office/drawing/2014/main" id="{9EF6397D-6BF0-81E1-FFCC-7AB91CF30949}"/>
              </a:ext>
            </a:extLst>
          </p:cNvPr>
          <p:cNvSpPr txBox="1"/>
          <p:nvPr/>
        </p:nvSpPr>
        <p:spPr>
          <a:xfrm>
            <a:off x="5995324" y="1905535"/>
            <a:ext cx="507492" cy="182880"/>
          </a:xfrm>
          <a:prstGeom prst="rect">
            <a:avLst/>
          </a:prstGeom>
          <a:noFill/>
        </p:spPr>
        <p:txBody>
          <a:bodyPr wrap="square" lIns="27432" tIns="9144" rIns="27432" bIns="9144" anchor="t">
            <a:spAutoFit/>
          </a:bodyPr>
          <a:lstStyle/>
          <a:p>
            <a:pPr algn="ctr"/>
            <a:r>
              <a:rPr sz="700" b="0" i="0">
                <a:solidFill>
                  <a:srgbClr val="6B7280"/>
                </a:solidFill>
                <a:latin typeface="Calibri"/>
              </a:rPr>
              <a:t>W8</a:t>
            </a:r>
          </a:p>
        </p:txBody>
      </p:sp>
      <p:sp>
        <p:nvSpPr>
          <p:cNvPr id="374" name="TextBox 373">
            <a:extLst>
              <a:ext uri="{FF2B5EF4-FFF2-40B4-BE49-F238E27FC236}">
                <a16:creationId xmlns:a16="http://schemas.microsoft.com/office/drawing/2014/main" id="{C93DFFE6-7859-890D-31F2-2D341759E90E}"/>
              </a:ext>
            </a:extLst>
          </p:cNvPr>
          <p:cNvSpPr txBox="1"/>
          <p:nvPr/>
        </p:nvSpPr>
        <p:spPr>
          <a:xfrm>
            <a:off x="6502816" y="1905535"/>
            <a:ext cx="507492" cy="182880"/>
          </a:xfrm>
          <a:prstGeom prst="rect">
            <a:avLst/>
          </a:prstGeom>
          <a:noFill/>
        </p:spPr>
        <p:txBody>
          <a:bodyPr wrap="square" lIns="27432" tIns="9144" rIns="27432" bIns="9144" anchor="t">
            <a:spAutoFit/>
          </a:bodyPr>
          <a:lstStyle/>
          <a:p>
            <a:pPr algn="ctr"/>
            <a:r>
              <a:rPr sz="700" b="0" i="0">
                <a:solidFill>
                  <a:srgbClr val="6B7280"/>
                </a:solidFill>
                <a:latin typeface="Calibri"/>
              </a:rPr>
              <a:t>W9</a:t>
            </a:r>
          </a:p>
        </p:txBody>
      </p:sp>
      <p:sp>
        <p:nvSpPr>
          <p:cNvPr id="376" name="TextBox 375">
            <a:extLst>
              <a:ext uri="{FF2B5EF4-FFF2-40B4-BE49-F238E27FC236}">
                <a16:creationId xmlns:a16="http://schemas.microsoft.com/office/drawing/2014/main" id="{232E046F-3D76-41E4-672F-39D396879AE4}"/>
              </a:ext>
            </a:extLst>
          </p:cNvPr>
          <p:cNvSpPr txBox="1"/>
          <p:nvPr/>
        </p:nvSpPr>
        <p:spPr>
          <a:xfrm>
            <a:off x="7010308" y="1905535"/>
            <a:ext cx="507492" cy="182880"/>
          </a:xfrm>
          <a:prstGeom prst="rect">
            <a:avLst/>
          </a:prstGeom>
          <a:noFill/>
        </p:spPr>
        <p:txBody>
          <a:bodyPr wrap="square" lIns="27432" tIns="9144" rIns="27432" bIns="9144" anchor="t">
            <a:spAutoFit/>
          </a:bodyPr>
          <a:lstStyle/>
          <a:p>
            <a:pPr algn="ctr"/>
            <a:r>
              <a:rPr sz="700" b="0" i="0">
                <a:solidFill>
                  <a:srgbClr val="6B7280"/>
                </a:solidFill>
                <a:latin typeface="Calibri"/>
              </a:rPr>
              <a:t>W10</a:t>
            </a:r>
          </a:p>
        </p:txBody>
      </p:sp>
      <p:sp>
        <p:nvSpPr>
          <p:cNvPr id="378" name="TextBox 377">
            <a:extLst>
              <a:ext uri="{FF2B5EF4-FFF2-40B4-BE49-F238E27FC236}">
                <a16:creationId xmlns:a16="http://schemas.microsoft.com/office/drawing/2014/main" id="{0FEC7194-FCD5-603F-5BF6-EAC4961D5CF1}"/>
              </a:ext>
            </a:extLst>
          </p:cNvPr>
          <p:cNvSpPr txBox="1"/>
          <p:nvPr/>
        </p:nvSpPr>
        <p:spPr>
          <a:xfrm>
            <a:off x="7517800" y="1905535"/>
            <a:ext cx="507492" cy="182880"/>
          </a:xfrm>
          <a:prstGeom prst="rect">
            <a:avLst/>
          </a:prstGeom>
          <a:noFill/>
        </p:spPr>
        <p:txBody>
          <a:bodyPr wrap="square" lIns="27432" tIns="9144" rIns="27432" bIns="9144" anchor="t">
            <a:spAutoFit/>
          </a:bodyPr>
          <a:lstStyle/>
          <a:p>
            <a:pPr algn="ctr"/>
            <a:r>
              <a:rPr sz="700" b="0" i="0">
                <a:solidFill>
                  <a:srgbClr val="6B7280"/>
                </a:solidFill>
                <a:latin typeface="Calibri"/>
              </a:rPr>
              <a:t>W11</a:t>
            </a:r>
          </a:p>
        </p:txBody>
      </p:sp>
      <p:sp>
        <p:nvSpPr>
          <p:cNvPr id="380" name="TextBox 379">
            <a:extLst>
              <a:ext uri="{FF2B5EF4-FFF2-40B4-BE49-F238E27FC236}">
                <a16:creationId xmlns:a16="http://schemas.microsoft.com/office/drawing/2014/main" id="{38E69A52-C0C0-CECE-740A-29334BC3DE36}"/>
              </a:ext>
            </a:extLst>
          </p:cNvPr>
          <p:cNvSpPr txBox="1"/>
          <p:nvPr/>
        </p:nvSpPr>
        <p:spPr>
          <a:xfrm>
            <a:off x="8025292" y="1905535"/>
            <a:ext cx="507492" cy="182880"/>
          </a:xfrm>
          <a:prstGeom prst="rect">
            <a:avLst/>
          </a:prstGeom>
          <a:noFill/>
        </p:spPr>
        <p:txBody>
          <a:bodyPr wrap="square" lIns="27432" tIns="9144" rIns="27432" bIns="9144" anchor="t">
            <a:spAutoFit/>
          </a:bodyPr>
          <a:lstStyle/>
          <a:p>
            <a:pPr algn="ctr"/>
            <a:r>
              <a:rPr sz="700" b="0" i="0">
                <a:solidFill>
                  <a:srgbClr val="6B7280"/>
                </a:solidFill>
                <a:latin typeface="Calibri"/>
              </a:rPr>
              <a:t>W12</a:t>
            </a:r>
          </a:p>
        </p:txBody>
      </p:sp>
      <p:sp>
        <p:nvSpPr>
          <p:cNvPr id="382" name="TextBox 381">
            <a:extLst>
              <a:ext uri="{FF2B5EF4-FFF2-40B4-BE49-F238E27FC236}">
                <a16:creationId xmlns:a16="http://schemas.microsoft.com/office/drawing/2014/main" id="{E2E797F4-27DB-9FBF-E200-BA48CD7595EA}"/>
              </a:ext>
            </a:extLst>
          </p:cNvPr>
          <p:cNvSpPr txBox="1"/>
          <p:nvPr/>
        </p:nvSpPr>
        <p:spPr>
          <a:xfrm>
            <a:off x="8532784" y="1905535"/>
            <a:ext cx="507492" cy="182880"/>
          </a:xfrm>
          <a:prstGeom prst="rect">
            <a:avLst/>
          </a:prstGeom>
          <a:noFill/>
        </p:spPr>
        <p:txBody>
          <a:bodyPr wrap="square" lIns="27432" tIns="9144" rIns="27432" bIns="9144" anchor="t">
            <a:spAutoFit/>
          </a:bodyPr>
          <a:lstStyle/>
          <a:p>
            <a:pPr algn="ctr"/>
            <a:r>
              <a:rPr sz="700" b="0" i="0">
                <a:solidFill>
                  <a:srgbClr val="6B7280"/>
                </a:solidFill>
                <a:latin typeface="Calibri"/>
              </a:rPr>
              <a:t>W13</a:t>
            </a:r>
          </a:p>
        </p:txBody>
      </p:sp>
      <p:sp>
        <p:nvSpPr>
          <p:cNvPr id="384" name="TextBox 383">
            <a:extLst>
              <a:ext uri="{FF2B5EF4-FFF2-40B4-BE49-F238E27FC236}">
                <a16:creationId xmlns:a16="http://schemas.microsoft.com/office/drawing/2014/main" id="{3CF5926D-641D-259D-8AEE-E64706FAAAE6}"/>
              </a:ext>
            </a:extLst>
          </p:cNvPr>
          <p:cNvSpPr txBox="1"/>
          <p:nvPr/>
        </p:nvSpPr>
        <p:spPr>
          <a:xfrm>
            <a:off x="9040276" y="1905535"/>
            <a:ext cx="507492" cy="182880"/>
          </a:xfrm>
          <a:prstGeom prst="rect">
            <a:avLst/>
          </a:prstGeom>
          <a:noFill/>
        </p:spPr>
        <p:txBody>
          <a:bodyPr wrap="square" lIns="27432" tIns="9144" rIns="27432" bIns="9144" anchor="t">
            <a:spAutoFit/>
          </a:bodyPr>
          <a:lstStyle/>
          <a:p>
            <a:pPr algn="ctr"/>
            <a:r>
              <a:rPr sz="700" b="0" i="0">
                <a:solidFill>
                  <a:srgbClr val="6B7280"/>
                </a:solidFill>
                <a:latin typeface="Calibri"/>
              </a:rPr>
              <a:t>W14</a:t>
            </a:r>
          </a:p>
        </p:txBody>
      </p:sp>
      <p:sp>
        <p:nvSpPr>
          <p:cNvPr id="386" name="TextBox 385">
            <a:extLst>
              <a:ext uri="{FF2B5EF4-FFF2-40B4-BE49-F238E27FC236}">
                <a16:creationId xmlns:a16="http://schemas.microsoft.com/office/drawing/2014/main" id="{BA86E4D8-306F-DCE7-D714-BF2E82D5E9A6}"/>
              </a:ext>
            </a:extLst>
          </p:cNvPr>
          <p:cNvSpPr txBox="1"/>
          <p:nvPr/>
        </p:nvSpPr>
        <p:spPr>
          <a:xfrm>
            <a:off x="9547768" y="1905535"/>
            <a:ext cx="507492" cy="182880"/>
          </a:xfrm>
          <a:prstGeom prst="rect">
            <a:avLst/>
          </a:prstGeom>
          <a:noFill/>
        </p:spPr>
        <p:txBody>
          <a:bodyPr wrap="square" lIns="27432" tIns="9144" rIns="27432" bIns="9144" anchor="t">
            <a:spAutoFit/>
          </a:bodyPr>
          <a:lstStyle/>
          <a:p>
            <a:pPr algn="ctr"/>
            <a:r>
              <a:rPr sz="700" b="0" i="0">
                <a:solidFill>
                  <a:srgbClr val="6B7280"/>
                </a:solidFill>
                <a:latin typeface="Calibri"/>
              </a:rPr>
              <a:t>W15</a:t>
            </a:r>
          </a:p>
        </p:txBody>
      </p:sp>
      <p:sp>
        <p:nvSpPr>
          <p:cNvPr id="388" name="TextBox 387">
            <a:extLst>
              <a:ext uri="{FF2B5EF4-FFF2-40B4-BE49-F238E27FC236}">
                <a16:creationId xmlns:a16="http://schemas.microsoft.com/office/drawing/2014/main" id="{4E6E9BCA-F6EA-51E4-6122-C3F3DEE60817}"/>
              </a:ext>
            </a:extLst>
          </p:cNvPr>
          <p:cNvSpPr txBox="1"/>
          <p:nvPr/>
        </p:nvSpPr>
        <p:spPr>
          <a:xfrm>
            <a:off x="10055260" y="1905535"/>
            <a:ext cx="507492" cy="182880"/>
          </a:xfrm>
          <a:prstGeom prst="rect">
            <a:avLst/>
          </a:prstGeom>
          <a:noFill/>
        </p:spPr>
        <p:txBody>
          <a:bodyPr wrap="square" lIns="27432" tIns="9144" rIns="27432" bIns="9144" anchor="t">
            <a:spAutoFit/>
          </a:bodyPr>
          <a:lstStyle/>
          <a:p>
            <a:pPr algn="ctr"/>
            <a:r>
              <a:rPr sz="700" b="0" i="0">
                <a:solidFill>
                  <a:srgbClr val="6B7280"/>
                </a:solidFill>
                <a:latin typeface="Calibri"/>
              </a:rPr>
              <a:t>W16</a:t>
            </a:r>
          </a:p>
        </p:txBody>
      </p:sp>
      <p:sp>
        <p:nvSpPr>
          <p:cNvPr id="390" name="TextBox 389">
            <a:extLst>
              <a:ext uri="{FF2B5EF4-FFF2-40B4-BE49-F238E27FC236}">
                <a16:creationId xmlns:a16="http://schemas.microsoft.com/office/drawing/2014/main" id="{7818D419-556F-2D26-4035-A100C48383B9}"/>
              </a:ext>
            </a:extLst>
          </p:cNvPr>
          <p:cNvSpPr txBox="1"/>
          <p:nvPr/>
        </p:nvSpPr>
        <p:spPr>
          <a:xfrm>
            <a:off x="10562752" y="1905535"/>
            <a:ext cx="507492" cy="182880"/>
          </a:xfrm>
          <a:prstGeom prst="rect">
            <a:avLst/>
          </a:prstGeom>
          <a:noFill/>
        </p:spPr>
        <p:txBody>
          <a:bodyPr wrap="square" lIns="27432" tIns="9144" rIns="27432" bIns="9144" anchor="t">
            <a:spAutoFit/>
          </a:bodyPr>
          <a:lstStyle/>
          <a:p>
            <a:pPr algn="ctr"/>
            <a:r>
              <a:rPr sz="700" b="0" i="0">
                <a:solidFill>
                  <a:srgbClr val="6B7280"/>
                </a:solidFill>
                <a:latin typeface="Calibri"/>
              </a:rPr>
              <a:t>+1</a:t>
            </a:r>
          </a:p>
        </p:txBody>
      </p:sp>
      <p:sp>
        <p:nvSpPr>
          <p:cNvPr id="392" name="TextBox 391">
            <a:extLst>
              <a:ext uri="{FF2B5EF4-FFF2-40B4-BE49-F238E27FC236}">
                <a16:creationId xmlns:a16="http://schemas.microsoft.com/office/drawing/2014/main" id="{8538DE16-C7C1-365B-D113-7A9F2B558CCE}"/>
              </a:ext>
            </a:extLst>
          </p:cNvPr>
          <p:cNvSpPr txBox="1"/>
          <p:nvPr/>
        </p:nvSpPr>
        <p:spPr>
          <a:xfrm>
            <a:off x="11070244" y="1905535"/>
            <a:ext cx="507492" cy="182880"/>
          </a:xfrm>
          <a:prstGeom prst="rect">
            <a:avLst/>
          </a:prstGeom>
          <a:noFill/>
        </p:spPr>
        <p:txBody>
          <a:bodyPr wrap="square" lIns="27432" tIns="9144" rIns="27432" bIns="9144" anchor="t">
            <a:spAutoFit/>
          </a:bodyPr>
          <a:lstStyle/>
          <a:p>
            <a:pPr algn="ctr"/>
            <a:r>
              <a:rPr sz="700" b="0" i="0">
                <a:solidFill>
                  <a:srgbClr val="6B7280"/>
                </a:solidFill>
                <a:latin typeface="Calibri"/>
              </a:rPr>
              <a:t>+2</a:t>
            </a:r>
          </a:p>
        </p:txBody>
      </p:sp>
      <p:sp>
        <p:nvSpPr>
          <p:cNvPr id="394" name="Rectangle 393">
            <a:extLst>
              <a:ext uri="{FF2B5EF4-FFF2-40B4-BE49-F238E27FC236}">
                <a16:creationId xmlns:a16="http://schemas.microsoft.com/office/drawing/2014/main" id="{FB7C5DA2-5B55-24F1-6F63-20105D4FDEB8}"/>
              </a:ext>
            </a:extLst>
          </p:cNvPr>
          <p:cNvSpPr/>
          <p:nvPr/>
        </p:nvSpPr>
        <p:spPr>
          <a:xfrm>
            <a:off x="3454206" y="2106704"/>
            <a:ext cx="18288" cy="3017520"/>
          </a:xfrm>
          <a:prstGeom prst="rect">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6" name="Rectangle 395">
            <a:extLst>
              <a:ext uri="{FF2B5EF4-FFF2-40B4-BE49-F238E27FC236}">
                <a16:creationId xmlns:a16="http://schemas.microsoft.com/office/drawing/2014/main" id="{6F982FA0-08A4-A7DF-8394-E9FD8218FC54}"/>
              </a:ext>
            </a:extLst>
          </p:cNvPr>
          <p:cNvSpPr/>
          <p:nvPr/>
        </p:nvSpPr>
        <p:spPr>
          <a:xfrm>
            <a:off x="5991666" y="2106704"/>
            <a:ext cx="18288" cy="3017520"/>
          </a:xfrm>
          <a:prstGeom prst="rect">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8" name="Rectangle 397">
            <a:extLst>
              <a:ext uri="{FF2B5EF4-FFF2-40B4-BE49-F238E27FC236}">
                <a16:creationId xmlns:a16="http://schemas.microsoft.com/office/drawing/2014/main" id="{2D7B5D29-7491-05C8-225B-67039F7662E3}"/>
              </a:ext>
            </a:extLst>
          </p:cNvPr>
          <p:cNvSpPr/>
          <p:nvPr/>
        </p:nvSpPr>
        <p:spPr>
          <a:xfrm>
            <a:off x="8021634" y="2106704"/>
            <a:ext cx="18288" cy="3017520"/>
          </a:xfrm>
          <a:prstGeom prst="rect">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0" name="Rectangle 399">
            <a:extLst>
              <a:ext uri="{FF2B5EF4-FFF2-40B4-BE49-F238E27FC236}">
                <a16:creationId xmlns:a16="http://schemas.microsoft.com/office/drawing/2014/main" id="{4DCE7E76-71B9-33CD-186C-C5CBC6AF74E8}"/>
              </a:ext>
            </a:extLst>
          </p:cNvPr>
          <p:cNvSpPr/>
          <p:nvPr/>
        </p:nvSpPr>
        <p:spPr>
          <a:xfrm>
            <a:off x="10051602" y="2106704"/>
            <a:ext cx="18288" cy="3017520"/>
          </a:xfrm>
          <a:prstGeom prst="rect">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2" name="Rectangle 401">
            <a:extLst>
              <a:ext uri="{FF2B5EF4-FFF2-40B4-BE49-F238E27FC236}">
                <a16:creationId xmlns:a16="http://schemas.microsoft.com/office/drawing/2014/main" id="{3FDAF334-7FA5-18F9-F346-B39A34EAD06E}"/>
              </a:ext>
            </a:extLst>
          </p:cNvPr>
          <p:cNvSpPr/>
          <p:nvPr/>
        </p:nvSpPr>
        <p:spPr>
          <a:xfrm>
            <a:off x="10559094" y="2106704"/>
            <a:ext cx="18288" cy="3017520"/>
          </a:xfrm>
          <a:prstGeom prst="rect">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4" name="TextBox 403">
            <a:extLst>
              <a:ext uri="{FF2B5EF4-FFF2-40B4-BE49-F238E27FC236}">
                <a16:creationId xmlns:a16="http://schemas.microsoft.com/office/drawing/2014/main" id="{B5033992-E636-681D-B552-486F959FBCB8}"/>
              </a:ext>
            </a:extLst>
          </p:cNvPr>
          <p:cNvSpPr txBox="1"/>
          <p:nvPr/>
        </p:nvSpPr>
        <p:spPr>
          <a:xfrm>
            <a:off x="431200" y="2106704"/>
            <a:ext cx="1965960" cy="219456"/>
          </a:xfrm>
          <a:prstGeom prst="rect">
            <a:avLst/>
          </a:prstGeom>
          <a:noFill/>
        </p:spPr>
        <p:txBody>
          <a:bodyPr wrap="square" lIns="27432" tIns="9144" rIns="27432" bIns="9144" anchor="ctr">
            <a:spAutoFit/>
          </a:bodyPr>
          <a:lstStyle/>
          <a:p>
            <a:pPr algn="l"/>
            <a:r>
              <a:rPr sz="950" b="1" i="0">
                <a:solidFill>
                  <a:srgbClr val="0A1628"/>
                </a:solidFill>
                <a:latin typeface="Calibri"/>
              </a:rPr>
              <a:t>Data &amp; semantic foundation</a:t>
            </a:r>
          </a:p>
        </p:txBody>
      </p:sp>
      <p:sp>
        <p:nvSpPr>
          <p:cNvPr id="406" name="Rounded Rectangle 35">
            <a:extLst>
              <a:ext uri="{FF2B5EF4-FFF2-40B4-BE49-F238E27FC236}">
                <a16:creationId xmlns:a16="http://schemas.microsoft.com/office/drawing/2014/main" id="{D9521B08-D812-F566-62E3-82582A688C03}"/>
              </a:ext>
            </a:extLst>
          </p:cNvPr>
          <p:cNvSpPr/>
          <p:nvPr/>
        </p:nvSpPr>
        <p:spPr>
          <a:xfrm>
            <a:off x="2442880" y="2129564"/>
            <a:ext cx="1014984" cy="173736"/>
          </a:xfrm>
          <a:prstGeom prst="roundRect">
            <a:avLst/>
          </a:prstGeom>
          <a:solidFill>
            <a:srgbClr val="1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8" name="TextBox 407">
            <a:extLst>
              <a:ext uri="{FF2B5EF4-FFF2-40B4-BE49-F238E27FC236}">
                <a16:creationId xmlns:a16="http://schemas.microsoft.com/office/drawing/2014/main" id="{5FA64D1F-AAB2-5173-6C34-4161D283B797}"/>
              </a:ext>
            </a:extLst>
          </p:cNvPr>
          <p:cNvSpPr txBox="1"/>
          <p:nvPr/>
        </p:nvSpPr>
        <p:spPr>
          <a:xfrm>
            <a:off x="3512728" y="2102132"/>
            <a:ext cx="1737360" cy="228600"/>
          </a:xfrm>
          <a:prstGeom prst="rect">
            <a:avLst/>
          </a:prstGeom>
          <a:noFill/>
        </p:spPr>
        <p:txBody>
          <a:bodyPr wrap="square" lIns="27432" tIns="9144" rIns="27432" bIns="9144" anchor="ctr">
            <a:spAutoFit/>
          </a:bodyPr>
          <a:lstStyle/>
          <a:p>
            <a:pPr algn="l"/>
            <a:r>
              <a:rPr sz="750" b="0" i="0">
                <a:solidFill>
                  <a:srgbClr val="0A1628"/>
                </a:solidFill>
                <a:latin typeface="Calibri"/>
              </a:rPr>
              <a:t>Dictionary hardening</a:t>
            </a:r>
          </a:p>
        </p:txBody>
      </p:sp>
      <p:sp>
        <p:nvSpPr>
          <p:cNvPr id="410" name="Rounded Rectangle 37">
            <a:extLst>
              <a:ext uri="{FF2B5EF4-FFF2-40B4-BE49-F238E27FC236}">
                <a16:creationId xmlns:a16="http://schemas.microsoft.com/office/drawing/2014/main" id="{7959AE72-08BE-F099-73EB-D64117A842CE}"/>
              </a:ext>
            </a:extLst>
          </p:cNvPr>
          <p:cNvSpPr/>
          <p:nvPr/>
        </p:nvSpPr>
        <p:spPr>
          <a:xfrm>
            <a:off x="3457864" y="2129564"/>
            <a:ext cx="2029968" cy="173736"/>
          </a:xfrm>
          <a:prstGeom prst="round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2" name="TextBox 411">
            <a:extLst>
              <a:ext uri="{FF2B5EF4-FFF2-40B4-BE49-F238E27FC236}">
                <a16:creationId xmlns:a16="http://schemas.microsoft.com/office/drawing/2014/main" id="{B7F5984D-276C-5319-95A2-3174AD62BC17}"/>
              </a:ext>
            </a:extLst>
          </p:cNvPr>
          <p:cNvSpPr txBox="1"/>
          <p:nvPr/>
        </p:nvSpPr>
        <p:spPr>
          <a:xfrm>
            <a:off x="3503584" y="2102132"/>
            <a:ext cx="1938528" cy="228600"/>
          </a:xfrm>
          <a:prstGeom prst="rect">
            <a:avLst/>
          </a:prstGeom>
          <a:noFill/>
        </p:spPr>
        <p:txBody>
          <a:bodyPr wrap="square" lIns="27432" tIns="9144" rIns="27432" bIns="9144" anchor="ctr">
            <a:spAutoFit/>
          </a:bodyPr>
          <a:lstStyle/>
          <a:p>
            <a:pPr algn="ctr"/>
            <a:r>
              <a:rPr sz="750" b="1" i="0">
                <a:solidFill>
                  <a:srgbClr val="FFFFFF"/>
                </a:solidFill>
                <a:latin typeface="Calibri"/>
              </a:rPr>
              <a:t>Semantic gap fixes</a:t>
            </a:r>
          </a:p>
        </p:txBody>
      </p:sp>
      <p:sp>
        <p:nvSpPr>
          <p:cNvPr id="414" name="TextBox 413">
            <a:extLst>
              <a:ext uri="{FF2B5EF4-FFF2-40B4-BE49-F238E27FC236}">
                <a16:creationId xmlns:a16="http://schemas.microsoft.com/office/drawing/2014/main" id="{221DC8E0-BA25-F8BC-E8EA-4B9C816617C8}"/>
              </a:ext>
            </a:extLst>
          </p:cNvPr>
          <p:cNvSpPr txBox="1"/>
          <p:nvPr/>
        </p:nvSpPr>
        <p:spPr>
          <a:xfrm>
            <a:off x="431200" y="2417600"/>
            <a:ext cx="1965960" cy="438912"/>
          </a:xfrm>
          <a:prstGeom prst="rect">
            <a:avLst/>
          </a:prstGeom>
          <a:noFill/>
        </p:spPr>
        <p:txBody>
          <a:bodyPr wrap="square" lIns="27432" tIns="9144" rIns="27432" bIns="9144" anchor="ctr">
            <a:spAutoFit/>
          </a:bodyPr>
          <a:lstStyle/>
          <a:p>
            <a:pPr algn="l"/>
            <a:r>
              <a:rPr sz="950" b="1" i="0">
                <a:solidFill>
                  <a:srgbClr val="0A1628"/>
                </a:solidFill>
                <a:latin typeface="Calibri"/>
              </a:rPr>
              <a:t>Agent core &amp; analytics</a:t>
            </a:r>
          </a:p>
        </p:txBody>
      </p:sp>
      <p:sp>
        <p:nvSpPr>
          <p:cNvPr id="416" name="Rounded Rectangle 40">
            <a:extLst>
              <a:ext uri="{FF2B5EF4-FFF2-40B4-BE49-F238E27FC236}">
                <a16:creationId xmlns:a16="http://schemas.microsoft.com/office/drawing/2014/main" id="{EF7977EB-DD83-BCA7-2A4A-DAEDAF48EB8E}"/>
              </a:ext>
            </a:extLst>
          </p:cNvPr>
          <p:cNvSpPr/>
          <p:nvPr/>
        </p:nvSpPr>
        <p:spPr>
          <a:xfrm>
            <a:off x="3457864" y="2440460"/>
            <a:ext cx="3044952" cy="173736"/>
          </a:xfrm>
          <a:prstGeom prst="round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8" name="TextBox 417">
            <a:extLst>
              <a:ext uri="{FF2B5EF4-FFF2-40B4-BE49-F238E27FC236}">
                <a16:creationId xmlns:a16="http://schemas.microsoft.com/office/drawing/2014/main" id="{60A207CC-816C-77CC-7402-6C3EA2FDC74F}"/>
              </a:ext>
            </a:extLst>
          </p:cNvPr>
          <p:cNvSpPr txBox="1"/>
          <p:nvPr/>
        </p:nvSpPr>
        <p:spPr>
          <a:xfrm>
            <a:off x="3503584" y="2413028"/>
            <a:ext cx="2953512" cy="228600"/>
          </a:xfrm>
          <a:prstGeom prst="rect">
            <a:avLst/>
          </a:prstGeom>
          <a:noFill/>
        </p:spPr>
        <p:txBody>
          <a:bodyPr wrap="square" lIns="27432" tIns="9144" rIns="27432" bIns="9144" anchor="ctr">
            <a:spAutoFit/>
          </a:bodyPr>
          <a:lstStyle/>
          <a:p>
            <a:pPr algn="ctr"/>
            <a:r>
              <a:rPr sz="750" b="1" i="0">
                <a:solidFill>
                  <a:srgbClr val="FFFFFF"/>
                </a:solidFill>
                <a:latin typeface="Calibri"/>
              </a:rPr>
              <a:t>Query planner &amp; answer composer</a:t>
            </a:r>
          </a:p>
        </p:txBody>
      </p:sp>
      <p:sp>
        <p:nvSpPr>
          <p:cNvPr id="420" name="Rounded Rectangle 42">
            <a:extLst>
              <a:ext uri="{FF2B5EF4-FFF2-40B4-BE49-F238E27FC236}">
                <a16:creationId xmlns:a16="http://schemas.microsoft.com/office/drawing/2014/main" id="{01F28144-7116-3150-ACEE-39E3BBD5C2FA}"/>
              </a:ext>
            </a:extLst>
          </p:cNvPr>
          <p:cNvSpPr/>
          <p:nvPr/>
        </p:nvSpPr>
        <p:spPr>
          <a:xfrm>
            <a:off x="6502816" y="2440460"/>
            <a:ext cx="1522476" cy="173736"/>
          </a:xfrm>
          <a:prstGeom prst="round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2" name="TextBox 421">
            <a:extLst>
              <a:ext uri="{FF2B5EF4-FFF2-40B4-BE49-F238E27FC236}">
                <a16:creationId xmlns:a16="http://schemas.microsoft.com/office/drawing/2014/main" id="{3F3C9447-37EE-4661-F832-D5AD6F10C13B}"/>
              </a:ext>
            </a:extLst>
          </p:cNvPr>
          <p:cNvSpPr txBox="1"/>
          <p:nvPr/>
        </p:nvSpPr>
        <p:spPr>
          <a:xfrm>
            <a:off x="6718081" y="2460386"/>
            <a:ext cx="1737360" cy="133883"/>
          </a:xfrm>
          <a:prstGeom prst="rect">
            <a:avLst/>
          </a:prstGeom>
          <a:noFill/>
        </p:spPr>
        <p:txBody>
          <a:bodyPr wrap="square" lIns="27432" tIns="9144" rIns="27432" bIns="9144" anchor="ctr">
            <a:spAutoFit/>
          </a:bodyPr>
          <a:lstStyle/>
          <a:p>
            <a:pPr algn="l"/>
            <a:r>
              <a:rPr sz="750" b="0" i="0">
                <a:solidFill>
                  <a:schemeClr val="bg1"/>
                </a:solidFill>
                <a:latin typeface="Calibri"/>
              </a:rPr>
              <a:t>Model router + cost meter</a:t>
            </a:r>
          </a:p>
        </p:txBody>
      </p:sp>
      <p:sp>
        <p:nvSpPr>
          <p:cNvPr id="424" name="Rounded Rectangle 44">
            <a:extLst>
              <a:ext uri="{FF2B5EF4-FFF2-40B4-BE49-F238E27FC236}">
                <a16:creationId xmlns:a16="http://schemas.microsoft.com/office/drawing/2014/main" id="{F401FFA8-835C-8EA5-4E2B-912B88D52A8B}"/>
              </a:ext>
            </a:extLst>
          </p:cNvPr>
          <p:cNvSpPr/>
          <p:nvPr/>
        </p:nvSpPr>
        <p:spPr>
          <a:xfrm>
            <a:off x="4472848" y="2659916"/>
            <a:ext cx="2537460" cy="173736"/>
          </a:xfrm>
          <a:prstGeom prst="round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6" name="TextBox 425">
            <a:extLst>
              <a:ext uri="{FF2B5EF4-FFF2-40B4-BE49-F238E27FC236}">
                <a16:creationId xmlns:a16="http://schemas.microsoft.com/office/drawing/2014/main" id="{FB87E1C2-2DC6-0BFA-7B18-B4E72E47AE56}"/>
              </a:ext>
            </a:extLst>
          </p:cNvPr>
          <p:cNvSpPr txBox="1"/>
          <p:nvPr/>
        </p:nvSpPr>
        <p:spPr>
          <a:xfrm>
            <a:off x="4518568" y="2632484"/>
            <a:ext cx="2446020" cy="228600"/>
          </a:xfrm>
          <a:prstGeom prst="rect">
            <a:avLst/>
          </a:prstGeom>
          <a:noFill/>
        </p:spPr>
        <p:txBody>
          <a:bodyPr wrap="square" lIns="27432" tIns="9144" rIns="27432" bIns="9144" anchor="ctr">
            <a:spAutoFit/>
          </a:bodyPr>
          <a:lstStyle/>
          <a:p>
            <a:pPr algn="ctr"/>
            <a:r>
              <a:rPr sz="750" b="1" i="0">
                <a:solidFill>
                  <a:srgbClr val="FFFFFF"/>
                </a:solidFill>
                <a:latin typeface="Calibri"/>
              </a:rPr>
              <a:t>Trend / variance tools</a:t>
            </a:r>
          </a:p>
        </p:txBody>
      </p:sp>
      <p:sp>
        <p:nvSpPr>
          <p:cNvPr id="428" name="TextBox 427">
            <a:extLst>
              <a:ext uri="{FF2B5EF4-FFF2-40B4-BE49-F238E27FC236}">
                <a16:creationId xmlns:a16="http://schemas.microsoft.com/office/drawing/2014/main" id="{2C0CB8B1-584B-3C26-9BA2-B3BE5E11A694}"/>
              </a:ext>
            </a:extLst>
          </p:cNvPr>
          <p:cNvSpPr txBox="1"/>
          <p:nvPr/>
        </p:nvSpPr>
        <p:spPr>
          <a:xfrm>
            <a:off x="431200" y="2947952"/>
            <a:ext cx="1965960" cy="219456"/>
          </a:xfrm>
          <a:prstGeom prst="rect">
            <a:avLst/>
          </a:prstGeom>
          <a:noFill/>
        </p:spPr>
        <p:txBody>
          <a:bodyPr wrap="square" lIns="27432" tIns="9144" rIns="27432" bIns="9144" anchor="ctr">
            <a:spAutoFit/>
          </a:bodyPr>
          <a:lstStyle/>
          <a:p>
            <a:pPr algn="l"/>
            <a:r>
              <a:rPr sz="950" b="1" i="0">
                <a:solidFill>
                  <a:srgbClr val="0A1628"/>
                </a:solidFill>
                <a:latin typeface="Calibri"/>
              </a:rPr>
              <a:t>Predictive ML</a:t>
            </a:r>
          </a:p>
        </p:txBody>
      </p:sp>
      <p:sp>
        <p:nvSpPr>
          <p:cNvPr id="430" name="Rounded Rectangle 47">
            <a:extLst>
              <a:ext uri="{FF2B5EF4-FFF2-40B4-BE49-F238E27FC236}">
                <a16:creationId xmlns:a16="http://schemas.microsoft.com/office/drawing/2014/main" id="{BB869EA8-B9F1-B73F-29E9-6234C64E3F1B}"/>
              </a:ext>
            </a:extLst>
          </p:cNvPr>
          <p:cNvSpPr/>
          <p:nvPr/>
        </p:nvSpPr>
        <p:spPr>
          <a:xfrm>
            <a:off x="4472848" y="2970812"/>
            <a:ext cx="2537460" cy="173736"/>
          </a:xfrm>
          <a:prstGeom prst="round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2" name="TextBox 431">
            <a:extLst>
              <a:ext uri="{FF2B5EF4-FFF2-40B4-BE49-F238E27FC236}">
                <a16:creationId xmlns:a16="http://schemas.microsoft.com/office/drawing/2014/main" id="{0ACE69A3-3041-43C1-E2E4-822602DC7323}"/>
              </a:ext>
            </a:extLst>
          </p:cNvPr>
          <p:cNvSpPr txBox="1"/>
          <p:nvPr/>
        </p:nvSpPr>
        <p:spPr>
          <a:xfrm>
            <a:off x="4518568" y="2943380"/>
            <a:ext cx="2446020" cy="228600"/>
          </a:xfrm>
          <a:prstGeom prst="rect">
            <a:avLst/>
          </a:prstGeom>
          <a:noFill/>
        </p:spPr>
        <p:txBody>
          <a:bodyPr wrap="square" lIns="27432" tIns="9144" rIns="27432" bIns="9144" anchor="ctr">
            <a:spAutoFit/>
          </a:bodyPr>
          <a:lstStyle/>
          <a:p>
            <a:pPr algn="ctr"/>
            <a:r>
              <a:rPr sz="750" b="1" i="0">
                <a:solidFill>
                  <a:srgbClr val="FFFFFF"/>
                </a:solidFill>
                <a:latin typeface="Calibri"/>
              </a:rPr>
              <a:t>Train models 1 &amp; 2 (MLflow)</a:t>
            </a:r>
          </a:p>
        </p:txBody>
      </p:sp>
      <p:sp>
        <p:nvSpPr>
          <p:cNvPr id="434" name="Rounded Rectangle 49">
            <a:extLst>
              <a:ext uri="{FF2B5EF4-FFF2-40B4-BE49-F238E27FC236}">
                <a16:creationId xmlns:a16="http://schemas.microsoft.com/office/drawing/2014/main" id="{920016DD-1DEC-1D72-294C-02CB861D07A2}"/>
              </a:ext>
            </a:extLst>
          </p:cNvPr>
          <p:cNvSpPr/>
          <p:nvPr/>
        </p:nvSpPr>
        <p:spPr>
          <a:xfrm>
            <a:off x="7010308" y="2970812"/>
            <a:ext cx="1014984" cy="173736"/>
          </a:xfrm>
          <a:prstGeom prst="round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6" name="TextBox 435">
            <a:extLst>
              <a:ext uri="{FF2B5EF4-FFF2-40B4-BE49-F238E27FC236}">
                <a16:creationId xmlns:a16="http://schemas.microsoft.com/office/drawing/2014/main" id="{30CC0DEF-0CCD-8F3F-AD5E-A518321AE9A9}"/>
              </a:ext>
            </a:extLst>
          </p:cNvPr>
          <p:cNvSpPr txBox="1"/>
          <p:nvPr/>
        </p:nvSpPr>
        <p:spPr>
          <a:xfrm>
            <a:off x="7041931" y="2990738"/>
            <a:ext cx="1737360" cy="133883"/>
          </a:xfrm>
          <a:prstGeom prst="rect">
            <a:avLst/>
          </a:prstGeom>
          <a:noFill/>
        </p:spPr>
        <p:txBody>
          <a:bodyPr wrap="square" lIns="27432" tIns="9144" rIns="27432" bIns="9144" anchor="ctr">
            <a:spAutoFit/>
          </a:bodyPr>
          <a:lstStyle/>
          <a:p>
            <a:pPr algn="l"/>
            <a:r>
              <a:rPr sz="750" b="0" i="0">
                <a:solidFill>
                  <a:schemeClr val="bg1"/>
                </a:solidFill>
                <a:latin typeface="Calibri"/>
              </a:rPr>
              <a:t>Nightly scoring to Gold</a:t>
            </a:r>
          </a:p>
        </p:txBody>
      </p:sp>
      <p:sp>
        <p:nvSpPr>
          <p:cNvPr id="438" name="TextBox 437">
            <a:extLst>
              <a:ext uri="{FF2B5EF4-FFF2-40B4-BE49-F238E27FC236}">
                <a16:creationId xmlns:a16="http://schemas.microsoft.com/office/drawing/2014/main" id="{C4C5A8FA-883E-2970-79E2-ED2E934B4BDD}"/>
              </a:ext>
            </a:extLst>
          </p:cNvPr>
          <p:cNvSpPr txBox="1"/>
          <p:nvPr/>
        </p:nvSpPr>
        <p:spPr>
          <a:xfrm>
            <a:off x="431200" y="3258848"/>
            <a:ext cx="1965960" cy="438912"/>
          </a:xfrm>
          <a:prstGeom prst="rect">
            <a:avLst/>
          </a:prstGeom>
          <a:noFill/>
        </p:spPr>
        <p:txBody>
          <a:bodyPr wrap="square" lIns="27432" tIns="9144" rIns="27432" bIns="9144" anchor="ctr">
            <a:spAutoFit/>
          </a:bodyPr>
          <a:lstStyle/>
          <a:p>
            <a:pPr algn="l"/>
            <a:r>
              <a:rPr sz="950" b="1" i="0">
                <a:solidFill>
                  <a:srgbClr val="0A1628"/>
                </a:solidFill>
                <a:latin typeface="Calibri"/>
              </a:rPr>
              <a:t>Channels</a:t>
            </a:r>
          </a:p>
        </p:txBody>
      </p:sp>
      <p:sp>
        <p:nvSpPr>
          <p:cNvPr id="440" name="Rounded Rectangle 52">
            <a:extLst>
              <a:ext uri="{FF2B5EF4-FFF2-40B4-BE49-F238E27FC236}">
                <a16:creationId xmlns:a16="http://schemas.microsoft.com/office/drawing/2014/main" id="{DFA7F4C2-7CC7-F4E1-0673-7A4271847BCF}"/>
              </a:ext>
            </a:extLst>
          </p:cNvPr>
          <p:cNvSpPr/>
          <p:nvPr/>
        </p:nvSpPr>
        <p:spPr>
          <a:xfrm>
            <a:off x="4472848" y="3281707"/>
            <a:ext cx="2029968" cy="173736"/>
          </a:xfrm>
          <a:prstGeom prst="round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2" name="TextBox 441">
            <a:extLst>
              <a:ext uri="{FF2B5EF4-FFF2-40B4-BE49-F238E27FC236}">
                <a16:creationId xmlns:a16="http://schemas.microsoft.com/office/drawing/2014/main" id="{7583780D-0E42-9170-A5D2-465858FC960C}"/>
              </a:ext>
            </a:extLst>
          </p:cNvPr>
          <p:cNvSpPr txBox="1"/>
          <p:nvPr/>
        </p:nvSpPr>
        <p:spPr>
          <a:xfrm>
            <a:off x="4518568" y="3254276"/>
            <a:ext cx="1938528" cy="228600"/>
          </a:xfrm>
          <a:prstGeom prst="rect">
            <a:avLst/>
          </a:prstGeom>
          <a:noFill/>
        </p:spPr>
        <p:txBody>
          <a:bodyPr wrap="square" lIns="27432" tIns="9144" rIns="27432" bIns="9144" anchor="ctr">
            <a:spAutoFit/>
          </a:bodyPr>
          <a:lstStyle/>
          <a:p>
            <a:pPr algn="ctr"/>
            <a:r>
              <a:rPr sz="750" b="1" i="0">
                <a:solidFill>
                  <a:srgbClr val="FFFFFF"/>
                </a:solidFill>
                <a:latin typeface="Calibri"/>
              </a:rPr>
              <a:t>Slack app + SSO</a:t>
            </a:r>
          </a:p>
        </p:txBody>
      </p:sp>
      <p:sp>
        <p:nvSpPr>
          <p:cNvPr id="444" name="Rounded Rectangle 54">
            <a:extLst>
              <a:ext uri="{FF2B5EF4-FFF2-40B4-BE49-F238E27FC236}">
                <a16:creationId xmlns:a16="http://schemas.microsoft.com/office/drawing/2014/main" id="{011BBA46-6B86-D0B4-7AFF-D3F072040183}"/>
              </a:ext>
            </a:extLst>
          </p:cNvPr>
          <p:cNvSpPr/>
          <p:nvPr/>
        </p:nvSpPr>
        <p:spPr>
          <a:xfrm>
            <a:off x="6502816" y="3281707"/>
            <a:ext cx="1522476" cy="173736"/>
          </a:xfrm>
          <a:prstGeom prst="round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6" name="TextBox 445">
            <a:extLst>
              <a:ext uri="{FF2B5EF4-FFF2-40B4-BE49-F238E27FC236}">
                <a16:creationId xmlns:a16="http://schemas.microsoft.com/office/drawing/2014/main" id="{9F53375D-A08D-6393-572A-1FEAA03B6C57}"/>
              </a:ext>
            </a:extLst>
          </p:cNvPr>
          <p:cNvSpPr txBox="1"/>
          <p:nvPr/>
        </p:nvSpPr>
        <p:spPr>
          <a:xfrm>
            <a:off x="6889531" y="3301634"/>
            <a:ext cx="1737360" cy="133883"/>
          </a:xfrm>
          <a:prstGeom prst="rect">
            <a:avLst/>
          </a:prstGeom>
          <a:noFill/>
        </p:spPr>
        <p:txBody>
          <a:bodyPr wrap="square" lIns="27432" tIns="9144" rIns="27432" bIns="9144" anchor="ctr">
            <a:spAutoFit/>
          </a:bodyPr>
          <a:lstStyle/>
          <a:p>
            <a:pPr algn="l"/>
            <a:r>
              <a:rPr sz="750" b="0" i="0">
                <a:solidFill>
                  <a:schemeClr val="bg1"/>
                </a:solidFill>
                <a:latin typeface="Calibri"/>
              </a:rPr>
              <a:t>Voice (STT / TTS)</a:t>
            </a:r>
          </a:p>
        </p:txBody>
      </p:sp>
      <p:sp>
        <p:nvSpPr>
          <p:cNvPr id="448" name="Rounded Rectangle 56">
            <a:extLst>
              <a:ext uri="{FF2B5EF4-FFF2-40B4-BE49-F238E27FC236}">
                <a16:creationId xmlns:a16="http://schemas.microsoft.com/office/drawing/2014/main" id="{CBCD64D9-BBAB-6EF2-F041-22679444FE33}"/>
              </a:ext>
            </a:extLst>
          </p:cNvPr>
          <p:cNvSpPr/>
          <p:nvPr/>
        </p:nvSpPr>
        <p:spPr>
          <a:xfrm>
            <a:off x="5995324" y="3501164"/>
            <a:ext cx="2029968" cy="173736"/>
          </a:xfrm>
          <a:prstGeom prst="round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0" name="TextBox 449">
            <a:extLst>
              <a:ext uri="{FF2B5EF4-FFF2-40B4-BE49-F238E27FC236}">
                <a16:creationId xmlns:a16="http://schemas.microsoft.com/office/drawing/2014/main" id="{51D7115A-5ACB-E00F-DF09-7DDE8D885617}"/>
              </a:ext>
            </a:extLst>
          </p:cNvPr>
          <p:cNvSpPr txBox="1"/>
          <p:nvPr/>
        </p:nvSpPr>
        <p:spPr>
          <a:xfrm>
            <a:off x="6041044" y="3473732"/>
            <a:ext cx="1938528" cy="228600"/>
          </a:xfrm>
          <a:prstGeom prst="rect">
            <a:avLst/>
          </a:prstGeom>
          <a:noFill/>
        </p:spPr>
        <p:txBody>
          <a:bodyPr wrap="square" lIns="27432" tIns="9144" rIns="27432" bIns="9144" anchor="ctr">
            <a:spAutoFit/>
          </a:bodyPr>
          <a:lstStyle/>
          <a:p>
            <a:pPr algn="ctr"/>
            <a:r>
              <a:rPr sz="750" b="1" i="0">
                <a:solidFill>
                  <a:srgbClr val="FFFFFF"/>
                </a:solidFill>
                <a:latin typeface="Calibri"/>
              </a:rPr>
              <a:t>Admin console</a:t>
            </a:r>
          </a:p>
        </p:txBody>
      </p:sp>
      <p:sp>
        <p:nvSpPr>
          <p:cNvPr id="452" name="TextBox 451">
            <a:extLst>
              <a:ext uri="{FF2B5EF4-FFF2-40B4-BE49-F238E27FC236}">
                <a16:creationId xmlns:a16="http://schemas.microsoft.com/office/drawing/2014/main" id="{515548CB-AC2D-82F1-D3C5-74AD16B19CBC}"/>
              </a:ext>
            </a:extLst>
          </p:cNvPr>
          <p:cNvSpPr txBox="1"/>
          <p:nvPr/>
        </p:nvSpPr>
        <p:spPr>
          <a:xfrm>
            <a:off x="431200" y="3789200"/>
            <a:ext cx="1965960" cy="219456"/>
          </a:xfrm>
          <a:prstGeom prst="rect">
            <a:avLst/>
          </a:prstGeom>
          <a:noFill/>
        </p:spPr>
        <p:txBody>
          <a:bodyPr wrap="square" lIns="27432" tIns="9144" rIns="27432" bIns="9144" anchor="ctr">
            <a:spAutoFit/>
          </a:bodyPr>
          <a:lstStyle/>
          <a:p>
            <a:pPr algn="l"/>
            <a:r>
              <a:rPr sz="950" b="1" i="0">
                <a:solidFill>
                  <a:srgbClr val="0A1628"/>
                </a:solidFill>
                <a:latin typeface="Calibri"/>
              </a:rPr>
              <a:t>Governance &amp; compliance</a:t>
            </a:r>
          </a:p>
        </p:txBody>
      </p:sp>
      <p:sp>
        <p:nvSpPr>
          <p:cNvPr id="454" name="Rounded Rectangle 59">
            <a:extLst>
              <a:ext uri="{FF2B5EF4-FFF2-40B4-BE49-F238E27FC236}">
                <a16:creationId xmlns:a16="http://schemas.microsoft.com/office/drawing/2014/main" id="{469CDB38-3BA8-F3FD-5EDB-E6E338759D4E}"/>
              </a:ext>
            </a:extLst>
          </p:cNvPr>
          <p:cNvSpPr/>
          <p:nvPr/>
        </p:nvSpPr>
        <p:spPr>
          <a:xfrm>
            <a:off x="2442880" y="3812060"/>
            <a:ext cx="1014984" cy="173736"/>
          </a:xfrm>
          <a:prstGeom prst="roundRect">
            <a:avLst/>
          </a:prstGeom>
          <a:solidFill>
            <a:srgbClr val="1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6" name="TextBox 455">
            <a:extLst>
              <a:ext uri="{FF2B5EF4-FFF2-40B4-BE49-F238E27FC236}">
                <a16:creationId xmlns:a16="http://schemas.microsoft.com/office/drawing/2014/main" id="{B8F43629-3416-E609-8ED5-09EDF6A6AA4C}"/>
              </a:ext>
            </a:extLst>
          </p:cNvPr>
          <p:cNvSpPr txBox="1"/>
          <p:nvPr/>
        </p:nvSpPr>
        <p:spPr>
          <a:xfrm>
            <a:off x="2531653" y="3831986"/>
            <a:ext cx="936000" cy="133883"/>
          </a:xfrm>
          <a:prstGeom prst="rect">
            <a:avLst/>
          </a:prstGeom>
          <a:noFill/>
        </p:spPr>
        <p:txBody>
          <a:bodyPr wrap="square" lIns="27432" tIns="9144" rIns="27432" bIns="9144" anchor="ctr">
            <a:spAutoFit/>
          </a:bodyPr>
          <a:lstStyle/>
          <a:p>
            <a:pPr algn="l"/>
            <a:r>
              <a:rPr sz="750" b="0" i="0">
                <a:solidFill>
                  <a:schemeClr val="bg1"/>
                </a:solidFill>
                <a:latin typeface="Calibri"/>
              </a:rPr>
              <a:t>RBAC &amp; PII</a:t>
            </a:r>
            <a:r>
              <a:rPr lang="en-IN" sz="750" b="0" i="0">
                <a:solidFill>
                  <a:schemeClr val="bg1"/>
                </a:solidFill>
                <a:latin typeface="Calibri"/>
              </a:rPr>
              <a:t> field map</a:t>
            </a:r>
            <a:endParaRPr sz="750" b="0" i="0">
              <a:solidFill>
                <a:schemeClr val="bg1"/>
              </a:solidFill>
              <a:latin typeface="Calibri"/>
            </a:endParaRPr>
          </a:p>
        </p:txBody>
      </p:sp>
      <p:sp>
        <p:nvSpPr>
          <p:cNvPr id="458" name="Rounded Rectangle 61">
            <a:extLst>
              <a:ext uri="{FF2B5EF4-FFF2-40B4-BE49-F238E27FC236}">
                <a16:creationId xmlns:a16="http://schemas.microsoft.com/office/drawing/2014/main" id="{87131793-DB46-930E-3176-1639D4973DA6}"/>
              </a:ext>
            </a:extLst>
          </p:cNvPr>
          <p:cNvSpPr/>
          <p:nvPr/>
        </p:nvSpPr>
        <p:spPr>
          <a:xfrm>
            <a:off x="4472848" y="3812060"/>
            <a:ext cx="2537460" cy="173736"/>
          </a:xfrm>
          <a:prstGeom prst="round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0" name="TextBox 459">
            <a:extLst>
              <a:ext uri="{FF2B5EF4-FFF2-40B4-BE49-F238E27FC236}">
                <a16:creationId xmlns:a16="http://schemas.microsoft.com/office/drawing/2014/main" id="{33624A61-58D3-6D86-C20D-83CA24C50507}"/>
              </a:ext>
            </a:extLst>
          </p:cNvPr>
          <p:cNvSpPr txBox="1"/>
          <p:nvPr/>
        </p:nvSpPr>
        <p:spPr>
          <a:xfrm>
            <a:off x="4518568" y="3784628"/>
            <a:ext cx="2446020" cy="228600"/>
          </a:xfrm>
          <a:prstGeom prst="rect">
            <a:avLst/>
          </a:prstGeom>
          <a:noFill/>
        </p:spPr>
        <p:txBody>
          <a:bodyPr wrap="square" lIns="27432" tIns="9144" rIns="27432" bIns="9144" anchor="ctr">
            <a:spAutoFit/>
          </a:bodyPr>
          <a:lstStyle/>
          <a:p>
            <a:pPr algn="ctr"/>
            <a:r>
              <a:rPr sz="750" b="1" i="0">
                <a:solidFill>
                  <a:srgbClr val="FFFFFF"/>
                </a:solidFill>
                <a:latin typeface="Calibri"/>
              </a:rPr>
              <a:t>Guardrails + eval harness</a:t>
            </a:r>
          </a:p>
        </p:txBody>
      </p:sp>
      <p:sp>
        <p:nvSpPr>
          <p:cNvPr id="462" name="Rounded Rectangle 63">
            <a:extLst>
              <a:ext uri="{FF2B5EF4-FFF2-40B4-BE49-F238E27FC236}">
                <a16:creationId xmlns:a16="http://schemas.microsoft.com/office/drawing/2014/main" id="{0CA259E3-C67D-FE9C-3226-B92C15DA8EAA}"/>
              </a:ext>
            </a:extLst>
          </p:cNvPr>
          <p:cNvSpPr/>
          <p:nvPr/>
        </p:nvSpPr>
        <p:spPr>
          <a:xfrm>
            <a:off x="9040276" y="3812060"/>
            <a:ext cx="507492" cy="173736"/>
          </a:xfrm>
          <a:prstGeom prst="roundRect">
            <a:avLst/>
          </a:prstGeom>
          <a:solidFill>
            <a:srgbClr val="1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4" name="TextBox 463">
            <a:extLst>
              <a:ext uri="{FF2B5EF4-FFF2-40B4-BE49-F238E27FC236}">
                <a16:creationId xmlns:a16="http://schemas.microsoft.com/office/drawing/2014/main" id="{3878CB5D-3B85-08D3-D5F3-BF208CCD6813}"/>
              </a:ext>
            </a:extLst>
          </p:cNvPr>
          <p:cNvSpPr txBox="1"/>
          <p:nvPr/>
        </p:nvSpPr>
        <p:spPr>
          <a:xfrm>
            <a:off x="9101220" y="3831986"/>
            <a:ext cx="396000" cy="133883"/>
          </a:xfrm>
          <a:prstGeom prst="rect">
            <a:avLst/>
          </a:prstGeom>
          <a:noFill/>
        </p:spPr>
        <p:txBody>
          <a:bodyPr wrap="square" lIns="27432" tIns="9144" rIns="27432" bIns="9144" anchor="ctr">
            <a:spAutoFit/>
          </a:bodyPr>
          <a:lstStyle/>
          <a:p>
            <a:pPr algn="l"/>
            <a:r>
              <a:rPr sz="750" b="0" i="0">
                <a:solidFill>
                  <a:schemeClr val="bg1"/>
                </a:solidFill>
                <a:latin typeface="Calibri"/>
              </a:rPr>
              <a:t>sign-off</a:t>
            </a:r>
          </a:p>
        </p:txBody>
      </p:sp>
      <p:sp>
        <p:nvSpPr>
          <p:cNvPr id="466" name="TextBox 465">
            <a:extLst>
              <a:ext uri="{FF2B5EF4-FFF2-40B4-BE49-F238E27FC236}">
                <a16:creationId xmlns:a16="http://schemas.microsoft.com/office/drawing/2014/main" id="{D116B720-93F3-7AB7-6B13-F45AE4E70C7C}"/>
              </a:ext>
            </a:extLst>
          </p:cNvPr>
          <p:cNvSpPr txBox="1"/>
          <p:nvPr/>
        </p:nvSpPr>
        <p:spPr>
          <a:xfrm>
            <a:off x="431200" y="4100096"/>
            <a:ext cx="1965960" cy="438912"/>
          </a:xfrm>
          <a:prstGeom prst="rect">
            <a:avLst/>
          </a:prstGeom>
          <a:noFill/>
        </p:spPr>
        <p:txBody>
          <a:bodyPr wrap="square" lIns="27432" tIns="9144" rIns="27432" bIns="9144" anchor="ctr">
            <a:spAutoFit/>
          </a:bodyPr>
          <a:lstStyle/>
          <a:p>
            <a:pPr algn="l"/>
            <a:r>
              <a:rPr sz="950" b="1" i="0">
                <a:solidFill>
                  <a:srgbClr val="0A1628"/>
                </a:solidFill>
                <a:latin typeface="Calibri"/>
              </a:rPr>
              <a:t>QA &amp; validation</a:t>
            </a:r>
          </a:p>
        </p:txBody>
      </p:sp>
      <p:sp>
        <p:nvSpPr>
          <p:cNvPr id="468" name="Rounded Rectangle 66">
            <a:extLst>
              <a:ext uri="{FF2B5EF4-FFF2-40B4-BE49-F238E27FC236}">
                <a16:creationId xmlns:a16="http://schemas.microsoft.com/office/drawing/2014/main" id="{E3363991-F5C9-7DB7-32ED-857C9BED0B11}"/>
              </a:ext>
            </a:extLst>
          </p:cNvPr>
          <p:cNvSpPr/>
          <p:nvPr/>
        </p:nvSpPr>
        <p:spPr>
          <a:xfrm>
            <a:off x="5995324" y="4122956"/>
            <a:ext cx="2537460" cy="173736"/>
          </a:xfrm>
          <a:prstGeom prst="round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0" name="TextBox 469">
            <a:extLst>
              <a:ext uri="{FF2B5EF4-FFF2-40B4-BE49-F238E27FC236}">
                <a16:creationId xmlns:a16="http://schemas.microsoft.com/office/drawing/2014/main" id="{A00B492B-1A0D-4633-6106-8CB515D52F49}"/>
              </a:ext>
            </a:extLst>
          </p:cNvPr>
          <p:cNvSpPr txBox="1"/>
          <p:nvPr/>
        </p:nvSpPr>
        <p:spPr>
          <a:xfrm>
            <a:off x="6041044" y="4095524"/>
            <a:ext cx="2446020" cy="228600"/>
          </a:xfrm>
          <a:prstGeom prst="rect">
            <a:avLst/>
          </a:prstGeom>
          <a:noFill/>
        </p:spPr>
        <p:txBody>
          <a:bodyPr wrap="square" lIns="27432" tIns="9144" rIns="27432" bIns="9144" anchor="ctr">
            <a:spAutoFit/>
          </a:bodyPr>
          <a:lstStyle/>
          <a:p>
            <a:pPr algn="ctr"/>
            <a:r>
              <a:rPr sz="750" b="1" i="0">
                <a:solidFill>
                  <a:srgbClr val="FFFFFF"/>
                </a:solidFill>
                <a:latin typeface="Calibri"/>
              </a:rPr>
              <a:t>Baseline vs Power BI (question bank)</a:t>
            </a:r>
          </a:p>
        </p:txBody>
      </p:sp>
      <p:sp>
        <p:nvSpPr>
          <p:cNvPr id="472" name="Rounded Rectangle 68">
            <a:extLst>
              <a:ext uri="{FF2B5EF4-FFF2-40B4-BE49-F238E27FC236}">
                <a16:creationId xmlns:a16="http://schemas.microsoft.com/office/drawing/2014/main" id="{E28BFFEF-D34D-2165-6F86-CFC16F465A53}"/>
              </a:ext>
            </a:extLst>
          </p:cNvPr>
          <p:cNvSpPr/>
          <p:nvPr/>
        </p:nvSpPr>
        <p:spPr>
          <a:xfrm>
            <a:off x="8532784" y="4122956"/>
            <a:ext cx="507492" cy="173736"/>
          </a:xfrm>
          <a:prstGeom prst="round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4" name="TextBox 473">
            <a:extLst>
              <a:ext uri="{FF2B5EF4-FFF2-40B4-BE49-F238E27FC236}">
                <a16:creationId xmlns:a16="http://schemas.microsoft.com/office/drawing/2014/main" id="{0AA3E307-0AD9-3803-594D-0E15BE81A010}"/>
              </a:ext>
            </a:extLst>
          </p:cNvPr>
          <p:cNvSpPr txBox="1"/>
          <p:nvPr/>
        </p:nvSpPr>
        <p:spPr>
          <a:xfrm>
            <a:off x="8571265" y="4147949"/>
            <a:ext cx="504000" cy="133883"/>
          </a:xfrm>
          <a:prstGeom prst="rect">
            <a:avLst/>
          </a:prstGeom>
          <a:noFill/>
        </p:spPr>
        <p:txBody>
          <a:bodyPr wrap="square" lIns="27432" tIns="9144" rIns="27432" bIns="9144" anchor="ctr">
            <a:spAutoFit/>
          </a:bodyPr>
          <a:lstStyle/>
          <a:p>
            <a:pPr algn="l"/>
            <a:r>
              <a:rPr sz="750" b="0" i="0">
                <a:solidFill>
                  <a:schemeClr val="bg1"/>
                </a:solidFill>
                <a:latin typeface="Calibri"/>
              </a:rPr>
              <a:t>Regression</a:t>
            </a:r>
          </a:p>
        </p:txBody>
      </p:sp>
      <p:sp>
        <p:nvSpPr>
          <p:cNvPr id="476" name="Rounded Rectangle 70">
            <a:extLst>
              <a:ext uri="{FF2B5EF4-FFF2-40B4-BE49-F238E27FC236}">
                <a16:creationId xmlns:a16="http://schemas.microsoft.com/office/drawing/2014/main" id="{B0434F4F-BDAF-2DEA-CE45-343D9729EF56}"/>
              </a:ext>
            </a:extLst>
          </p:cNvPr>
          <p:cNvSpPr/>
          <p:nvPr/>
        </p:nvSpPr>
        <p:spPr>
          <a:xfrm>
            <a:off x="6502816" y="4342412"/>
            <a:ext cx="2537460" cy="173736"/>
          </a:xfrm>
          <a:prstGeom prst="round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8" name="TextBox 477">
            <a:extLst>
              <a:ext uri="{FF2B5EF4-FFF2-40B4-BE49-F238E27FC236}">
                <a16:creationId xmlns:a16="http://schemas.microsoft.com/office/drawing/2014/main" id="{352C7732-D52D-915F-BED3-C589E68D0F61}"/>
              </a:ext>
            </a:extLst>
          </p:cNvPr>
          <p:cNvSpPr txBox="1"/>
          <p:nvPr/>
        </p:nvSpPr>
        <p:spPr>
          <a:xfrm>
            <a:off x="6548536" y="4314980"/>
            <a:ext cx="2446020" cy="228600"/>
          </a:xfrm>
          <a:prstGeom prst="rect">
            <a:avLst/>
          </a:prstGeom>
          <a:noFill/>
        </p:spPr>
        <p:txBody>
          <a:bodyPr wrap="square" lIns="27432" tIns="9144" rIns="27432" bIns="9144" anchor="ctr">
            <a:spAutoFit/>
          </a:bodyPr>
          <a:lstStyle/>
          <a:p>
            <a:pPr algn="ctr"/>
            <a:r>
              <a:rPr sz="750" b="1" i="0">
                <a:solidFill>
                  <a:srgbClr val="FFFFFF"/>
                </a:solidFill>
                <a:latin typeface="Calibri"/>
              </a:rPr>
              <a:t>PII red-team · voice · load</a:t>
            </a:r>
          </a:p>
        </p:txBody>
      </p:sp>
      <p:sp>
        <p:nvSpPr>
          <p:cNvPr id="480" name="TextBox 479">
            <a:extLst>
              <a:ext uri="{FF2B5EF4-FFF2-40B4-BE49-F238E27FC236}">
                <a16:creationId xmlns:a16="http://schemas.microsoft.com/office/drawing/2014/main" id="{B5DD1576-BEBF-D325-4F1E-1383470B9ECD}"/>
              </a:ext>
            </a:extLst>
          </p:cNvPr>
          <p:cNvSpPr txBox="1"/>
          <p:nvPr/>
        </p:nvSpPr>
        <p:spPr>
          <a:xfrm>
            <a:off x="431200" y="4630448"/>
            <a:ext cx="1965960" cy="438912"/>
          </a:xfrm>
          <a:prstGeom prst="rect">
            <a:avLst/>
          </a:prstGeom>
          <a:noFill/>
        </p:spPr>
        <p:txBody>
          <a:bodyPr wrap="square" lIns="27432" tIns="9144" rIns="27432" bIns="9144" anchor="ctr">
            <a:spAutoFit/>
          </a:bodyPr>
          <a:lstStyle/>
          <a:p>
            <a:pPr algn="l"/>
            <a:r>
              <a:rPr sz="950" b="1" i="0">
                <a:solidFill>
                  <a:srgbClr val="0A1628"/>
                </a:solidFill>
                <a:latin typeface="Calibri"/>
              </a:rPr>
              <a:t>UAT, adoption &amp; go-live</a:t>
            </a:r>
          </a:p>
        </p:txBody>
      </p:sp>
      <p:sp>
        <p:nvSpPr>
          <p:cNvPr id="482" name="Rounded Rectangle 73">
            <a:extLst>
              <a:ext uri="{FF2B5EF4-FFF2-40B4-BE49-F238E27FC236}">
                <a16:creationId xmlns:a16="http://schemas.microsoft.com/office/drawing/2014/main" id="{27363CF5-5BF5-0293-824D-2200C164AA66}"/>
              </a:ext>
            </a:extLst>
          </p:cNvPr>
          <p:cNvSpPr/>
          <p:nvPr/>
        </p:nvSpPr>
        <p:spPr>
          <a:xfrm>
            <a:off x="8025292" y="4653308"/>
            <a:ext cx="2029968" cy="173736"/>
          </a:xfrm>
          <a:prstGeom prst="roundRect">
            <a:avLst/>
          </a:prstGeom>
          <a:solidFill>
            <a:srgbClr val="1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4" name="TextBox 483">
            <a:extLst>
              <a:ext uri="{FF2B5EF4-FFF2-40B4-BE49-F238E27FC236}">
                <a16:creationId xmlns:a16="http://schemas.microsoft.com/office/drawing/2014/main" id="{3E39360B-AE8A-43D7-258D-5E53988FD0AE}"/>
              </a:ext>
            </a:extLst>
          </p:cNvPr>
          <p:cNvSpPr txBox="1"/>
          <p:nvPr/>
        </p:nvSpPr>
        <p:spPr>
          <a:xfrm>
            <a:off x="8071012" y="4625876"/>
            <a:ext cx="1938528" cy="228600"/>
          </a:xfrm>
          <a:prstGeom prst="rect">
            <a:avLst/>
          </a:prstGeom>
          <a:noFill/>
        </p:spPr>
        <p:txBody>
          <a:bodyPr wrap="square" lIns="27432" tIns="9144" rIns="27432" bIns="9144" anchor="ctr">
            <a:spAutoFit/>
          </a:bodyPr>
          <a:lstStyle/>
          <a:p>
            <a:pPr algn="ctr"/>
            <a:r>
              <a:rPr sz="750" b="1" i="0">
                <a:solidFill>
                  <a:srgbClr val="FFFFFF"/>
                </a:solidFill>
                <a:latin typeface="Calibri"/>
              </a:rPr>
              <a:t>3-tier UAT</a:t>
            </a:r>
          </a:p>
        </p:txBody>
      </p:sp>
      <p:sp>
        <p:nvSpPr>
          <p:cNvPr id="486" name="Rounded Rectangle 75">
            <a:extLst>
              <a:ext uri="{FF2B5EF4-FFF2-40B4-BE49-F238E27FC236}">
                <a16:creationId xmlns:a16="http://schemas.microsoft.com/office/drawing/2014/main" id="{1EFF43DA-A09E-EE66-D038-64B0D6DD9EDC}"/>
              </a:ext>
            </a:extLst>
          </p:cNvPr>
          <p:cNvSpPr/>
          <p:nvPr/>
        </p:nvSpPr>
        <p:spPr>
          <a:xfrm>
            <a:off x="10055260" y="4653308"/>
            <a:ext cx="507492" cy="173736"/>
          </a:xfrm>
          <a:prstGeom prst="round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8" name="TextBox 487">
            <a:extLst>
              <a:ext uri="{FF2B5EF4-FFF2-40B4-BE49-F238E27FC236}">
                <a16:creationId xmlns:a16="http://schemas.microsoft.com/office/drawing/2014/main" id="{9BD44987-AE6A-560D-3E97-8DD9F890387B}"/>
              </a:ext>
            </a:extLst>
          </p:cNvPr>
          <p:cNvSpPr txBox="1"/>
          <p:nvPr/>
        </p:nvSpPr>
        <p:spPr>
          <a:xfrm>
            <a:off x="9598060" y="4681121"/>
            <a:ext cx="1421892" cy="133883"/>
          </a:xfrm>
          <a:prstGeom prst="rect">
            <a:avLst/>
          </a:prstGeom>
          <a:noFill/>
        </p:spPr>
        <p:txBody>
          <a:bodyPr wrap="square" lIns="27432" tIns="9144" rIns="27432" bIns="9144" anchor="t">
            <a:spAutoFit/>
          </a:bodyPr>
          <a:lstStyle/>
          <a:p>
            <a:pPr algn="ctr"/>
            <a:r>
              <a:rPr sz="750" b="1" i="0">
                <a:solidFill>
                  <a:schemeClr val="bg1"/>
                </a:solidFill>
                <a:latin typeface="Calibri"/>
              </a:rPr>
              <a:t>Go-live</a:t>
            </a:r>
          </a:p>
        </p:txBody>
      </p:sp>
      <p:sp>
        <p:nvSpPr>
          <p:cNvPr id="490" name="Rounded Rectangle 77">
            <a:extLst>
              <a:ext uri="{FF2B5EF4-FFF2-40B4-BE49-F238E27FC236}">
                <a16:creationId xmlns:a16="http://schemas.microsoft.com/office/drawing/2014/main" id="{4F88A3C0-AAE2-431A-7116-3733F78279B0}"/>
              </a:ext>
            </a:extLst>
          </p:cNvPr>
          <p:cNvSpPr/>
          <p:nvPr/>
        </p:nvSpPr>
        <p:spPr>
          <a:xfrm>
            <a:off x="10562752" y="4653308"/>
            <a:ext cx="1014984" cy="173736"/>
          </a:xfrm>
          <a:prstGeom prst="roundRect">
            <a:avLst/>
          </a:prstGeom>
          <a:noFill/>
          <a:ln w="12700">
            <a:solidFill>
              <a:srgbClr val="B8913B"/>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2" name="TextBox 491">
            <a:extLst>
              <a:ext uri="{FF2B5EF4-FFF2-40B4-BE49-F238E27FC236}">
                <a16:creationId xmlns:a16="http://schemas.microsoft.com/office/drawing/2014/main" id="{D0AE9613-3AED-C7A0-E913-2EE0DAE7D0CE}"/>
              </a:ext>
            </a:extLst>
          </p:cNvPr>
          <p:cNvSpPr txBox="1"/>
          <p:nvPr/>
        </p:nvSpPr>
        <p:spPr>
          <a:xfrm>
            <a:off x="10105552" y="4681121"/>
            <a:ext cx="1929384" cy="182880"/>
          </a:xfrm>
          <a:prstGeom prst="rect">
            <a:avLst/>
          </a:prstGeom>
          <a:noFill/>
        </p:spPr>
        <p:txBody>
          <a:bodyPr wrap="square" lIns="27432" tIns="9144" rIns="27432" bIns="9144" anchor="t">
            <a:spAutoFit/>
          </a:bodyPr>
          <a:lstStyle/>
          <a:p>
            <a:pPr algn="ctr"/>
            <a:r>
              <a:rPr sz="750" b="1" i="0">
                <a:solidFill>
                  <a:srgbClr val="B8913B"/>
                </a:solidFill>
                <a:latin typeface="Calibri"/>
              </a:rPr>
              <a:t>Hypercare same-day</a:t>
            </a:r>
          </a:p>
        </p:txBody>
      </p:sp>
      <p:sp>
        <p:nvSpPr>
          <p:cNvPr id="494" name="Rounded Rectangle 79">
            <a:extLst>
              <a:ext uri="{FF2B5EF4-FFF2-40B4-BE49-F238E27FC236}">
                <a16:creationId xmlns:a16="http://schemas.microsoft.com/office/drawing/2014/main" id="{03DEE109-DEAC-3156-BE4B-CC09DF9661AD}"/>
              </a:ext>
            </a:extLst>
          </p:cNvPr>
          <p:cNvSpPr/>
          <p:nvPr/>
        </p:nvSpPr>
        <p:spPr>
          <a:xfrm>
            <a:off x="8532784" y="4872764"/>
            <a:ext cx="1522476" cy="173736"/>
          </a:xfrm>
          <a:prstGeom prst="roundRect">
            <a:avLst/>
          </a:prstGeom>
          <a:solidFill>
            <a:srgbClr val="1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6" name="TextBox 495">
            <a:extLst>
              <a:ext uri="{FF2B5EF4-FFF2-40B4-BE49-F238E27FC236}">
                <a16:creationId xmlns:a16="http://schemas.microsoft.com/office/drawing/2014/main" id="{D06389AD-5A6D-F55B-5D18-D920A34E8FC4}"/>
              </a:ext>
            </a:extLst>
          </p:cNvPr>
          <p:cNvSpPr txBox="1"/>
          <p:nvPr/>
        </p:nvSpPr>
        <p:spPr>
          <a:xfrm>
            <a:off x="8103016" y="4892690"/>
            <a:ext cx="1517904" cy="133883"/>
          </a:xfrm>
          <a:prstGeom prst="rect">
            <a:avLst/>
          </a:prstGeom>
          <a:noFill/>
        </p:spPr>
        <p:txBody>
          <a:bodyPr wrap="square" lIns="27432" tIns="9144" rIns="27432" bIns="9144" anchor="ctr">
            <a:spAutoFit/>
          </a:bodyPr>
          <a:lstStyle/>
          <a:p>
            <a:pPr algn="r"/>
            <a:r>
              <a:rPr sz="750" b="0" i="0">
                <a:solidFill>
                  <a:schemeClr val="bg1"/>
                </a:solidFill>
                <a:latin typeface="Calibri"/>
              </a:rPr>
              <a:t>Runbooks + KT</a:t>
            </a:r>
          </a:p>
        </p:txBody>
      </p:sp>
      <p:sp>
        <p:nvSpPr>
          <p:cNvPr id="498" name="Rectangle 497">
            <a:extLst>
              <a:ext uri="{FF2B5EF4-FFF2-40B4-BE49-F238E27FC236}">
                <a16:creationId xmlns:a16="http://schemas.microsoft.com/office/drawing/2014/main" id="{781E88DD-8433-59A1-BCB7-713E4FB77861}"/>
              </a:ext>
            </a:extLst>
          </p:cNvPr>
          <p:cNvSpPr/>
          <p:nvPr/>
        </p:nvSpPr>
        <p:spPr>
          <a:xfrm>
            <a:off x="5995324" y="2106704"/>
            <a:ext cx="3044952" cy="2962656"/>
          </a:xfrm>
          <a:prstGeom prst="rect">
            <a:avLst/>
          </a:prstGeom>
          <a:noFill/>
          <a:ln w="12700">
            <a:solidFill>
              <a:srgbClr val="B8913B">
                <a:alpha val="30196"/>
              </a:srgbClr>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0" name="TextBox 499">
            <a:extLst>
              <a:ext uri="{FF2B5EF4-FFF2-40B4-BE49-F238E27FC236}">
                <a16:creationId xmlns:a16="http://schemas.microsoft.com/office/drawing/2014/main" id="{A47D45E2-EF9D-3164-F0F0-A7D73FD2456B}"/>
              </a:ext>
            </a:extLst>
          </p:cNvPr>
          <p:cNvSpPr txBox="1"/>
          <p:nvPr/>
        </p:nvSpPr>
        <p:spPr>
          <a:xfrm>
            <a:off x="5995324" y="2136041"/>
            <a:ext cx="3044952" cy="182880"/>
          </a:xfrm>
          <a:prstGeom prst="rect">
            <a:avLst/>
          </a:prstGeom>
          <a:noFill/>
        </p:spPr>
        <p:txBody>
          <a:bodyPr wrap="square" lIns="27432" tIns="9144" rIns="27432" bIns="9144" anchor="t">
            <a:spAutoFit/>
          </a:bodyPr>
          <a:lstStyle/>
          <a:p>
            <a:pPr algn="ctr"/>
            <a:r>
              <a:rPr sz="800" b="1" i="0">
                <a:solidFill>
                  <a:srgbClr val="B8913B"/>
                </a:solidFill>
                <a:latin typeface="Calibri"/>
              </a:rPr>
              <a:t>QA  ·  overlaps Build (W8-13)</a:t>
            </a:r>
          </a:p>
        </p:txBody>
      </p:sp>
      <p:sp>
        <p:nvSpPr>
          <p:cNvPr id="502" name="Rectangle 501">
            <a:extLst>
              <a:ext uri="{FF2B5EF4-FFF2-40B4-BE49-F238E27FC236}">
                <a16:creationId xmlns:a16="http://schemas.microsoft.com/office/drawing/2014/main" id="{70478685-41B6-D553-06BB-8A469AF7896D}"/>
              </a:ext>
            </a:extLst>
          </p:cNvPr>
          <p:cNvSpPr/>
          <p:nvPr/>
        </p:nvSpPr>
        <p:spPr>
          <a:xfrm>
            <a:off x="2442880" y="5206520"/>
            <a:ext cx="9134856" cy="18288"/>
          </a:xfrm>
          <a:prstGeom prst="rect">
            <a:avLst/>
          </a:prstGeom>
          <a:solidFill>
            <a:srgbClr val="E3E6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4" name="TextBox 503">
            <a:extLst>
              <a:ext uri="{FF2B5EF4-FFF2-40B4-BE49-F238E27FC236}">
                <a16:creationId xmlns:a16="http://schemas.microsoft.com/office/drawing/2014/main" id="{DDB4794D-968A-380F-5D6D-83D0E9FE7021}"/>
              </a:ext>
            </a:extLst>
          </p:cNvPr>
          <p:cNvSpPr txBox="1"/>
          <p:nvPr/>
        </p:nvSpPr>
        <p:spPr>
          <a:xfrm>
            <a:off x="431200" y="5179087"/>
            <a:ext cx="1965960" cy="274320"/>
          </a:xfrm>
          <a:prstGeom prst="rect">
            <a:avLst/>
          </a:prstGeom>
          <a:noFill/>
        </p:spPr>
        <p:txBody>
          <a:bodyPr wrap="square" lIns="27432" tIns="9144" rIns="27432" bIns="9144" anchor="ctr">
            <a:spAutoFit/>
          </a:bodyPr>
          <a:lstStyle/>
          <a:p>
            <a:pPr algn="l"/>
            <a:r>
              <a:rPr sz="950" b="1" i="0">
                <a:solidFill>
                  <a:srgbClr val="0A1628"/>
                </a:solidFill>
                <a:latin typeface="Calibri"/>
              </a:rPr>
              <a:t>Gates &amp; cadence</a:t>
            </a:r>
          </a:p>
        </p:txBody>
      </p:sp>
      <p:sp>
        <p:nvSpPr>
          <p:cNvPr id="506" name="Diamond 505">
            <a:extLst>
              <a:ext uri="{FF2B5EF4-FFF2-40B4-BE49-F238E27FC236}">
                <a16:creationId xmlns:a16="http://schemas.microsoft.com/office/drawing/2014/main" id="{3DE045ED-F3A1-0CC7-840D-EA86ABD2F935}"/>
              </a:ext>
            </a:extLst>
          </p:cNvPr>
          <p:cNvSpPr/>
          <p:nvPr/>
        </p:nvSpPr>
        <p:spPr>
          <a:xfrm>
            <a:off x="3357280" y="5105935"/>
            <a:ext cx="201168" cy="201168"/>
          </a:xfrm>
          <a:prstGeom prst="diamond">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8" name="TextBox 507">
            <a:extLst>
              <a:ext uri="{FF2B5EF4-FFF2-40B4-BE49-F238E27FC236}">
                <a16:creationId xmlns:a16="http://schemas.microsoft.com/office/drawing/2014/main" id="{C2A63FD0-62FC-43B7-44C6-3300973B7B8E}"/>
              </a:ext>
            </a:extLst>
          </p:cNvPr>
          <p:cNvSpPr txBox="1"/>
          <p:nvPr/>
        </p:nvSpPr>
        <p:spPr>
          <a:xfrm>
            <a:off x="2589184" y="5461120"/>
            <a:ext cx="1737360" cy="320040"/>
          </a:xfrm>
          <a:prstGeom prst="rect">
            <a:avLst/>
          </a:prstGeom>
          <a:noFill/>
        </p:spPr>
        <p:txBody>
          <a:bodyPr wrap="square" lIns="27432" tIns="9144" rIns="27432" bIns="9144" anchor="t">
            <a:spAutoFit/>
          </a:bodyPr>
          <a:lstStyle/>
          <a:p>
            <a:pPr algn="ctr"/>
            <a:r>
              <a:rPr sz="800" b="1" i="0">
                <a:solidFill>
                  <a:srgbClr val="0A1628"/>
                </a:solidFill>
                <a:latin typeface="Calibri"/>
              </a:rPr>
              <a:t>G1 · scope signed</a:t>
            </a:r>
          </a:p>
        </p:txBody>
      </p:sp>
      <p:sp>
        <p:nvSpPr>
          <p:cNvPr id="510" name="Diamond 509">
            <a:extLst>
              <a:ext uri="{FF2B5EF4-FFF2-40B4-BE49-F238E27FC236}">
                <a16:creationId xmlns:a16="http://schemas.microsoft.com/office/drawing/2014/main" id="{432519B1-20A8-68D3-14F1-1271D4138879}"/>
              </a:ext>
            </a:extLst>
          </p:cNvPr>
          <p:cNvSpPr/>
          <p:nvPr/>
        </p:nvSpPr>
        <p:spPr>
          <a:xfrm>
            <a:off x="6655978" y="5105935"/>
            <a:ext cx="201168" cy="201168"/>
          </a:xfrm>
          <a:prstGeom prst="diamond">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2" name="TextBox 511">
            <a:extLst>
              <a:ext uri="{FF2B5EF4-FFF2-40B4-BE49-F238E27FC236}">
                <a16:creationId xmlns:a16="http://schemas.microsoft.com/office/drawing/2014/main" id="{B1D3D984-D8EF-2FCB-7E12-830F175CE38F}"/>
              </a:ext>
            </a:extLst>
          </p:cNvPr>
          <p:cNvSpPr txBox="1"/>
          <p:nvPr/>
        </p:nvSpPr>
        <p:spPr>
          <a:xfrm>
            <a:off x="5887882" y="5461120"/>
            <a:ext cx="1737360" cy="320040"/>
          </a:xfrm>
          <a:prstGeom prst="rect">
            <a:avLst/>
          </a:prstGeom>
          <a:noFill/>
        </p:spPr>
        <p:txBody>
          <a:bodyPr wrap="square" lIns="27432" tIns="9144" rIns="27432" bIns="9144" anchor="t">
            <a:spAutoFit/>
          </a:bodyPr>
          <a:lstStyle/>
          <a:p>
            <a:pPr algn="ctr"/>
            <a:r>
              <a:rPr sz="800" b="1" i="0">
                <a:solidFill>
                  <a:srgbClr val="0A1628"/>
                </a:solidFill>
                <a:latin typeface="Calibri"/>
              </a:rPr>
              <a:t>G2 · agent live in Dev</a:t>
            </a:r>
          </a:p>
        </p:txBody>
      </p:sp>
      <p:sp>
        <p:nvSpPr>
          <p:cNvPr id="514" name="Diamond 513">
            <a:extLst>
              <a:ext uri="{FF2B5EF4-FFF2-40B4-BE49-F238E27FC236}">
                <a16:creationId xmlns:a16="http://schemas.microsoft.com/office/drawing/2014/main" id="{A32A36B2-85E1-E0A4-95D3-0B8DB973B278}"/>
              </a:ext>
            </a:extLst>
          </p:cNvPr>
          <p:cNvSpPr/>
          <p:nvPr/>
        </p:nvSpPr>
        <p:spPr>
          <a:xfrm>
            <a:off x="8178454" y="5105935"/>
            <a:ext cx="201168" cy="201168"/>
          </a:xfrm>
          <a:prstGeom prst="diamond">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6" name="TextBox 515">
            <a:extLst>
              <a:ext uri="{FF2B5EF4-FFF2-40B4-BE49-F238E27FC236}">
                <a16:creationId xmlns:a16="http://schemas.microsoft.com/office/drawing/2014/main" id="{0A57B816-3FF0-C969-5C06-34C3233C555F}"/>
              </a:ext>
            </a:extLst>
          </p:cNvPr>
          <p:cNvSpPr txBox="1"/>
          <p:nvPr/>
        </p:nvSpPr>
        <p:spPr>
          <a:xfrm>
            <a:off x="7410358" y="5461120"/>
            <a:ext cx="1737360" cy="320040"/>
          </a:xfrm>
          <a:prstGeom prst="rect">
            <a:avLst/>
          </a:prstGeom>
          <a:noFill/>
        </p:spPr>
        <p:txBody>
          <a:bodyPr wrap="square" lIns="27432" tIns="9144" rIns="27432" bIns="9144" anchor="t">
            <a:spAutoFit/>
          </a:bodyPr>
          <a:lstStyle/>
          <a:p>
            <a:pPr algn="ctr"/>
            <a:r>
              <a:rPr sz="800" b="1" i="0">
                <a:solidFill>
                  <a:srgbClr val="0A1628"/>
                </a:solidFill>
                <a:latin typeface="Calibri"/>
              </a:rPr>
              <a:t>G3 · PBI baseline</a:t>
            </a:r>
          </a:p>
        </p:txBody>
      </p:sp>
      <p:sp>
        <p:nvSpPr>
          <p:cNvPr id="518" name="Diamond 517">
            <a:extLst>
              <a:ext uri="{FF2B5EF4-FFF2-40B4-BE49-F238E27FC236}">
                <a16:creationId xmlns:a16="http://schemas.microsoft.com/office/drawing/2014/main" id="{40983411-701C-1487-D955-18D56956E9CE}"/>
              </a:ext>
            </a:extLst>
          </p:cNvPr>
          <p:cNvSpPr/>
          <p:nvPr/>
        </p:nvSpPr>
        <p:spPr>
          <a:xfrm>
            <a:off x="9700930" y="5105935"/>
            <a:ext cx="201168" cy="201168"/>
          </a:xfrm>
          <a:prstGeom prst="diamond">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0" name="TextBox 519">
            <a:extLst>
              <a:ext uri="{FF2B5EF4-FFF2-40B4-BE49-F238E27FC236}">
                <a16:creationId xmlns:a16="http://schemas.microsoft.com/office/drawing/2014/main" id="{B46F0AAA-678A-BF55-11DD-45BD8EDD622F}"/>
              </a:ext>
            </a:extLst>
          </p:cNvPr>
          <p:cNvSpPr txBox="1"/>
          <p:nvPr/>
        </p:nvSpPr>
        <p:spPr>
          <a:xfrm>
            <a:off x="8932834" y="5461120"/>
            <a:ext cx="1737360" cy="320040"/>
          </a:xfrm>
          <a:prstGeom prst="rect">
            <a:avLst/>
          </a:prstGeom>
          <a:noFill/>
        </p:spPr>
        <p:txBody>
          <a:bodyPr wrap="square" lIns="27432" tIns="9144" rIns="27432" bIns="9144" anchor="t">
            <a:spAutoFit/>
          </a:bodyPr>
          <a:lstStyle/>
          <a:p>
            <a:pPr algn="ctr"/>
            <a:r>
              <a:rPr sz="800" b="1" i="0">
                <a:solidFill>
                  <a:srgbClr val="0A1628"/>
                </a:solidFill>
                <a:latin typeface="Calibri"/>
              </a:rPr>
              <a:t>G4 · UAT sign-off</a:t>
            </a:r>
          </a:p>
        </p:txBody>
      </p:sp>
      <p:sp>
        <p:nvSpPr>
          <p:cNvPr id="522" name="Diamond 521">
            <a:extLst>
              <a:ext uri="{FF2B5EF4-FFF2-40B4-BE49-F238E27FC236}">
                <a16:creationId xmlns:a16="http://schemas.microsoft.com/office/drawing/2014/main" id="{E935A634-14BC-0B7B-99B7-782B30B4A5F1}"/>
              </a:ext>
            </a:extLst>
          </p:cNvPr>
          <p:cNvSpPr/>
          <p:nvPr/>
        </p:nvSpPr>
        <p:spPr>
          <a:xfrm>
            <a:off x="10462168" y="5105935"/>
            <a:ext cx="201168" cy="201168"/>
          </a:xfrm>
          <a:prstGeom prst="diamond">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4" name="TextBox 523">
            <a:extLst>
              <a:ext uri="{FF2B5EF4-FFF2-40B4-BE49-F238E27FC236}">
                <a16:creationId xmlns:a16="http://schemas.microsoft.com/office/drawing/2014/main" id="{A69267C0-3239-0F18-F632-9F9423C7D990}"/>
              </a:ext>
            </a:extLst>
          </p:cNvPr>
          <p:cNvSpPr txBox="1"/>
          <p:nvPr/>
        </p:nvSpPr>
        <p:spPr>
          <a:xfrm>
            <a:off x="9694072" y="5461120"/>
            <a:ext cx="1737360" cy="320040"/>
          </a:xfrm>
          <a:prstGeom prst="rect">
            <a:avLst/>
          </a:prstGeom>
          <a:noFill/>
        </p:spPr>
        <p:txBody>
          <a:bodyPr wrap="square" lIns="27432" tIns="9144" rIns="27432" bIns="9144" anchor="t">
            <a:spAutoFit/>
          </a:bodyPr>
          <a:lstStyle/>
          <a:p>
            <a:pPr algn="ctr"/>
            <a:r>
              <a:rPr sz="800" b="1" i="0">
                <a:solidFill>
                  <a:srgbClr val="0A1628"/>
                </a:solidFill>
                <a:latin typeface="Calibri"/>
              </a:rPr>
              <a:t>G5 · go-live</a:t>
            </a:r>
          </a:p>
        </p:txBody>
      </p:sp>
      <p:sp>
        <p:nvSpPr>
          <p:cNvPr id="526" name="TextBox 525">
            <a:extLst>
              <a:ext uri="{FF2B5EF4-FFF2-40B4-BE49-F238E27FC236}">
                <a16:creationId xmlns:a16="http://schemas.microsoft.com/office/drawing/2014/main" id="{7D30FCF1-3922-4FEE-A942-A1CE968B96A0}"/>
              </a:ext>
            </a:extLst>
          </p:cNvPr>
          <p:cNvSpPr txBox="1"/>
          <p:nvPr/>
        </p:nvSpPr>
        <p:spPr>
          <a:xfrm>
            <a:off x="2504241" y="2154292"/>
            <a:ext cx="936000" cy="133883"/>
          </a:xfrm>
          <a:prstGeom prst="rect">
            <a:avLst/>
          </a:prstGeom>
          <a:noFill/>
        </p:spPr>
        <p:txBody>
          <a:bodyPr wrap="square" lIns="27432" tIns="9144" rIns="27432" bIns="9144" anchor="ctr">
            <a:spAutoFit/>
          </a:bodyPr>
          <a:lstStyle/>
          <a:p>
            <a:pPr algn="l"/>
            <a:r>
              <a:rPr lang="en-IN" sz="750" b="0" i="0">
                <a:solidFill>
                  <a:schemeClr val="bg1"/>
                </a:solidFill>
                <a:latin typeface="Calibri"/>
              </a:rPr>
              <a:t>Dictionary Hardening</a:t>
            </a:r>
            <a:endParaRPr sz="750" b="0" i="0">
              <a:solidFill>
                <a:schemeClr val="bg1"/>
              </a:solidFill>
              <a:latin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DELIVERY PLAN &amp; MILESTONES</a:t>
            </a:r>
            <a:endParaRPr lang="en-US" sz="1000"/>
          </a:p>
        </p:txBody>
      </p:sp>
      <p:sp>
        <p:nvSpPr>
          <p:cNvPr id="5" name="Text 3"/>
          <p:cNvSpPr/>
          <p:nvPr/>
        </p:nvSpPr>
        <p:spPr>
          <a:xfrm>
            <a:off x="548640" y="438912"/>
            <a:ext cx="11064240" cy="502920"/>
          </a:xfrm>
          <a:prstGeom prst="rect">
            <a:avLst/>
          </a:prstGeom>
          <a:noFill/>
          <a:ln/>
        </p:spPr>
        <p:txBody>
          <a:bodyPr wrap="square" lIns="0" tIns="0" rIns="0" bIns="0" rtlCol="0" anchor="ctr"/>
          <a:lstStyle/>
          <a:p>
            <a:pPr marL="0" indent="0">
              <a:buNone/>
            </a:pPr>
            <a:r>
              <a:rPr lang="en-US" sz="2300" b="1">
                <a:solidFill>
                  <a:srgbClr val="0A1628"/>
                </a:solidFill>
                <a:latin typeface="Georgia" pitchFamily="34" charset="0"/>
                <a:ea typeface="Georgia" pitchFamily="34" charset="-122"/>
                <a:cs typeface="Georgia" pitchFamily="34" charset="-120"/>
              </a:rPr>
              <a:t>What you sign for at the end of each phase</a:t>
            </a:r>
            <a:endParaRPr lang="en-US" sz="2300"/>
          </a:p>
        </p:txBody>
      </p:sp>
      <p:sp>
        <p:nvSpPr>
          <p:cNvPr id="6" name="Shape 4"/>
          <p:cNvSpPr/>
          <p:nvPr/>
        </p:nvSpPr>
        <p:spPr>
          <a:xfrm>
            <a:off x="566928" y="960120"/>
            <a:ext cx="1371600" cy="32004"/>
          </a:xfrm>
          <a:prstGeom prst="rect">
            <a:avLst/>
          </a:prstGeom>
          <a:solidFill>
            <a:srgbClr val="B8913B"/>
          </a:solidFill>
          <a:ln/>
        </p:spPr>
        <p:txBody>
          <a:bodyPr/>
          <a:lstStyle/>
          <a:p>
            <a:endParaRPr lang="en-IN"/>
          </a:p>
        </p:txBody>
      </p:sp>
      <p:sp>
        <p:nvSpPr>
          <p:cNvPr id="7" name="Text 5"/>
          <p:cNvSpPr/>
          <p:nvPr/>
        </p:nvSpPr>
        <p:spPr>
          <a:xfrm>
            <a:off x="548640" y="1024128"/>
            <a:ext cx="11064240" cy="274320"/>
          </a:xfrm>
          <a:prstGeom prst="rect">
            <a:avLst/>
          </a:prstGeom>
          <a:noFill/>
          <a:ln/>
        </p:spPr>
        <p:txBody>
          <a:bodyPr wrap="square" lIns="0" tIns="0" rIns="0" bIns="0" rtlCol="0" anchor="ctr"/>
          <a:lstStyle/>
          <a:p>
            <a:pPr marL="0" indent="0">
              <a:buNone/>
            </a:pPr>
            <a:r>
              <a:rPr lang="en-US" sz="1100">
                <a:solidFill>
                  <a:srgbClr val="1F6F7A"/>
                </a:solidFill>
                <a:latin typeface="Calibri" pitchFamily="34" charset="0"/>
                <a:ea typeface="Calibri" pitchFamily="34" charset="-122"/>
                <a:cs typeface="Calibri" pitchFamily="34" charset="-120"/>
              </a:rPr>
              <a:t>Deliverables Per Phase</a:t>
            </a:r>
            <a:endParaRPr lang="en-US" sz="1100"/>
          </a:p>
        </p:txBody>
      </p:sp>
      <p:sp>
        <p:nvSpPr>
          <p:cNvPr id="8" name="Shape 6"/>
          <p:cNvSpPr/>
          <p:nvPr/>
        </p:nvSpPr>
        <p:spPr>
          <a:xfrm>
            <a:off x="548640" y="1444752"/>
            <a:ext cx="2121408" cy="4356000"/>
          </a:xfrm>
          <a:prstGeom prst="roundRect">
            <a:avLst>
              <a:gd name="adj" fmla="val 2155"/>
            </a:avLst>
          </a:prstGeom>
          <a:solidFill>
            <a:srgbClr val="FBFAF6"/>
          </a:solidFill>
          <a:ln w="9525">
            <a:solidFill>
              <a:srgbClr val="E5E7EB"/>
            </a:solidFill>
            <a:prstDash val="solid"/>
          </a:ln>
        </p:spPr>
        <p:txBody>
          <a:bodyPr/>
          <a:lstStyle/>
          <a:p>
            <a:endParaRPr lang="en-IN"/>
          </a:p>
        </p:txBody>
      </p:sp>
      <p:sp>
        <p:nvSpPr>
          <p:cNvPr id="9" name="Shape 7"/>
          <p:cNvSpPr/>
          <p:nvPr/>
        </p:nvSpPr>
        <p:spPr>
          <a:xfrm>
            <a:off x="548640" y="1444752"/>
            <a:ext cx="2121408" cy="475488"/>
          </a:xfrm>
          <a:prstGeom prst="roundRect">
            <a:avLst>
              <a:gd name="adj" fmla="val 9615"/>
            </a:avLst>
          </a:prstGeom>
          <a:solidFill>
            <a:srgbClr val="1F6F7A"/>
          </a:solidFill>
          <a:ln/>
        </p:spPr>
        <p:txBody>
          <a:bodyPr/>
          <a:lstStyle/>
          <a:p>
            <a:endParaRPr lang="en-IN"/>
          </a:p>
        </p:txBody>
      </p:sp>
      <p:sp>
        <p:nvSpPr>
          <p:cNvPr id="10" name="Shape 8"/>
          <p:cNvSpPr/>
          <p:nvPr/>
        </p:nvSpPr>
        <p:spPr>
          <a:xfrm>
            <a:off x="548640" y="1682496"/>
            <a:ext cx="2121408" cy="237744"/>
          </a:xfrm>
          <a:prstGeom prst="rect">
            <a:avLst/>
          </a:prstGeom>
          <a:solidFill>
            <a:srgbClr val="1F6F7A"/>
          </a:solidFill>
          <a:ln/>
        </p:spPr>
        <p:txBody>
          <a:bodyPr/>
          <a:lstStyle/>
          <a:p>
            <a:endParaRPr lang="en-IN"/>
          </a:p>
        </p:txBody>
      </p:sp>
      <p:sp>
        <p:nvSpPr>
          <p:cNvPr id="11" name="Text 9"/>
          <p:cNvSpPr/>
          <p:nvPr/>
        </p:nvSpPr>
        <p:spPr>
          <a:xfrm>
            <a:off x="658368" y="1463040"/>
            <a:ext cx="1901952" cy="274320"/>
          </a:xfrm>
          <a:prstGeom prst="rect">
            <a:avLst/>
          </a:prstGeom>
          <a:noFill/>
          <a:ln/>
        </p:spPr>
        <p:txBody>
          <a:bodyPr wrap="square" lIns="0" tIns="0" rIns="0" bIns="0" rtlCol="0" anchor="b"/>
          <a:lstStyle/>
          <a:p>
            <a:pPr marL="0" indent="0">
              <a:buNone/>
            </a:pPr>
            <a:r>
              <a:rPr lang="en-US" sz="1050" b="1">
                <a:solidFill>
                  <a:srgbClr val="FFFFFF"/>
                </a:solidFill>
                <a:latin typeface="Calibri" pitchFamily="34" charset="0"/>
                <a:ea typeface="Calibri" pitchFamily="34" charset="-122"/>
                <a:cs typeface="Calibri" pitchFamily="34" charset="-120"/>
              </a:rPr>
              <a:t>DISCOVERY</a:t>
            </a:r>
            <a:endParaRPr lang="en-US" sz="1050"/>
          </a:p>
        </p:txBody>
      </p:sp>
      <p:sp>
        <p:nvSpPr>
          <p:cNvPr id="12" name="Text 10"/>
          <p:cNvSpPr/>
          <p:nvPr/>
        </p:nvSpPr>
        <p:spPr>
          <a:xfrm>
            <a:off x="658368" y="1719072"/>
            <a:ext cx="1901952" cy="182880"/>
          </a:xfrm>
          <a:prstGeom prst="rect">
            <a:avLst/>
          </a:prstGeom>
          <a:noFill/>
          <a:ln/>
        </p:spPr>
        <p:txBody>
          <a:bodyPr wrap="square" lIns="0" tIns="0" rIns="0" bIns="0" rtlCol="0" anchor="t"/>
          <a:lstStyle/>
          <a:p>
            <a:pPr marL="0" indent="0">
              <a:buNone/>
            </a:pPr>
            <a:r>
              <a:rPr lang="en-US" sz="800" i="1">
                <a:solidFill>
                  <a:srgbClr val="FFFFFF"/>
                </a:solidFill>
                <a:latin typeface="Calibri" pitchFamily="34" charset="0"/>
                <a:ea typeface="Calibri" pitchFamily="34" charset="-122"/>
                <a:cs typeface="Calibri" pitchFamily="34" charset="-120"/>
              </a:rPr>
              <a:t>W1–2</a:t>
            </a:r>
            <a:endParaRPr lang="en-US" sz="800"/>
          </a:p>
        </p:txBody>
      </p:sp>
      <p:sp>
        <p:nvSpPr>
          <p:cNvPr id="13" name="Text 11"/>
          <p:cNvSpPr/>
          <p:nvPr/>
        </p:nvSpPr>
        <p:spPr>
          <a:xfrm>
            <a:off x="658368" y="2011680"/>
            <a:ext cx="1901952" cy="182880"/>
          </a:xfrm>
          <a:prstGeom prst="rect">
            <a:avLst/>
          </a:prstGeom>
          <a:noFill/>
          <a:ln/>
        </p:spPr>
        <p:txBody>
          <a:bodyPr wrap="square" lIns="0" tIns="0" rIns="0" bIns="0" rtlCol="0" anchor="ctr"/>
          <a:lstStyle/>
          <a:p>
            <a:pPr marL="0" indent="0">
              <a:buNone/>
            </a:pPr>
            <a:r>
              <a:rPr lang="en-US" sz="900" b="1" kern="0" spc="50">
                <a:solidFill>
                  <a:srgbClr val="6B7280"/>
                </a:solidFill>
                <a:latin typeface="Calibri" pitchFamily="34" charset="0"/>
                <a:ea typeface="Calibri" pitchFamily="34" charset="-122"/>
                <a:cs typeface="Calibri" pitchFamily="34" charset="-120"/>
              </a:rPr>
              <a:t>DELIVERABLES</a:t>
            </a:r>
            <a:endParaRPr lang="en-US" sz="900"/>
          </a:p>
        </p:txBody>
      </p:sp>
      <p:sp>
        <p:nvSpPr>
          <p:cNvPr id="14" name="Text 12"/>
          <p:cNvSpPr/>
          <p:nvPr/>
        </p:nvSpPr>
        <p:spPr>
          <a:xfrm>
            <a:off x="658368" y="2266636"/>
            <a:ext cx="1920240" cy="2340000"/>
          </a:xfrm>
          <a:prstGeom prst="rect">
            <a:avLst/>
          </a:prstGeom>
          <a:noFill/>
          <a:ln/>
        </p:spPr>
        <p:txBody>
          <a:bodyPr wrap="square" lIns="0" tIns="0" rIns="0" bIns="0" rtlCol="0" anchor="t"/>
          <a:lstStyle/>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Hardened Gold data dictionary</a:t>
            </a:r>
            <a:endParaRPr lang="en-US" sz="1000"/>
          </a:p>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Dataset grouping (facts &amp; dims)</a:t>
            </a:r>
            <a:endParaRPr lang="en-US" sz="1000"/>
          </a:p>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Baseline pack: top-20 reports + semantic measures, reverse-engineered</a:t>
            </a:r>
            <a:endParaRPr lang="en-US" sz="1000"/>
          </a:p>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Tagged 20–50 question bank</a:t>
            </a:r>
            <a:endParaRPr lang="en-US" sz="1000"/>
          </a:p>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RBAC &amp; PII field map, compliance-signed</a:t>
            </a:r>
            <a:endParaRPr lang="en-US" sz="1000"/>
          </a:p>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Architecture blueprint + SOW acceptance criteria</a:t>
            </a:r>
            <a:endParaRPr lang="en-US" sz="1000"/>
          </a:p>
        </p:txBody>
      </p:sp>
      <p:sp>
        <p:nvSpPr>
          <p:cNvPr id="15" name="Shape 13"/>
          <p:cNvSpPr/>
          <p:nvPr/>
        </p:nvSpPr>
        <p:spPr>
          <a:xfrm>
            <a:off x="630936" y="4898673"/>
            <a:ext cx="1956816" cy="828000"/>
          </a:xfrm>
          <a:prstGeom prst="roundRect">
            <a:avLst>
              <a:gd name="adj" fmla="val 4237"/>
            </a:avLst>
          </a:prstGeom>
          <a:solidFill>
            <a:srgbClr val="132238"/>
          </a:solidFill>
          <a:ln/>
        </p:spPr>
        <p:txBody>
          <a:bodyPr/>
          <a:lstStyle/>
          <a:p>
            <a:endParaRPr lang="en-IN"/>
          </a:p>
        </p:txBody>
      </p:sp>
      <p:sp>
        <p:nvSpPr>
          <p:cNvPr id="16" name="Text 14"/>
          <p:cNvSpPr/>
          <p:nvPr/>
        </p:nvSpPr>
        <p:spPr>
          <a:xfrm>
            <a:off x="731520" y="4953537"/>
            <a:ext cx="1755648" cy="648000"/>
          </a:xfrm>
          <a:prstGeom prst="rect">
            <a:avLst/>
          </a:prstGeom>
          <a:noFill/>
          <a:ln/>
        </p:spPr>
        <p:txBody>
          <a:bodyPr wrap="square" lIns="0" tIns="0" rIns="0" bIns="0" rtlCol="0" anchor="ctr"/>
          <a:lstStyle/>
          <a:p>
            <a:pPr marL="0" indent="0">
              <a:buNone/>
            </a:pPr>
            <a:r>
              <a:rPr lang="en-US" sz="900">
                <a:solidFill>
                  <a:srgbClr val="E9D9AE"/>
                </a:solidFill>
                <a:latin typeface="Calibri" pitchFamily="34" charset="0"/>
                <a:ea typeface="Calibri" pitchFamily="34" charset="-122"/>
                <a:cs typeface="Calibri" pitchFamily="34" charset="-120"/>
              </a:rPr>
              <a:t>G1 · “Shared understanding of Gold layer scope — no surprises entering Build”</a:t>
            </a:r>
            <a:endParaRPr lang="en-US" sz="900"/>
          </a:p>
        </p:txBody>
      </p:sp>
      <p:sp>
        <p:nvSpPr>
          <p:cNvPr id="17" name="Shape 15"/>
          <p:cNvSpPr/>
          <p:nvPr/>
        </p:nvSpPr>
        <p:spPr>
          <a:xfrm>
            <a:off x="2788920" y="1444752"/>
            <a:ext cx="2121408" cy="4356000"/>
          </a:xfrm>
          <a:prstGeom prst="roundRect">
            <a:avLst>
              <a:gd name="adj" fmla="val 2155"/>
            </a:avLst>
          </a:prstGeom>
          <a:solidFill>
            <a:srgbClr val="F8F7F3"/>
          </a:solidFill>
          <a:ln w="9525">
            <a:solidFill>
              <a:srgbClr val="E5E7EB"/>
            </a:solidFill>
            <a:prstDash val="solid"/>
          </a:ln>
        </p:spPr>
        <p:txBody>
          <a:bodyPr/>
          <a:lstStyle/>
          <a:p>
            <a:endParaRPr lang="en-IN"/>
          </a:p>
        </p:txBody>
      </p:sp>
      <p:sp>
        <p:nvSpPr>
          <p:cNvPr id="18" name="Shape 16"/>
          <p:cNvSpPr/>
          <p:nvPr/>
        </p:nvSpPr>
        <p:spPr>
          <a:xfrm>
            <a:off x="2788920" y="1444752"/>
            <a:ext cx="2121408" cy="475488"/>
          </a:xfrm>
          <a:prstGeom prst="roundRect">
            <a:avLst>
              <a:gd name="adj" fmla="val 9615"/>
            </a:avLst>
          </a:prstGeom>
          <a:solidFill>
            <a:srgbClr val="0A1628"/>
          </a:solidFill>
          <a:ln/>
        </p:spPr>
        <p:txBody>
          <a:bodyPr/>
          <a:lstStyle/>
          <a:p>
            <a:endParaRPr lang="en-IN"/>
          </a:p>
        </p:txBody>
      </p:sp>
      <p:sp>
        <p:nvSpPr>
          <p:cNvPr id="19" name="Shape 17"/>
          <p:cNvSpPr/>
          <p:nvPr/>
        </p:nvSpPr>
        <p:spPr>
          <a:xfrm>
            <a:off x="2788920" y="1682496"/>
            <a:ext cx="2121408" cy="237744"/>
          </a:xfrm>
          <a:prstGeom prst="rect">
            <a:avLst/>
          </a:prstGeom>
          <a:solidFill>
            <a:srgbClr val="0A1628"/>
          </a:solidFill>
          <a:ln/>
        </p:spPr>
        <p:txBody>
          <a:bodyPr/>
          <a:lstStyle/>
          <a:p>
            <a:endParaRPr lang="en-IN"/>
          </a:p>
        </p:txBody>
      </p:sp>
      <p:sp>
        <p:nvSpPr>
          <p:cNvPr id="20" name="Text 18"/>
          <p:cNvSpPr/>
          <p:nvPr/>
        </p:nvSpPr>
        <p:spPr>
          <a:xfrm>
            <a:off x="2898648" y="1463040"/>
            <a:ext cx="1901952" cy="274320"/>
          </a:xfrm>
          <a:prstGeom prst="rect">
            <a:avLst/>
          </a:prstGeom>
          <a:noFill/>
          <a:ln/>
        </p:spPr>
        <p:txBody>
          <a:bodyPr wrap="square" lIns="0" tIns="0" rIns="0" bIns="0" rtlCol="0" anchor="b"/>
          <a:lstStyle/>
          <a:p>
            <a:pPr marL="0" indent="0">
              <a:buNone/>
            </a:pPr>
            <a:r>
              <a:rPr lang="en-US" sz="1050" b="1">
                <a:solidFill>
                  <a:srgbClr val="FFFFFF"/>
                </a:solidFill>
                <a:latin typeface="Calibri" pitchFamily="34" charset="0"/>
                <a:ea typeface="Calibri" pitchFamily="34" charset="-122"/>
                <a:cs typeface="Calibri" pitchFamily="34" charset="-120"/>
              </a:rPr>
              <a:t>BUILD</a:t>
            </a:r>
            <a:endParaRPr lang="en-US" sz="1050"/>
          </a:p>
        </p:txBody>
      </p:sp>
      <p:sp>
        <p:nvSpPr>
          <p:cNvPr id="21" name="Text 19"/>
          <p:cNvSpPr/>
          <p:nvPr/>
        </p:nvSpPr>
        <p:spPr>
          <a:xfrm>
            <a:off x="2898648" y="1719072"/>
            <a:ext cx="1901952" cy="182880"/>
          </a:xfrm>
          <a:prstGeom prst="rect">
            <a:avLst/>
          </a:prstGeom>
          <a:noFill/>
          <a:ln/>
        </p:spPr>
        <p:txBody>
          <a:bodyPr wrap="square" lIns="0" tIns="0" rIns="0" bIns="0" rtlCol="0" anchor="t"/>
          <a:lstStyle/>
          <a:p>
            <a:pPr marL="0" indent="0">
              <a:buNone/>
            </a:pPr>
            <a:r>
              <a:rPr lang="en-US" sz="800" i="1">
                <a:solidFill>
                  <a:srgbClr val="FFFFFF"/>
                </a:solidFill>
                <a:latin typeface="Calibri" pitchFamily="34" charset="0"/>
                <a:ea typeface="Calibri" pitchFamily="34" charset="-122"/>
                <a:cs typeface="Calibri" pitchFamily="34" charset="-120"/>
              </a:rPr>
              <a:t>W3–11</a:t>
            </a:r>
            <a:endParaRPr lang="en-US" sz="800"/>
          </a:p>
        </p:txBody>
      </p:sp>
      <p:sp>
        <p:nvSpPr>
          <p:cNvPr id="22" name="Text 20"/>
          <p:cNvSpPr/>
          <p:nvPr/>
        </p:nvSpPr>
        <p:spPr>
          <a:xfrm>
            <a:off x="2898648" y="2011680"/>
            <a:ext cx="1901952" cy="182880"/>
          </a:xfrm>
          <a:prstGeom prst="rect">
            <a:avLst/>
          </a:prstGeom>
          <a:noFill/>
          <a:ln/>
        </p:spPr>
        <p:txBody>
          <a:bodyPr wrap="square" lIns="0" tIns="0" rIns="0" bIns="0" rtlCol="0" anchor="ctr"/>
          <a:lstStyle/>
          <a:p>
            <a:pPr marL="0" indent="0">
              <a:buNone/>
            </a:pPr>
            <a:r>
              <a:rPr lang="en-US" sz="900" b="1" kern="0" spc="50">
                <a:solidFill>
                  <a:srgbClr val="6B7280"/>
                </a:solidFill>
                <a:latin typeface="Calibri" pitchFamily="34" charset="0"/>
                <a:ea typeface="Calibri" pitchFamily="34" charset="-122"/>
                <a:cs typeface="Calibri" pitchFamily="34" charset="-120"/>
              </a:rPr>
              <a:t>DELIVERABLES</a:t>
            </a:r>
            <a:endParaRPr lang="en-US" sz="900"/>
          </a:p>
        </p:txBody>
      </p:sp>
      <p:sp>
        <p:nvSpPr>
          <p:cNvPr id="23" name="Text 21"/>
          <p:cNvSpPr/>
          <p:nvPr/>
        </p:nvSpPr>
        <p:spPr>
          <a:xfrm>
            <a:off x="2898648" y="2266636"/>
            <a:ext cx="1920240" cy="2340000"/>
          </a:xfrm>
          <a:prstGeom prst="rect">
            <a:avLst/>
          </a:prstGeom>
          <a:noFill/>
          <a:ln/>
        </p:spPr>
        <p:txBody>
          <a:bodyPr wrap="square" lIns="0" tIns="0" rIns="0" bIns="0" rtlCol="0" anchor="t"/>
          <a:lstStyle/>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Working agent in Dev: NLQ + trend / variance</a:t>
            </a:r>
            <a:endParaRPr lang="en-US" sz="1000"/>
          </a:p>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2 predictive models scored to Gold</a:t>
            </a:r>
            <a:endParaRPr lang="en-US" sz="1000"/>
          </a:p>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Slack app · chat client · voice · admin console</a:t>
            </a:r>
            <a:endParaRPr lang="en-US" sz="1000"/>
          </a:p>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Model router live, cost meter running</a:t>
            </a:r>
            <a:endParaRPr lang="en-US" sz="1000"/>
          </a:p>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Guardrails + automated eval harness</a:t>
            </a:r>
            <a:endParaRPr lang="en-US" sz="1000"/>
          </a:p>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A recorded demo every two weeks</a:t>
            </a:r>
            <a:endParaRPr lang="en-US" sz="1000"/>
          </a:p>
        </p:txBody>
      </p:sp>
      <p:sp>
        <p:nvSpPr>
          <p:cNvPr id="24" name="Shape 22"/>
          <p:cNvSpPr/>
          <p:nvPr/>
        </p:nvSpPr>
        <p:spPr>
          <a:xfrm>
            <a:off x="2871216" y="4898673"/>
            <a:ext cx="1956816" cy="828000"/>
          </a:xfrm>
          <a:prstGeom prst="roundRect">
            <a:avLst>
              <a:gd name="adj" fmla="val 4237"/>
            </a:avLst>
          </a:prstGeom>
          <a:solidFill>
            <a:srgbClr val="132238"/>
          </a:solidFill>
          <a:ln/>
        </p:spPr>
        <p:txBody>
          <a:bodyPr/>
          <a:lstStyle/>
          <a:p>
            <a:endParaRPr lang="en-IN"/>
          </a:p>
        </p:txBody>
      </p:sp>
      <p:sp>
        <p:nvSpPr>
          <p:cNvPr id="25" name="Text 23"/>
          <p:cNvSpPr/>
          <p:nvPr/>
        </p:nvSpPr>
        <p:spPr>
          <a:xfrm>
            <a:off x="2971800" y="4953537"/>
            <a:ext cx="1755648" cy="648000"/>
          </a:xfrm>
          <a:prstGeom prst="rect">
            <a:avLst/>
          </a:prstGeom>
          <a:noFill/>
          <a:ln/>
        </p:spPr>
        <p:txBody>
          <a:bodyPr wrap="square" lIns="0" tIns="0" rIns="0" bIns="0" rtlCol="0" anchor="ctr"/>
          <a:lstStyle/>
          <a:p>
            <a:pPr marL="0" indent="0">
              <a:buNone/>
            </a:pPr>
            <a:r>
              <a:rPr lang="en-US" sz="900">
                <a:solidFill>
                  <a:srgbClr val="E9D9AE"/>
                </a:solidFill>
                <a:latin typeface="Calibri" pitchFamily="34" charset="0"/>
                <a:ea typeface="Calibri" pitchFamily="34" charset="-122"/>
                <a:cs typeface="Calibri" pitchFamily="34" charset="-120"/>
              </a:rPr>
              <a:t>G2 · “Working agent answering real business questions — tangible progress every sprint”</a:t>
            </a:r>
            <a:endParaRPr lang="en-US" sz="900"/>
          </a:p>
        </p:txBody>
      </p:sp>
      <p:sp>
        <p:nvSpPr>
          <p:cNvPr id="26" name="Shape 24"/>
          <p:cNvSpPr/>
          <p:nvPr/>
        </p:nvSpPr>
        <p:spPr>
          <a:xfrm>
            <a:off x="5029200" y="1444752"/>
            <a:ext cx="2121408" cy="4356000"/>
          </a:xfrm>
          <a:prstGeom prst="roundRect">
            <a:avLst>
              <a:gd name="adj" fmla="val 2155"/>
            </a:avLst>
          </a:prstGeom>
          <a:solidFill>
            <a:srgbClr val="FBFAF6"/>
          </a:solidFill>
          <a:ln w="9525">
            <a:solidFill>
              <a:srgbClr val="E5E7EB"/>
            </a:solidFill>
            <a:prstDash val="solid"/>
          </a:ln>
        </p:spPr>
        <p:txBody>
          <a:bodyPr/>
          <a:lstStyle/>
          <a:p>
            <a:endParaRPr lang="en-IN"/>
          </a:p>
        </p:txBody>
      </p:sp>
      <p:sp>
        <p:nvSpPr>
          <p:cNvPr id="27" name="Shape 25"/>
          <p:cNvSpPr/>
          <p:nvPr/>
        </p:nvSpPr>
        <p:spPr>
          <a:xfrm>
            <a:off x="5029200" y="1444752"/>
            <a:ext cx="2121408" cy="475488"/>
          </a:xfrm>
          <a:prstGeom prst="roundRect">
            <a:avLst>
              <a:gd name="adj" fmla="val 9615"/>
            </a:avLst>
          </a:prstGeom>
          <a:solidFill>
            <a:srgbClr val="B8913B"/>
          </a:solidFill>
          <a:ln/>
        </p:spPr>
        <p:txBody>
          <a:bodyPr/>
          <a:lstStyle/>
          <a:p>
            <a:endParaRPr lang="en-IN"/>
          </a:p>
        </p:txBody>
      </p:sp>
      <p:sp>
        <p:nvSpPr>
          <p:cNvPr id="28" name="Shape 26"/>
          <p:cNvSpPr/>
          <p:nvPr/>
        </p:nvSpPr>
        <p:spPr>
          <a:xfrm>
            <a:off x="5029200" y="1682496"/>
            <a:ext cx="2121408" cy="237744"/>
          </a:xfrm>
          <a:prstGeom prst="rect">
            <a:avLst/>
          </a:prstGeom>
          <a:solidFill>
            <a:srgbClr val="B8913B"/>
          </a:solidFill>
          <a:ln/>
        </p:spPr>
        <p:txBody>
          <a:bodyPr/>
          <a:lstStyle/>
          <a:p>
            <a:endParaRPr lang="en-IN"/>
          </a:p>
        </p:txBody>
      </p:sp>
      <p:sp>
        <p:nvSpPr>
          <p:cNvPr id="29" name="Text 27"/>
          <p:cNvSpPr/>
          <p:nvPr/>
        </p:nvSpPr>
        <p:spPr>
          <a:xfrm>
            <a:off x="5138928" y="1463040"/>
            <a:ext cx="1901952" cy="274320"/>
          </a:xfrm>
          <a:prstGeom prst="rect">
            <a:avLst/>
          </a:prstGeom>
          <a:noFill/>
          <a:ln/>
        </p:spPr>
        <p:txBody>
          <a:bodyPr wrap="square" lIns="0" tIns="0" rIns="0" bIns="0" rtlCol="0" anchor="b"/>
          <a:lstStyle/>
          <a:p>
            <a:pPr marL="0" indent="0">
              <a:buNone/>
            </a:pPr>
            <a:r>
              <a:rPr lang="en-US" sz="1050" b="1">
                <a:solidFill>
                  <a:srgbClr val="0A1628"/>
                </a:solidFill>
                <a:latin typeface="Calibri" pitchFamily="34" charset="0"/>
                <a:ea typeface="Calibri" pitchFamily="34" charset="-122"/>
                <a:cs typeface="Calibri" pitchFamily="34" charset="-120"/>
              </a:rPr>
              <a:t>QA</a:t>
            </a:r>
            <a:endParaRPr lang="en-US" sz="1050"/>
          </a:p>
        </p:txBody>
      </p:sp>
      <p:sp>
        <p:nvSpPr>
          <p:cNvPr id="30" name="Text 28"/>
          <p:cNvSpPr/>
          <p:nvPr/>
        </p:nvSpPr>
        <p:spPr>
          <a:xfrm>
            <a:off x="5138928" y="1719072"/>
            <a:ext cx="1901952" cy="182880"/>
          </a:xfrm>
          <a:prstGeom prst="rect">
            <a:avLst/>
          </a:prstGeom>
          <a:noFill/>
          <a:ln/>
        </p:spPr>
        <p:txBody>
          <a:bodyPr wrap="square" lIns="0" tIns="0" rIns="0" bIns="0" rtlCol="0" anchor="t"/>
          <a:lstStyle/>
          <a:p>
            <a:pPr marL="0" indent="0">
              <a:buNone/>
            </a:pPr>
            <a:r>
              <a:rPr lang="en-US" sz="800" i="1">
                <a:solidFill>
                  <a:srgbClr val="0A1628"/>
                </a:solidFill>
                <a:latin typeface="Calibri" pitchFamily="34" charset="0"/>
                <a:ea typeface="Calibri" pitchFamily="34" charset="-122"/>
                <a:cs typeface="Calibri" pitchFamily="34" charset="-120"/>
              </a:rPr>
              <a:t>W8–13</a:t>
            </a:r>
            <a:endParaRPr lang="en-US" sz="800"/>
          </a:p>
        </p:txBody>
      </p:sp>
      <p:sp>
        <p:nvSpPr>
          <p:cNvPr id="31" name="Text 29"/>
          <p:cNvSpPr/>
          <p:nvPr/>
        </p:nvSpPr>
        <p:spPr>
          <a:xfrm>
            <a:off x="5138928" y="2011680"/>
            <a:ext cx="1901952" cy="182880"/>
          </a:xfrm>
          <a:prstGeom prst="rect">
            <a:avLst/>
          </a:prstGeom>
          <a:noFill/>
          <a:ln/>
        </p:spPr>
        <p:txBody>
          <a:bodyPr wrap="square" lIns="0" tIns="0" rIns="0" bIns="0" rtlCol="0" anchor="ctr"/>
          <a:lstStyle/>
          <a:p>
            <a:pPr marL="0" indent="0">
              <a:buNone/>
            </a:pPr>
            <a:r>
              <a:rPr lang="en-US" sz="900" b="1" kern="0" spc="50">
                <a:solidFill>
                  <a:srgbClr val="6B7280"/>
                </a:solidFill>
                <a:latin typeface="Calibri" pitchFamily="34" charset="0"/>
                <a:ea typeface="Calibri" pitchFamily="34" charset="-122"/>
                <a:cs typeface="Calibri" pitchFamily="34" charset="-120"/>
              </a:rPr>
              <a:t>DELIVERABLES</a:t>
            </a:r>
            <a:endParaRPr lang="en-US" sz="900"/>
          </a:p>
        </p:txBody>
      </p:sp>
      <p:sp>
        <p:nvSpPr>
          <p:cNvPr id="32" name="Text 30"/>
          <p:cNvSpPr/>
          <p:nvPr/>
        </p:nvSpPr>
        <p:spPr>
          <a:xfrm>
            <a:off x="5138928" y="2266636"/>
            <a:ext cx="1920240" cy="2340000"/>
          </a:xfrm>
          <a:prstGeom prst="rect">
            <a:avLst/>
          </a:prstGeom>
          <a:noFill/>
          <a:ln/>
        </p:spPr>
        <p:txBody>
          <a:bodyPr wrap="square" lIns="0" tIns="0" rIns="0" bIns="0" rtlCol="0" anchor="t"/>
          <a:lstStyle/>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Baseline validation report: question bank vs Power BI, answer by answer</a:t>
            </a:r>
            <a:endParaRPr lang="en-US" sz="1000"/>
          </a:p>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What-if &amp; PII red-team results</a:t>
            </a:r>
            <a:endParaRPr lang="en-US" sz="1000"/>
          </a:p>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Voice test report (accuracy, latency)</a:t>
            </a:r>
            <a:endParaRPr lang="en-US" sz="1000"/>
          </a:p>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Load &amp; cost test vs 500 queries/day</a:t>
            </a:r>
            <a:endParaRPr lang="en-US" sz="1000"/>
          </a:p>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Regression suite — handed to your team</a:t>
            </a:r>
            <a:endParaRPr lang="en-US" sz="1000"/>
          </a:p>
        </p:txBody>
      </p:sp>
      <p:sp>
        <p:nvSpPr>
          <p:cNvPr id="33" name="Shape 31"/>
          <p:cNvSpPr/>
          <p:nvPr/>
        </p:nvSpPr>
        <p:spPr>
          <a:xfrm>
            <a:off x="5111496" y="4898673"/>
            <a:ext cx="1956816" cy="828000"/>
          </a:xfrm>
          <a:prstGeom prst="roundRect">
            <a:avLst>
              <a:gd name="adj" fmla="val 4237"/>
            </a:avLst>
          </a:prstGeom>
          <a:solidFill>
            <a:srgbClr val="132238"/>
          </a:solidFill>
          <a:ln/>
        </p:spPr>
        <p:txBody>
          <a:bodyPr/>
          <a:lstStyle/>
          <a:p>
            <a:endParaRPr lang="en-IN"/>
          </a:p>
        </p:txBody>
      </p:sp>
      <p:sp>
        <p:nvSpPr>
          <p:cNvPr id="34" name="Text 32"/>
          <p:cNvSpPr/>
          <p:nvPr/>
        </p:nvSpPr>
        <p:spPr>
          <a:xfrm>
            <a:off x="5212080" y="4953537"/>
            <a:ext cx="1755648" cy="648000"/>
          </a:xfrm>
          <a:prstGeom prst="rect">
            <a:avLst/>
          </a:prstGeom>
          <a:noFill/>
          <a:ln/>
        </p:spPr>
        <p:txBody>
          <a:bodyPr wrap="square" lIns="0" tIns="0" rIns="0" bIns="0" rtlCol="0" anchor="ctr"/>
          <a:lstStyle/>
          <a:p>
            <a:pPr marL="0" indent="0">
              <a:buNone/>
            </a:pPr>
            <a:r>
              <a:rPr lang="en-US" sz="900">
                <a:solidFill>
                  <a:srgbClr val="E9D9AE"/>
                </a:solidFill>
                <a:latin typeface="Calibri" pitchFamily="34" charset="0"/>
                <a:ea typeface="Calibri" pitchFamily="34" charset="-122"/>
                <a:cs typeface="Calibri" pitchFamily="34" charset="-120"/>
              </a:rPr>
              <a:t>G3 · “Agent answers match the business baseline before UAT begins”</a:t>
            </a:r>
            <a:endParaRPr lang="en-US" sz="900"/>
          </a:p>
        </p:txBody>
      </p:sp>
      <p:sp>
        <p:nvSpPr>
          <p:cNvPr id="35" name="Shape 33"/>
          <p:cNvSpPr/>
          <p:nvPr/>
        </p:nvSpPr>
        <p:spPr>
          <a:xfrm>
            <a:off x="7269480" y="1444752"/>
            <a:ext cx="2121408" cy="4356000"/>
          </a:xfrm>
          <a:prstGeom prst="roundRect">
            <a:avLst>
              <a:gd name="adj" fmla="val 2155"/>
            </a:avLst>
          </a:prstGeom>
          <a:solidFill>
            <a:srgbClr val="F8F7F3"/>
          </a:solidFill>
          <a:ln w="9525">
            <a:solidFill>
              <a:srgbClr val="E5E7EB"/>
            </a:solidFill>
            <a:prstDash val="solid"/>
          </a:ln>
        </p:spPr>
        <p:txBody>
          <a:bodyPr/>
          <a:lstStyle/>
          <a:p>
            <a:endParaRPr lang="en-IN"/>
          </a:p>
        </p:txBody>
      </p:sp>
      <p:sp>
        <p:nvSpPr>
          <p:cNvPr id="36" name="Shape 34"/>
          <p:cNvSpPr/>
          <p:nvPr/>
        </p:nvSpPr>
        <p:spPr>
          <a:xfrm>
            <a:off x="7269480" y="1444752"/>
            <a:ext cx="2121408" cy="475488"/>
          </a:xfrm>
          <a:prstGeom prst="roundRect">
            <a:avLst>
              <a:gd name="adj" fmla="val 9615"/>
            </a:avLst>
          </a:prstGeom>
          <a:solidFill>
            <a:srgbClr val="2BA3B3"/>
          </a:solidFill>
          <a:ln/>
        </p:spPr>
        <p:txBody>
          <a:bodyPr/>
          <a:lstStyle/>
          <a:p>
            <a:endParaRPr lang="en-IN"/>
          </a:p>
        </p:txBody>
      </p:sp>
      <p:sp>
        <p:nvSpPr>
          <p:cNvPr id="37" name="Shape 35"/>
          <p:cNvSpPr/>
          <p:nvPr/>
        </p:nvSpPr>
        <p:spPr>
          <a:xfrm>
            <a:off x="7269480" y="1682496"/>
            <a:ext cx="2121408" cy="237744"/>
          </a:xfrm>
          <a:prstGeom prst="rect">
            <a:avLst/>
          </a:prstGeom>
          <a:solidFill>
            <a:srgbClr val="2BA3B3"/>
          </a:solidFill>
          <a:ln/>
        </p:spPr>
        <p:txBody>
          <a:bodyPr/>
          <a:lstStyle/>
          <a:p>
            <a:endParaRPr lang="en-IN"/>
          </a:p>
        </p:txBody>
      </p:sp>
      <p:sp>
        <p:nvSpPr>
          <p:cNvPr id="38" name="Text 36"/>
          <p:cNvSpPr/>
          <p:nvPr/>
        </p:nvSpPr>
        <p:spPr>
          <a:xfrm>
            <a:off x="7379208" y="1463040"/>
            <a:ext cx="1901952" cy="274320"/>
          </a:xfrm>
          <a:prstGeom prst="rect">
            <a:avLst/>
          </a:prstGeom>
          <a:noFill/>
          <a:ln/>
        </p:spPr>
        <p:txBody>
          <a:bodyPr wrap="square" lIns="0" tIns="0" rIns="0" bIns="0" rtlCol="0" anchor="b"/>
          <a:lstStyle/>
          <a:p>
            <a:pPr marL="0" indent="0">
              <a:buNone/>
            </a:pPr>
            <a:r>
              <a:rPr lang="en-US" sz="1050" b="1">
                <a:solidFill>
                  <a:srgbClr val="0A1628"/>
                </a:solidFill>
                <a:latin typeface="Calibri" pitchFamily="34" charset="0"/>
                <a:ea typeface="Calibri" pitchFamily="34" charset="-122"/>
                <a:cs typeface="Calibri" pitchFamily="34" charset="-120"/>
              </a:rPr>
              <a:t>UAT &amp; HARDENING</a:t>
            </a:r>
            <a:endParaRPr lang="en-US" sz="1050"/>
          </a:p>
        </p:txBody>
      </p:sp>
      <p:sp>
        <p:nvSpPr>
          <p:cNvPr id="39" name="Text 37"/>
          <p:cNvSpPr/>
          <p:nvPr/>
        </p:nvSpPr>
        <p:spPr>
          <a:xfrm>
            <a:off x="7379208" y="1719072"/>
            <a:ext cx="1901952" cy="182880"/>
          </a:xfrm>
          <a:prstGeom prst="rect">
            <a:avLst/>
          </a:prstGeom>
          <a:noFill/>
          <a:ln/>
        </p:spPr>
        <p:txBody>
          <a:bodyPr wrap="square" lIns="0" tIns="0" rIns="0" bIns="0" rtlCol="0" anchor="t"/>
          <a:lstStyle/>
          <a:p>
            <a:pPr marL="0" indent="0">
              <a:buNone/>
            </a:pPr>
            <a:r>
              <a:rPr lang="en-US" sz="800" i="1">
                <a:solidFill>
                  <a:srgbClr val="0A1628"/>
                </a:solidFill>
                <a:latin typeface="Calibri" pitchFamily="34" charset="0"/>
                <a:ea typeface="Calibri" pitchFamily="34" charset="-122"/>
                <a:cs typeface="Calibri" pitchFamily="34" charset="-120"/>
              </a:rPr>
              <a:t>W12–15</a:t>
            </a:r>
            <a:endParaRPr lang="en-US" sz="800"/>
          </a:p>
        </p:txBody>
      </p:sp>
      <p:sp>
        <p:nvSpPr>
          <p:cNvPr id="40" name="Text 38"/>
          <p:cNvSpPr/>
          <p:nvPr/>
        </p:nvSpPr>
        <p:spPr>
          <a:xfrm>
            <a:off x="7379208" y="2011680"/>
            <a:ext cx="1901952" cy="182880"/>
          </a:xfrm>
          <a:prstGeom prst="rect">
            <a:avLst/>
          </a:prstGeom>
          <a:noFill/>
          <a:ln/>
        </p:spPr>
        <p:txBody>
          <a:bodyPr wrap="square" lIns="0" tIns="0" rIns="0" bIns="0" rtlCol="0" anchor="ctr"/>
          <a:lstStyle/>
          <a:p>
            <a:pPr marL="0" indent="0">
              <a:buNone/>
            </a:pPr>
            <a:r>
              <a:rPr lang="en-US" sz="900" b="1" kern="0" spc="50">
                <a:solidFill>
                  <a:srgbClr val="6B7280"/>
                </a:solidFill>
                <a:latin typeface="Calibri" pitchFamily="34" charset="0"/>
                <a:ea typeface="Calibri" pitchFamily="34" charset="-122"/>
                <a:cs typeface="Calibri" pitchFamily="34" charset="-120"/>
              </a:rPr>
              <a:t>DELIVERABLES</a:t>
            </a:r>
            <a:endParaRPr lang="en-US" sz="900"/>
          </a:p>
        </p:txBody>
      </p:sp>
      <p:sp>
        <p:nvSpPr>
          <p:cNvPr id="41" name="Text 39"/>
          <p:cNvSpPr/>
          <p:nvPr/>
        </p:nvSpPr>
        <p:spPr>
          <a:xfrm>
            <a:off x="7379208" y="2266636"/>
            <a:ext cx="1920240" cy="2340000"/>
          </a:xfrm>
          <a:prstGeom prst="rect">
            <a:avLst/>
          </a:prstGeom>
          <a:noFill/>
          <a:ln/>
        </p:spPr>
        <p:txBody>
          <a:bodyPr wrap="square" lIns="0" tIns="0" rIns="0" bIns="0" rtlCol="0" anchor="t"/>
          <a:lstStyle/>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UAT sign-off from all three tiers</a:t>
            </a:r>
            <a:endParaRPr lang="en-US" sz="1000"/>
          </a:p>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Guardrail ruleset tuned on real user phrasing</a:t>
            </a:r>
            <a:endParaRPr lang="en-US" sz="1000"/>
          </a:p>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Admin, routing &amp; incident runbooks</a:t>
            </a:r>
            <a:endParaRPr lang="en-US" sz="1000"/>
          </a:p>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Knowledge transfer sessions delivered</a:t>
            </a:r>
            <a:endParaRPr lang="en-US" sz="1000"/>
          </a:p>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Go-live readiness checklist, jointly signed</a:t>
            </a:r>
            <a:endParaRPr lang="en-US" sz="1000"/>
          </a:p>
        </p:txBody>
      </p:sp>
      <p:sp>
        <p:nvSpPr>
          <p:cNvPr id="42" name="Shape 40"/>
          <p:cNvSpPr/>
          <p:nvPr/>
        </p:nvSpPr>
        <p:spPr>
          <a:xfrm>
            <a:off x="7351776" y="4898673"/>
            <a:ext cx="1956816" cy="828000"/>
          </a:xfrm>
          <a:prstGeom prst="roundRect">
            <a:avLst>
              <a:gd name="adj" fmla="val 4237"/>
            </a:avLst>
          </a:prstGeom>
          <a:solidFill>
            <a:srgbClr val="132238"/>
          </a:solidFill>
          <a:ln/>
        </p:spPr>
        <p:txBody>
          <a:bodyPr/>
          <a:lstStyle/>
          <a:p>
            <a:endParaRPr lang="en-IN"/>
          </a:p>
        </p:txBody>
      </p:sp>
      <p:sp>
        <p:nvSpPr>
          <p:cNvPr id="43" name="Text 41"/>
          <p:cNvSpPr/>
          <p:nvPr/>
        </p:nvSpPr>
        <p:spPr>
          <a:xfrm>
            <a:off x="7452360" y="4953537"/>
            <a:ext cx="1755648" cy="648000"/>
          </a:xfrm>
          <a:prstGeom prst="rect">
            <a:avLst/>
          </a:prstGeom>
          <a:noFill/>
          <a:ln/>
        </p:spPr>
        <p:txBody>
          <a:bodyPr wrap="square" lIns="0" tIns="0" rIns="0" bIns="0" rtlCol="0" anchor="ctr"/>
          <a:lstStyle/>
          <a:p>
            <a:pPr marL="0" indent="0">
              <a:buNone/>
            </a:pPr>
            <a:r>
              <a:rPr lang="en-US" sz="900">
                <a:solidFill>
                  <a:srgbClr val="E9D9AE"/>
                </a:solidFill>
                <a:latin typeface="Calibri" pitchFamily="34" charset="0"/>
                <a:ea typeface="Calibri" pitchFamily="34" charset="-122"/>
                <a:cs typeface="Calibri" pitchFamily="34" charset="-120"/>
              </a:rPr>
              <a:t>G4 · “Sign-off from real users across all three roles — adoption risk retired before go-live”</a:t>
            </a:r>
            <a:endParaRPr lang="en-US" sz="900"/>
          </a:p>
        </p:txBody>
      </p:sp>
      <p:sp>
        <p:nvSpPr>
          <p:cNvPr id="44" name="Shape 42"/>
          <p:cNvSpPr/>
          <p:nvPr/>
        </p:nvSpPr>
        <p:spPr>
          <a:xfrm>
            <a:off x="9509760" y="1444752"/>
            <a:ext cx="2121408" cy="4356000"/>
          </a:xfrm>
          <a:prstGeom prst="roundRect">
            <a:avLst>
              <a:gd name="adj" fmla="val 2155"/>
            </a:avLst>
          </a:prstGeom>
          <a:solidFill>
            <a:srgbClr val="FBFAF6"/>
          </a:solidFill>
          <a:ln w="9525">
            <a:solidFill>
              <a:srgbClr val="E5E7EB"/>
            </a:solidFill>
            <a:prstDash val="solid"/>
          </a:ln>
        </p:spPr>
        <p:txBody>
          <a:bodyPr/>
          <a:lstStyle/>
          <a:p>
            <a:endParaRPr lang="en-IN"/>
          </a:p>
        </p:txBody>
      </p:sp>
      <p:sp>
        <p:nvSpPr>
          <p:cNvPr id="45" name="Shape 43"/>
          <p:cNvSpPr/>
          <p:nvPr/>
        </p:nvSpPr>
        <p:spPr>
          <a:xfrm>
            <a:off x="9509760" y="1444752"/>
            <a:ext cx="2121408" cy="475488"/>
          </a:xfrm>
          <a:prstGeom prst="roundRect">
            <a:avLst>
              <a:gd name="adj" fmla="val 9615"/>
            </a:avLst>
          </a:prstGeom>
          <a:solidFill>
            <a:srgbClr val="0A1628"/>
          </a:solidFill>
          <a:ln/>
        </p:spPr>
        <p:txBody>
          <a:bodyPr/>
          <a:lstStyle/>
          <a:p>
            <a:endParaRPr lang="en-IN"/>
          </a:p>
        </p:txBody>
      </p:sp>
      <p:sp>
        <p:nvSpPr>
          <p:cNvPr id="46" name="Shape 44"/>
          <p:cNvSpPr/>
          <p:nvPr/>
        </p:nvSpPr>
        <p:spPr>
          <a:xfrm>
            <a:off x="9509760" y="1682496"/>
            <a:ext cx="2121408" cy="237744"/>
          </a:xfrm>
          <a:prstGeom prst="rect">
            <a:avLst/>
          </a:prstGeom>
          <a:solidFill>
            <a:srgbClr val="0A1628"/>
          </a:solidFill>
          <a:ln/>
        </p:spPr>
        <p:txBody>
          <a:bodyPr/>
          <a:lstStyle/>
          <a:p>
            <a:endParaRPr lang="en-IN"/>
          </a:p>
        </p:txBody>
      </p:sp>
      <p:sp>
        <p:nvSpPr>
          <p:cNvPr id="47" name="Text 45"/>
          <p:cNvSpPr/>
          <p:nvPr/>
        </p:nvSpPr>
        <p:spPr>
          <a:xfrm>
            <a:off x="9619488" y="1463040"/>
            <a:ext cx="1901952" cy="274320"/>
          </a:xfrm>
          <a:prstGeom prst="rect">
            <a:avLst/>
          </a:prstGeom>
          <a:noFill/>
          <a:ln/>
        </p:spPr>
        <p:txBody>
          <a:bodyPr wrap="square" lIns="0" tIns="0" rIns="0" bIns="0" rtlCol="0" anchor="b"/>
          <a:lstStyle/>
          <a:p>
            <a:pPr marL="0" indent="0">
              <a:buNone/>
            </a:pPr>
            <a:r>
              <a:rPr lang="en-US" sz="1050" b="1">
                <a:solidFill>
                  <a:srgbClr val="FFFFFF"/>
                </a:solidFill>
                <a:latin typeface="Calibri" pitchFamily="34" charset="0"/>
                <a:ea typeface="Calibri" pitchFamily="34" charset="-122"/>
                <a:cs typeface="Calibri" pitchFamily="34" charset="-120"/>
              </a:rPr>
              <a:t>PRODUCTION</a:t>
            </a:r>
            <a:endParaRPr lang="en-US" sz="1050"/>
          </a:p>
        </p:txBody>
      </p:sp>
      <p:sp>
        <p:nvSpPr>
          <p:cNvPr id="48" name="Text 46"/>
          <p:cNvSpPr/>
          <p:nvPr/>
        </p:nvSpPr>
        <p:spPr>
          <a:xfrm>
            <a:off x="9619488" y="1719072"/>
            <a:ext cx="1901952" cy="182880"/>
          </a:xfrm>
          <a:prstGeom prst="rect">
            <a:avLst/>
          </a:prstGeom>
          <a:noFill/>
          <a:ln/>
        </p:spPr>
        <p:txBody>
          <a:bodyPr wrap="square" lIns="0" tIns="0" rIns="0" bIns="0" rtlCol="0" anchor="t"/>
          <a:lstStyle/>
          <a:p>
            <a:pPr marL="0" indent="0">
              <a:buNone/>
            </a:pPr>
            <a:r>
              <a:rPr lang="en-US" sz="800" i="1">
                <a:solidFill>
                  <a:srgbClr val="FFFFFF"/>
                </a:solidFill>
                <a:latin typeface="Calibri" pitchFamily="34" charset="0"/>
                <a:ea typeface="Calibri" pitchFamily="34" charset="-122"/>
                <a:cs typeface="Calibri" pitchFamily="34" charset="-120"/>
              </a:rPr>
              <a:t>W16 +2</a:t>
            </a:r>
            <a:endParaRPr lang="en-US" sz="800"/>
          </a:p>
        </p:txBody>
      </p:sp>
      <p:sp>
        <p:nvSpPr>
          <p:cNvPr id="49" name="Text 47"/>
          <p:cNvSpPr/>
          <p:nvPr/>
        </p:nvSpPr>
        <p:spPr>
          <a:xfrm>
            <a:off x="9619488" y="2011680"/>
            <a:ext cx="1901952" cy="182880"/>
          </a:xfrm>
          <a:prstGeom prst="rect">
            <a:avLst/>
          </a:prstGeom>
          <a:noFill/>
          <a:ln/>
        </p:spPr>
        <p:txBody>
          <a:bodyPr wrap="square" lIns="0" tIns="0" rIns="0" bIns="0" rtlCol="0" anchor="ctr"/>
          <a:lstStyle/>
          <a:p>
            <a:pPr marL="0" indent="0">
              <a:buNone/>
            </a:pPr>
            <a:r>
              <a:rPr lang="en-US" sz="900" b="1" kern="0" spc="50">
                <a:solidFill>
                  <a:srgbClr val="6B7280"/>
                </a:solidFill>
                <a:latin typeface="Calibri" pitchFamily="34" charset="0"/>
                <a:ea typeface="Calibri" pitchFamily="34" charset="-122"/>
                <a:cs typeface="Calibri" pitchFamily="34" charset="-120"/>
              </a:rPr>
              <a:t>DELIVERABLES</a:t>
            </a:r>
            <a:endParaRPr lang="en-US" sz="900"/>
          </a:p>
        </p:txBody>
      </p:sp>
      <p:sp>
        <p:nvSpPr>
          <p:cNvPr id="50" name="Text 48"/>
          <p:cNvSpPr/>
          <p:nvPr/>
        </p:nvSpPr>
        <p:spPr>
          <a:xfrm>
            <a:off x="9619488" y="2266636"/>
            <a:ext cx="1920240" cy="2340000"/>
          </a:xfrm>
          <a:prstGeom prst="rect">
            <a:avLst/>
          </a:prstGeom>
          <a:noFill/>
          <a:ln/>
        </p:spPr>
        <p:txBody>
          <a:bodyPr wrap="square" lIns="0" tIns="0" rIns="0" bIns="0" rtlCol="0" anchor="t"/>
          <a:lstStyle/>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Slack + admin console live in production</a:t>
            </a:r>
            <a:endParaRPr lang="en-US" sz="1000"/>
          </a:p>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Hypercare: 2 weeks, same-day response</a:t>
            </a:r>
            <a:endParaRPr lang="en-US" sz="1000"/>
          </a:p>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Hypercare log &amp; closure report</a:t>
            </a:r>
            <a:endParaRPr lang="en-US" sz="1000"/>
          </a:p>
          <a:p>
            <a:pPr marL="171450" indent="-171450">
              <a:spcAft>
                <a:spcPts val="500"/>
              </a:spcAft>
              <a:buSzPct val="100000"/>
              <a:buFont typeface="Arial" panose="020B0604020202020204" pitchFamily="34" charset="0"/>
              <a:buChar char="•"/>
            </a:pPr>
            <a:r>
              <a:rPr lang="en-US" sz="1000">
                <a:solidFill>
                  <a:srgbClr val="1F2937"/>
                </a:solidFill>
                <a:ea typeface="Calibri" pitchFamily="34" charset="-122"/>
                <a:cs typeface="Calibri" pitchFamily="34" charset="-120"/>
              </a:rPr>
              <a:t>Formal handover — your team runs it</a:t>
            </a:r>
            <a:endParaRPr lang="en-US" sz="1000"/>
          </a:p>
        </p:txBody>
      </p:sp>
      <p:sp>
        <p:nvSpPr>
          <p:cNvPr id="51" name="Shape 49"/>
          <p:cNvSpPr/>
          <p:nvPr/>
        </p:nvSpPr>
        <p:spPr>
          <a:xfrm>
            <a:off x="9592056" y="4898673"/>
            <a:ext cx="1956816" cy="828000"/>
          </a:xfrm>
          <a:prstGeom prst="roundRect">
            <a:avLst>
              <a:gd name="adj" fmla="val 4237"/>
            </a:avLst>
          </a:prstGeom>
          <a:solidFill>
            <a:srgbClr val="132238"/>
          </a:solidFill>
          <a:ln/>
        </p:spPr>
        <p:txBody>
          <a:bodyPr/>
          <a:lstStyle/>
          <a:p>
            <a:endParaRPr lang="en-IN"/>
          </a:p>
        </p:txBody>
      </p:sp>
      <p:sp>
        <p:nvSpPr>
          <p:cNvPr id="52" name="Text 50"/>
          <p:cNvSpPr/>
          <p:nvPr/>
        </p:nvSpPr>
        <p:spPr>
          <a:xfrm>
            <a:off x="9692640" y="4953537"/>
            <a:ext cx="1755648" cy="648000"/>
          </a:xfrm>
          <a:prstGeom prst="rect">
            <a:avLst/>
          </a:prstGeom>
          <a:noFill/>
          <a:ln/>
        </p:spPr>
        <p:txBody>
          <a:bodyPr wrap="square" lIns="0" tIns="0" rIns="0" bIns="0" rtlCol="0" anchor="ctr"/>
          <a:lstStyle/>
          <a:p>
            <a:pPr marL="0" indent="0">
              <a:buNone/>
            </a:pPr>
            <a:r>
              <a:rPr lang="en-US" sz="900">
                <a:solidFill>
                  <a:srgbClr val="E9D9AE"/>
                </a:solidFill>
                <a:latin typeface="Calibri" pitchFamily="34" charset="0"/>
                <a:ea typeface="Calibri" pitchFamily="34" charset="-122"/>
                <a:cs typeface="Calibri" pitchFamily="34" charset="-120"/>
              </a:rPr>
              <a:t>G5 · “Live, production-grade AI capability delivered to end users”</a:t>
            </a:r>
            <a:endParaRPr lang="en-US" sz="900"/>
          </a:p>
        </p:txBody>
      </p:sp>
      <p:sp>
        <p:nvSpPr>
          <p:cNvPr id="55" name="Text 1">
            <a:extLst>
              <a:ext uri="{FF2B5EF4-FFF2-40B4-BE49-F238E27FC236}">
                <a16:creationId xmlns:a16="http://schemas.microsoft.com/office/drawing/2014/main" id="{433A4245-85B6-DDBC-6B0D-B27334AF2201}"/>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25</a:t>
            </a:fld>
            <a:endParaRPr lang="en-US" sz="1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DELIVERY PLAN &amp; MILESTONES</a:t>
            </a:r>
            <a:endParaRPr lang="en-US" sz="1000"/>
          </a:p>
        </p:txBody>
      </p:sp>
      <p:sp>
        <p:nvSpPr>
          <p:cNvPr id="5" name="Text 3"/>
          <p:cNvSpPr/>
          <p:nvPr/>
        </p:nvSpPr>
        <p:spPr>
          <a:xfrm>
            <a:off x="548640" y="438912"/>
            <a:ext cx="11064240" cy="502920"/>
          </a:xfrm>
          <a:prstGeom prst="rect">
            <a:avLst/>
          </a:prstGeom>
          <a:noFill/>
          <a:ln/>
        </p:spPr>
        <p:txBody>
          <a:bodyPr wrap="square" lIns="0" tIns="0" rIns="0" bIns="0" rtlCol="0" anchor="ctr"/>
          <a:lstStyle/>
          <a:p>
            <a:pPr marL="0" indent="0">
              <a:buNone/>
            </a:pPr>
            <a:r>
              <a:rPr lang="en-US" sz="2300" b="1">
                <a:solidFill>
                  <a:srgbClr val="0A1628"/>
                </a:solidFill>
                <a:latin typeface="Georgia" pitchFamily="34" charset="0"/>
                <a:ea typeface="Georgia" pitchFamily="34" charset="-122"/>
                <a:cs typeface="Georgia" pitchFamily="34" charset="-120"/>
              </a:rPr>
              <a:t>Why QA rides alongside Build — and what it buys you</a:t>
            </a:r>
            <a:endParaRPr lang="en-US" sz="2300"/>
          </a:p>
        </p:txBody>
      </p:sp>
      <p:sp>
        <p:nvSpPr>
          <p:cNvPr id="6" name="Shape 4"/>
          <p:cNvSpPr/>
          <p:nvPr/>
        </p:nvSpPr>
        <p:spPr>
          <a:xfrm>
            <a:off x="566928" y="960120"/>
            <a:ext cx="1371600" cy="32004"/>
          </a:xfrm>
          <a:prstGeom prst="rect">
            <a:avLst/>
          </a:prstGeom>
          <a:solidFill>
            <a:srgbClr val="B8913B"/>
          </a:solidFill>
          <a:ln/>
        </p:spPr>
        <p:txBody>
          <a:bodyPr/>
          <a:lstStyle/>
          <a:p>
            <a:endParaRPr lang="en-IN"/>
          </a:p>
        </p:txBody>
      </p:sp>
      <p:sp>
        <p:nvSpPr>
          <p:cNvPr id="7" name="Text 5"/>
          <p:cNvSpPr/>
          <p:nvPr/>
        </p:nvSpPr>
        <p:spPr>
          <a:xfrm>
            <a:off x="548640" y="1024128"/>
            <a:ext cx="11064240" cy="274320"/>
          </a:xfrm>
          <a:prstGeom prst="rect">
            <a:avLst/>
          </a:prstGeom>
          <a:noFill/>
          <a:ln/>
        </p:spPr>
        <p:txBody>
          <a:bodyPr wrap="square" lIns="0" tIns="0" rIns="0" bIns="0" rtlCol="0" anchor="ctr"/>
          <a:lstStyle/>
          <a:p>
            <a:pPr marL="0" indent="0">
              <a:buNone/>
            </a:pPr>
            <a:r>
              <a:rPr lang="en-US" sz="1100">
                <a:solidFill>
                  <a:srgbClr val="1F6F7A"/>
                </a:solidFill>
                <a:latin typeface="Calibri" pitchFamily="34" charset="0"/>
                <a:ea typeface="Calibri" pitchFamily="34" charset="-122"/>
                <a:cs typeface="Calibri" pitchFamily="34" charset="-120"/>
              </a:rPr>
              <a:t>Four weeks of parallel running is the buffer that protects the Week-16 go-live</a:t>
            </a:r>
            <a:endParaRPr lang="en-US" sz="1100"/>
          </a:p>
        </p:txBody>
      </p:sp>
      <p:sp>
        <p:nvSpPr>
          <p:cNvPr id="8" name="Text 6"/>
          <p:cNvSpPr/>
          <p:nvPr/>
        </p:nvSpPr>
        <p:spPr>
          <a:xfrm>
            <a:off x="4215384" y="1417320"/>
            <a:ext cx="429768" cy="164592"/>
          </a:xfrm>
          <a:prstGeom prst="rect">
            <a:avLst/>
          </a:prstGeom>
          <a:noFill/>
          <a:ln/>
        </p:spPr>
        <p:txBody>
          <a:bodyPr wrap="square" lIns="0" tIns="0" rIns="0" bIns="0" rtlCol="0" anchor="ctr"/>
          <a:lstStyle/>
          <a:p>
            <a:pPr marL="0" indent="0" algn="ctr">
              <a:buNone/>
            </a:pPr>
            <a:r>
              <a:rPr lang="en-US" sz="650">
                <a:solidFill>
                  <a:srgbClr val="6B7280"/>
                </a:solidFill>
                <a:latin typeface="Calibri" pitchFamily="34" charset="0"/>
                <a:ea typeface="Calibri" pitchFamily="34" charset="-122"/>
                <a:cs typeface="Calibri" pitchFamily="34" charset="-120"/>
              </a:rPr>
              <a:t>W4</a:t>
            </a:r>
            <a:endParaRPr lang="en-US" sz="650"/>
          </a:p>
        </p:txBody>
      </p:sp>
      <p:sp>
        <p:nvSpPr>
          <p:cNvPr id="9" name="Text 7"/>
          <p:cNvSpPr/>
          <p:nvPr/>
        </p:nvSpPr>
        <p:spPr>
          <a:xfrm>
            <a:off x="4645152" y="1417320"/>
            <a:ext cx="429768" cy="164592"/>
          </a:xfrm>
          <a:prstGeom prst="rect">
            <a:avLst/>
          </a:prstGeom>
          <a:noFill/>
          <a:ln/>
        </p:spPr>
        <p:txBody>
          <a:bodyPr wrap="square" lIns="0" tIns="0" rIns="0" bIns="0" rtlCol="0" anchor="ctr"/>
          <a:lstStyle/>
          <a:p>
            <a:pPr marL="0" indent="0" algn="ctr">
              <a:buNone/>
            </a:pPr>
            <a:r>
              <a:rPr lang="en-US" sz="650">
                <a:solidFill>
                  <a:srgbClr val="6B7280"/>
                </a:solidFill>
                <a:latin typeface="Calibri" pitchFamily="34" charset="0"/>
                <a:ea typeface="Calibri" pitchFamily="34" charset="-122"/>
                <a:cs typeface="Calibri" pitchFamily="34" charset="-120"/>
              </a:rPr>
              <a:t>W5</a:t>
            </a:r>
            <a:endParaRPr lang="en-US" sz="650"/>
          </a:p>
        </p:txBody>
      </p:sp>
      <p:sp>
        <p:nvSpPr>
          <p:cNvPr id="10" name="Text 8"/>
          <p:cNvSpPr/>
          <p:nvPr/>
        </p:nvSpPr>
        <p:spPr>
          <a:xfrm>
            <a:off x="5074920" y="1417320"/>
            <a:ext cx="429768" cy="164592"/>
          </a:xfrm>
          <a:prstGeom prst="rect">
            <a:avLst/>
          </a:prstGeom>
          <a:noFill/>
          <a:ln/>
        </p:spPr>
        <p:txBody>
          <a:bodyPr wrap="square" lIns="0" tIns="0" rIns="0" bIns="0" rtlCol="0" anchor="ctr"/>
          <a:lstStyle/>
          <a:p>
            <a:pPr marL="0" indent="0" algn="ctr">
              <a:buNone/>
            </a:pPr>
            <a:r>
              <a:rPr lang="en-US" sz="650">
                <a:solidFill>
                  <a:srgbClr val="6B7280"/>
                </a:solidFill>
                <a:latin typeface="Calibri" pitchFamily="34" charset="0"/>
                <a:ea typeface="Calibri" pitchFamily="34" charset="-122"/>
                <a:cs typeface="Calibri" pitchFamily="34" charset="-120"/>
              </a:rPr>
              <a:t>W6</a:t>
            </a:r>
            <a:endParaRPr lang="en-US" sz="650"/>
          </a:p>
        </p:txBody>
      </p:sp>
      <p:sp>
        <p:nvSpPr>
          <p:cNvPr id="11" name="Text 9"/>
          <p:cNvSpPr/>
          <p:nvPr/>
        </p:nvSpPr>
        <p:spPr>
          <a:xfrm>
            <a:off x="5504688" y="1417320"/>
            <a:ext cx="429768" cy="164592"/>
          </a:xfrm>
          <a:prstGeom prst="rect">
            <a:avLst/>
          </a:prstGeom>
          <a:noFill/>
          <a:ln/>
        </p:spPr>
        <p:txBody>
          <a:bodyPr wrap="square" lIns="0" tIns="0" rIns="0" bIns="0" rtlCol="0" anchor="ctr"/>
          <a:lstStyle/>
          <a:p>
            <a:pPr marL="0" indent="0" algn="ctr">
              <a:buNone/>
            </a:pPr>
            <a:r>
              <a:rPr lang="en-US" sz="650">
                <a:solidFill>
                  <a:srgbClr val="6B7280"/>
                </a:solidFill>
                <a:latin typeface="Calibri" pitchFamily="34" charset="0"/>
                <a:ea typeface="Calibri" pitchFamily="34" charset="-122"/>
                <a:cs typeface="Calibri" pitchFamily="34" charset="-120"/>
              </a:rPr>
              <a:t>W7</a:t>
            </a:r>
            <a:endParaRPr lang="en-US" sz="650"/>
          </a:p>
        </p:txBody>
      </p:sp>
      <p:sp>
        <p:nvSpPr>
          <p:cNvPr id="12" name="Text 10"/>
          <p:cNvSpPr/>
          <p:nvPr/>
        </p:nvSpPr>
        <p:spPr>
          <a:xfrm>
            <a:off x="5934456" y="1417320"/>
            <a:ext cx="429768" cy="164592"/>
          </a:xfrm>
          <a:prstGeom prst="rect">
            <a:avLst/>
          </a:prstGeom>
          <a:noFill/>
          <a:ln/>
        </p:spPr>
        <p:txBody>
          <a:bodyPr wrap="square" lIns="0" tIns="0" rIns="0" bIns="0" rtlCol="0" anchor="ctr"/>
          <a:lstStyle/>
          <a:p>
            <a:pPr marL="0" indent="0" algn="ctr">
              <a:buNone/>
            </a:pPr>
            <a:r>
              <a:rPr lang="en-US" sz="650">
                <a:solidFill>
                  <a:srgbClr val="6B7280"/>
                </a:solidFill>
                <a:latin typeface="Calibri" pitchFamily="34" charset="0"/>
                <a:ea typeface="Calibri" pitchFamily="34" charset="-122"/>
                <a:cs typeface="Calibri" pitchFamily="34" charset="-120"/>
              </a:rPr>
              <a:t>W8</a:t>
            </a:r>
            <a:endParaRPr lang="en-US" sz="650"/>
          </a:p>
        </p:txBody>
      </p:sp>
      <p:sp>
        <p:nvSpPr>
          <p:cNvPr id="13" name="Text 11"/>
          <p:cNvSpPr/>
          <p:nvPr/>
        </p:nvSpPr>
        <p:spPr>
          <a:xfrm>
            <a:off x="6364224" y="1417320"/>
            <a:ext cx="429768" cy="164592"/>
          </a:xfrm>
          <a:prstGeom prst="rect">
            <a:avLst/>
          </a:prstGeom>
          <a:noFill/>
          <a:ln/>
        </p:spPr>
        <p:txBody>
          <a:bodyPr wrap="square" lIns="0" tIns="0" rIns="0" bIns="0" rtlCol="0" anchor="ctr"/>
          <a:lstStyle/>
          <a:p>
            <a:pPr marL="0" indent="0" algn="ctr">
              <a:buNone/>
            </a:pPr>
            <a:r>
              <a:rPr lang="en-US" sz="650">
                <a:solidFill>
                  <a:srgbClr val="6B7280"/>
                </a:solidFill>
                <a:latin typeface="Calibri" pitchFamily="34" charset="0"/>
                <a:ea typeface="Calibri" pitchFamily="34" charset="-122"/>
                <a:cs typeface="Calibri" pitchFamily="34" charset="-120"/>
              </a:rPr>
              <a:t>W9</a:t>
            </a:r>
            <a:endParaRPr lang="en-US" sz="650"/>
          </a:p>
        </p:txBody>
      </p:sp>
      <p:sp>
        <p:nvSpPr>
          <p:cNvPr id="14" name="Text 12"/>
          <p:cNvSpPr/>
          <p:nvPr/>
        </p:nvSpPr>
        <p:spPr>
          <a:xfrm>
            <a:off x="6793992" y="1417320"/>
            <a:ext cx="429768" cy="164592"/>
          </a:xfrm>
          <a:prstGeom prst="rect">
            <a:avLst/>
          </a:prstGeom>
          <a:noFill/>
          <a:ln/>
        </p:spPr>
        <p:txBody>
          <a:bodyPr wrap="square" lIns="0" tIns="0" rIns="0" bIns="0" rtlCol="0" anchor="ctr"/>
          <a:lstStyle/>
          <a:p>
            <a:pPr marL="0" indent="0" algn="ctr">
              <a:buNone/>
            </a:pPr>
            <a:r>
              <a:rPr lang="en-US" sz="650">
                <a:solidFill>
                  <a:srgbClr val="6B7280"/>
                </a:solidFill>
                <a:latin typeface="Calibri" pitchFamily="34" charset="0"/>
                <a:ea typeface="Calibri" pitchFamily="34" charset="-122"/>
                <a:cs typeface="Calibri" pitchFamily="34" charset="-120"/>
              </a:rPr>
              <a:t>W10</a:t>
            </a:r>
            <a:endParaRPr lang="en-US" sz="650"/>
          </a:p>
        </p:txBody>
      </p:sp>
      <p:sp>
        <p:nvSpPr>
          <p:cNvPr id="15" name="Text 13"/>
          <p:cNvSpPr/>
          <p:nvPr/>
        </p:nvSpPr>
        <p:spPr>
          <a:xfrm>
            <a:off x="7223760" y="1417320"/>
            <a:ext cx="429768" cy="164592"/>
          </a:xfrm>
          <a:prstGeom prst="rect">
            <a:avLst/>
          </a:prstGeom>
          <a:noFill/>
          <a:ln/>
        </p:spPr>
        <p:txBody>
          <a:bodyPr wrap="square" lIns="0" tIns="0" rIns="0" bIns="0" rtlCol="0" anchor="ctr"/>
          <a:lstStyle/>
          <a:p>
            <a:pPr marL="0" indent="0" algn="ctr">
              <a:buNone/>
            </a:pPr>
            <a:r>
              <a:rPr lang="en-US" sz="650">
                <a:solidFill>
                  <a:srgbClr val="6B7280"/>
                </a:solidFill>
                <a:latin typeface="Calibri" pitchFamily="34" charset="0"/>
                <a:ea typeface="Calibri" pitchFamily="34" charset="-122"/>
                <a:cs typeface="Calibri" pitchFamily="34" charset="-120"/>
              </a:rPr>
              <a:t>W11</a:t>
            </a:r>
            <a:endParaRPr lang="en-US" sz="650"/>
          </a:p>
        </p:txBody>
      </p:sp>
      <p:sp>
        <p:nvSpPr>
          <p:cNvPr id="16" name="Text 14"/>
          <p:cNvSpPr/>
          <p:nvPr/>
        </p:nvSpPr>
        <p:spPr>
          <a:xfrm>
            <a:off x="7653528" y="1417320"/>
            <a:ext cx="429768" cy="164592"/>
          </a:xfrm>
          <a:prstGeom prst="rect">
            <a:avLst/>
          </a:prstGeom>
          <a:noFill/>
          <a:ln/>
        </p:spPr>
        <p:txBody>
          <a:bodyPr wrap="square" lIns="0" tIns="0" rIns="0" bIns="0" rtlCol="0" anchor="ctr"/>
          <a:lstStyle/>
          <a:p>
            <a:pPr marL="0" indent="0" algn="ctr">
              <a:buNone/>
            </a:pPr>
            <a:r>
              <a:rPr lang="en-US" sz="650">
                <a:solidFill>
                  <a:srgbClr val="6B7280"/>
                </a:solidFill>
                <a:latin typeface="Calibri" pitchFamily="34" charset="0"/>
                <a:ea typeface="Calibri" pitchFamily="34" charset="-122"/>
                <a:cs typeface="Calibri" pitchFamily="34" charset="-120"/>
              </a:rPr>
              <a:t>W12</a:t>
            </a:r>
            <a:endParaRPr lang="en-US" sz="650"/>
          </a:p>
        </p:txBody>
      </p:sp>
      <p:sp>
        <p:nvSpPr>
          <p:cNvPr id="17" name="Text 15"/>
          <p:cNvSpPr/>
          <p:nvPr/>
        </p:nvSpPr>
        <p:spPr>
          <a:xfrm>
            <a:off x="8083296" y="1417320"/>
            <a:ext cx="429768" cy="164592"/>
          </a:xfrm>
          <a:prstGeom prst="rect">
            <a:avLst/>
          </a:prstGeom>
          <a:noFill/>
          <a:ln/>
        </p:spPr>
        <p:txBody>
          <a:bodyPr wrap="square" lIns="0" tIns="0" rIns="0" bIns="0" rtlCol="0" anchor="ctr"/>
          <a:lstStyle/>
          <a:p>
            <a:pPr marL="0" indent="0" algn="ctr">
              <a:buNone/>
            </a:pPr>
            <a:r>
              <a:rPr lang="en-US" sz="650">
                <a:solidFill>
                  <a:srgbClr val="6B7280"/>
                </a:solidFill>
                <a:latin typeface="Calibri" pitchFamily="34" charset="0"/>
                <a:ea typeface="Calibri" pitchFamily="34" charset="-122"/>
                <a:cs typeface="Calibri" pitchFamily="34" charset="-120"/>
              </a:rPr>
              <a:t>W13</a:t>
            </a:r>
            <a:endParaRPr lang="en-US" sz="650"/>
          </a:p>
        </p:txBody>
      </p:sp>
      <p:sp>
        <p:nvSpPr>
          <p:cNvPr id="18" name="Text 16"/>
          <p:cNvSpPr/>
          <p:nvPr/>
        </p:nvSpPr>
        <p:spPr>
          <a:xfrm>
            <a:off x="8513064" y="1417320"/>
            <a:ext cx="429768" cy="164592"/>
          </a:xfrm>
          <a:prstGeom prst="rect">
            <a:avLst/>
          </a:prstGeom>
          <a:noFill/>
          <a:ln/>
        </p:spPr>
        <p:txBody>
          <a:bodyPr wrap="square" lIns="0" tIns="0" rIns="0" bIns="0" rtlCol="0" anchor="ctr"/>
          <a:lstStyle/>
          <a:p>
            <a:pPr marL="0" indent="0" algn="ctr">
              <a:buNone/>
            </a:pPr>
            <a:r>
              <a:rPr lang="en-US" sz="650">
                <a:solidFill>
                  <a:srgbClr val="6B7280"/>
                </a:solidFill>
                <a:latin typeface="Calibri" pitchFamily="34" charset="0"/>
                <a:ea typeface="Calibri" pitchFamily="34" charset="-122"/>
                <a:cs typeface="Calibri" pitchFamily="34" charset="-120"/>
              </a:rPr>
              <a:t>W14</a:t>
            </a:r>
            <a:endParaRPr lang="en-US" sz="650"/>
          </a:p>
        </p:txBody>
      </p:sp>
      <p:sp>
        <p:nvSpPr>
          <p:cNvPr id="19" name="Text 17"/>
          <p:cNvSpPr/>
          <p:nvPr/>
        </p:nvSpPr>
        <p:spPr>
          <a:xfrm>
            <a:off x="8942832" y="1417320"/>
            <a:ext cx="429768" cy="164592"/>
          </a:xfrm>
          <a:prstGeom prst="rect">
            <a:avLst/>
          </a:prstGeom>
          <a:noFill/>
          <a:ln/>
        </p:spPr>
        <p:txBody>
          <a:bodyPr wrap="square" lIns="0" tIns="0" rIns="0" bIns="0" rtlCol="0" anchor="ctr"/>
          <a:lstStyle/>
          <a:p>
            <a:pPr marL="0" indent="0" algn="ctr">
              <a:buNone/>
            </a:pPr>
            <a:r>
              <a:rPr lang="en-US" sz="650">
                <a:solidFill>
                  <a:srgbClr val="6B7280"/>
                </a:solidFill>
                <a:latin typeface="Calibri" pitchFamily="34" charset="0"/>
                <a:ea typeface="Calibri" pitchFamily="34" charset="-122"/>
                <a:cs typeface="Calibri" pitchFamily="34" charset="-120"/>
              </a:rPr>
              <a:t>W15</a:t>
            </a:r>
            <a:endParaRPr lang="en-US" sz="650"/>
          </a:p>
        </p:txBody>
      </p:sp>
      <p:sp>
        <p:nvSpPr>
          <p:cNvPr id="20" name="Text 18"/>
          <p:cNvSpPr/>
          <p:nvPr/>
        </p:nvSpPr>
        <p:spPr>
          <a:xfrm>
            <a:off x="9372600" y="1417320"/>
            <a:ext cx="429768" cy="164592"/>
          </a:xfrm>
          <a:prstGeom prst="rect">
            <a:avLst/>
          </a:prstGeom>
          <a:noFill/>
          <a:ln/>
        </p:spPr>
        <p:txBody>
          <a:bodyPr wrap="square" lIns="0" tIns="0" rIns="0" bIns="0" rtlCol="0" anchor="ctr"/>
          <a:lstStyle/>
          <a:p>
            <a:pPr marL="0" indent="0" algn="ctr">
              <a:buNone/>
            </a:pPr>
            <a:r>
              <a:rPr lang="en-US" sz="650">
                <a:solidFill>
                  <a:srgbClr val="6B7280"/>
                </a:solidFill>
                <a:latin typeface="Calibri" pitchFamily="34" charset="0"/>
                <a:ea typeface="Calibri" pitchFamily="34" charset="-122"/>
                <a:cs typeface="Calibri" pitchFamily="34" charset="-120"/>
              </a:rPr>
              <a:t>W16</a:t>
            </a:r>
            <a:endParaRPr lang="en-US" sz="650"/>
          </a:p>
        </p:txBody>
      </p:sp>
      <p:sp>
        <p:nvSpPr>
          <p:cNvPr id="21" name="Text 19"/>
          <p:cNvSpPr/>
          <p:nvPr/>
        </p:nvSpPr>
        <p:spPr>
          <a:xfrm>
            <a:off x="9802368" y="1417320"/>
            <a:ext cx="429768" cy="164592"/>
          </a:xfrm>
          <a:prstGeom prst="rect">
            <a:avLst/>
          </a:prstGeom>
          <a:noFill/>
          <a:ln/>
        </p:spPr>
        <p:txBody>
          <a:bodyPr wrap="square" lIns="0" tIns="0" rIns="0" bIns="0" rtlCol="0" anchor="ctr"/>
          <a:lstStyle/>
          <a:p>
            <a:pPr marL="0" indent="0" algn="ctr">
              <a:buNone/>
            </a:pPr>
            <a:r>
              <a:rPr lang="en-US" sz="650">
                <a:solidFill>
                  <a:srgbClr val="6B7280"/>
                </a:solidFill>
                <a:latin typeface="Calibri" pitchFamily="34" charset="0"/>
                <a:ea typeface="Calibri" pitchFamily="34" charset="-122"/>
                <a:cs typeface="Calibri" pitchFamily="34" charset="-120"/>
              </a:rPr>
              <a:t>W17</a:t>
            </a:r>
            <a:endParaRPr lang="en-US" sz="650"/>
          </a:p>
        </p:txBody>
      </p:sp>
      <p:sp>
        <p:nvSpPr>
          <p:cNvPr id="22" name="Text 20"/>
          <p:cNvSpPr/>
          <p:nvPr/>
        </p:nvSpPr>
        <p:spPr>
          <a:xfrm>
            <a:off x="10232136" y="1417320"/>
            <a:ext cx="429768" cy="164592"/>
          </a:xfrm>
          <a:prstGeom prst="rect">
            <a:avLst/>
          </a:prstGeom>
          <a:noFill/>
          <a:ln/>
        </p:spPr>
        <p:txBody>
          <a:bodyPr wrap="square" lIns="0" tIns="0" rIns="0" bIns="0" rtlCol="0" anchor="ctr"/>
          <a:lstStyle/>
          <a:p>
            <a:pPr marL="0" indent="0" algn="ctr">
              <a:buNone/>
            </a:pPr>
            <a:r>
              <a:rPr lang="en-US" sz="650">
                <a:solidFill>
                  <a:srgbClr val="6B7280"/>
                </a:solidFill>
                <a:latin typeface="Calibri" pitchFamily="34" charset="0"/>
                <a:ea typeface="Calibri" pitchFamily="34" charset="-122"/>
                <a:cs typeface="Calibri" pitchFamily="34" charset="-120"/>
              </a:rPr>
              <a:t>W18</a:t>
            </a:r>
            <a:endParaRPr lang="en-US" sz="650"/>
          </a:p>
        </p:txBody>
      </p:sp>
      <p:sp>
        <p:nvSpPr>
          <p:cNvPr id="23" name="Text 21"/>
          <p:cNvSpPr/>
          <p:nvPr/>
        </p:nvSpPr>
        <p:spPr>
          <a:xfrm>
            <a:off x="10661904" y="1417320"/>
            <a:ext cx="429768" cy="164592"/>
          </a:xfrm>
          <a:prstGeom prst="rect">
            <a:avLst/>
          </a:prstGeom>
          <a:noFill/>
          <a:ln/>
        </p:spPr>
        <p:txBody>
          <a:bodyPr wrap="square" lIns="0" tIns="0" rIns="0" bIns="0" rtlCol="0" anchor="ctr"/>
          <a:lstStyle/>
          <a:p>
            <a:pPr marL="0" indent="0" algn="ctr">
              <a:buNone/>
            </a:pPr>
            <a:r>
              <a:rPr lang="en-US" sz="650">
                <a:solidFill>
                  <a:srgbClr val="6B7280"/>
                </a:solidFill>
                <a:latin typeface="Calibri" pitchFamily="34" charset="0"/>
                <a:ea typeface="Calibri" pitchFamily="34" charset="-122"/>
                <a:cs typeface="Calibri" pitchFamily="34" charset="-120"/>
              </a:rPr>
              <a:t>W19</a:t>
            </a:r>
            <a:endParaRPr lang="en-US" sz="650"/>
          </a:p>
        </p:txBody>
      </p:sp>
      <p:sp>
        <p:nvSpPr>
          <p:cNvPr id="24" name="Text 22"/>
          <p:cNvSpPr/>
          <p:nvPr/>
        </p:nvSpPr>
        <p:spPr>
          <a:xfrm>
            <a:off x="11091672" y="1417320"/>
            <a:ext cx="429768" cy="164592"/>
          </a:xfrm>
          <a:prstGeom prst="rect">
            <a:avLst/>
          </a:prstGeom>
          <a:noFill/>
          <a:ln/>
        </p:spPr>
        <p:txBody>
          <a:bodyPr wrap="square" lIns="0" tIns="0" rIns="0" bIns="0" rtlCol="0" anchor="ctr"/>
          <a:lstStyle/>
          <a:p>
            <a:pPr marL="0" indent="0" algn="ctr">
              <a:buNone/>
            </a:pPr>
            <a:r>
              <a:rPr lang="en-US" sz="650">
                <a:solidFill>
                  <a:srgbClr val="6B7280"/>
                </a:solidFill>
                <a:latin typeface="Calibri" pitchFamily="34" charset="0"/>
                <a:ea typeface="Calibri" pitchFamily="34" charset="-122"/>
                <a:cs typeface="Calibri" pitchFamily="34" charset="-120"/>
              </a:rPr>
              <a:t>W20</a:t>
            </a:r>
            <a:endParaRPr lang="en-US" sz="650"/>
          </a:p>
        </p:txBody>
      </p:sp>
      <p:sp>
        <p:nvSpPr>
          <p:cNvPr id="25" name="Text 23"/>
          <p:cNvSpPr/>
          <p:nvPr/>
        </p:nvSpPr>
        <p:spPr>
          <a:xfrm>
            <a:off x="548640" y="1783080"/>
            <a:ext cx="2240280" cy="548640"/>
          </a:xfrm>
          <a:prstGeom prst="rect">
            <a:avLst/>
          </a:prstGeom>
          <a:noFill/>
          <a:ln/>
        </p:spPr>
        <p:txBody>
          <a:bodyPr wrap="square" lIns="0" tIns="0" rIns="0" bIns="0" rtlCol="0" anchor="ctr"/>
          <a:lstStyle/>
          <a:p>
            <a:pPr marL="0" indent="0">
              <a:buNone/>
            </a:pPr>
            <a:r>
              <a:rPr lang="en-US" sz="950" b="1">
                <a:solidFill>
                  <a:srgbClr val="6B7280"/>
                </a:solidFill>
                <a:latin typeface="Calibri" pitchFamily="34" charset="0"/>
                <a:ea typeface="Calibri" pitchFamily="34" charset="-122"/>
                <a:cs typeface="Calibri" pitchFamily="34" charset="-120"/>
              </a:rPr>
              <a:t>A sequential plan</a:t>
            </a:r>
            <a:endParaRPr lang="en-US" sz="950"/>
          </a:p>
          <a:p>
            <a:pPr marL="0" indent="0">
              <a:buNone/>
            </a:pPr>
            <a:r>
              <a:rPr lang="en-US" sz="950" b="1">
                <a:solidFill>
                  <a:srgbClr val="6B7280"/>
                </a:solidFill>
                <a:latin typeface="Calibri" pitchFamily="34" charset="0"/>
                <a:ea typeface="Calibri" pitchFamily="34" charset="-122"/>
                <a:cs typeface="Calibri" pitchFamily="34" charset="-120"/>
              </a:rPr>
              <a:t>(what we're avoiding)</a:t>
            </a:r>
            <a:endParaRPr lang="en-US" sz="950"/>
          </a:p>
        </p:txBody>
      </p:sp>
      <p:sp>
        <p:nvSpPr>
          <p:cNvPr id="26" name="Shape 24"/>
          <p:cNvSpPr/>
          <p:nvPr/>
        </p:nvSpPr>
        <p:spPr>
          <a:xfrm>
            <a:off x="4215384" y="1810512"/>
            <a:ext cx="3867912" cy="237744"/>
          </a:xfrm>
          <a:prstGeom prst="roundRect">
            <a:avLst>
              <a:gd name="adj" fmla="val 15385"/>
            </a:avLst>
          </a:prstGeom>
          <a:solidFill>
            <a:srgbClr val="8A93A3"/>
          </a:solidFill>
          <a:ln/>
        </p:spPr>
        <p:txBody>
          <a:bodyPr/>
          <a:lstStyle/>
          <a:p>
            <a:endParaRPr lang="en-IN"/>
          </a:p>
        </p:txBody>
      </p:sp>
      <p:sp>
        <p:nvSpPr>
          <p:cNvPr id="27" name="Text 25"/>
          <p:cNvSpPr/>
          <p:nvPr/>
        </p:nvSpPr>
        <p:spPr>
          <a:xfrm>
            <a:off x="4215384" y="1810512"/>
            <a:ext cx="3867912" cy="237744"/>
          </a:xfrm>
          <a:prstGeom prst="rect">
            <a:avLst/>
          </a:prstGeom>
          <a:noFill/>
          <a:ln/>
        </p:spPr>
        <p:txBody>
          <a:bodyPr wrap="square" lIns="0" tIns="0" rIns="0" bIns="0" rtlCol="0" anchor="ctr"/>
          <a:lstStyle/>
          <a:p>
            <a:pPr marL="0" indent="0" algn="ctr">
              <a:buNone/>
            </a:pPr>
            <a:r>
              <a:rPr lang="en-US" sz="700" b="1">
                <a:solidFill>
                  <a:srgbClr val="FFFFFF"/>
                </a:solidFill>
                <a:latin typeface="Calibri" pitchFamily="34" charset="0"/>
                <a:ea typeface="Calibri" pitchFamily="34" charset="-122"/>
                <a:cs typeface="Calibri" pitchFamily="34" charset="-120"/>
              </a:rPr>
              <a:t>Build</a:t>
            </a:r>
            <a:endParaRPr lang="en-US" sz="700"/>
          </a:p>
        </p:txBody>
      </p:sp>
      <p:sp>
        <p:nvSpPr>
          <p:cNvPr id="28" name="Shape 26"/>
          <p:cNvSpPr/>
          <p:nvPr/>
        </p:nvSpPr>
        <p:spPr>
          <a:xfrm>
            <a:off x="8083296" y="2121408"/>
            <a:ext cx="1719072" cy="237744"/>
          </a:xfrm>
          <a:prstGeom prst="roundRect">
            <a:avLst>
              <a:gd name="adj" fmla="val 15385"/>
            </a:avLst>
          </a:prstGeom>
          <a:solidFill>
            <a:srgbClr val="C4B48A"/>
          </a:solidFill>
          <a:ln/>
        </p:spPr>
        <p:txBody>
          <a:bodyPr/>
          <a:lstStyle/>
          <a:p>
            <a:endParaRPr lang="en-IN"/>
          </a:p>
        </p:txBody>
      </p:sp>
      <p:sp>
        <p:nvSpPr>
          <p:cNvPr id="29" name="Text 27"/>
          <p:cNvSpPr/>
          <p:nvPr/>
        </p:nvSpPr>
        <p:spPr>
          <a:xfrm>
            <a:off x="8083296" y="2121408"/>
            <a:ext cx="1719072" cy="237744"/>
          </a:xfrm>
          <a:prstGeom prst="rect">
            <a:avLst/>
          </a:prstGeom>
          <a:noFill/>
          <a:ln/>
        </p:spPr>
        <p:txBody>
          <a:bodyPr wrap="square" lIns="0" tIns="0" rIns="0" bIns="0" rtlCol="0" anchor="ctr"/>
          <a:lstStyle/>
          <a:p>
            <a:pPr marL="0" indent="0" algn="ctr">
              <a:buNone/>
            </a:pPr>
            <a:r>
              <a:rPr lang="en-US" sz="700" b="1">
                <a:solidFill>
                  <a:srgbClr val="0A1628"/>
                </a:solidFill>
                <a:latin typeface="Calibri" pitchFamily="34" charset="0"/>
                <a:ea typeface="Calibri" pitchFamily="34" charset="-122"/>
                <a:cs typeface="Calibri" pitchFamily="34" charset="-120"/>
              </a:rPr>
              <a:t>QA</a:t>
            </a:r>
            <a:endParaRPr lang="en-US" sz="700"/>
          </a:p>
        </p:txBody>
      </p:sp>
      <p:sp>
        <p:nvSpPr>
          <p:cNvPr id="30" name="Shape 28"/>
          <p:cNvSpPr/>
          <p:nvPr/>
        </p:nvSpPr>
        <p:spPr>
          <a:xfrm>
            <a:off x="9802368" y="2432304"/>
            <a:ext cx="1289304" cy="237744"/>
          </a:xfrm>
          <a:prstGeom prst="roundRect">
            <a:avLst>
              <a:gd name="adj" fmla="val 15385"/>
            </a:avLst>
          </a:prstGeom>
          <a:solidFill>
            <a:srgbClr val="9DB8BC"/>
          </a:solidFill>
          <a:ln/>
        </p:spPr>
        <p:txBody>
          <a:bodyPr/>
          <a:lstStyle/>
          <a:p>
            <a:endParaRPr lang="en-IN"/>
          </a:p>
        </p:txBody>
      </p:sp>
      <p:sp>
        <p:nvSpPr>
          <p:cNvPr id="31" name="Text 29"/>
          <p:cNvSpPr/>
          <p:nvPr/>
        </p:nvSpPr>
        <p:spPr>
          <a:xfrm>
            <a:off x="9802368" y="2432304"/>
            <a:ext cx="1289304" cy="237744"/>
          </a:xfrm>
          <a:prstGeom prst="rect">
            <a:avLst/>
          </a:prstGeom>
          <a:noFill/>
          <a:ln/>
        </p:spPr>
        <p:txBody>
          <a:bodyPr wrap="square" lIns="0" tIns="0" rIns="0" bIns="0" rtlCol="0" anchor="ctr"/>
          <a:lstStyle/>
          <a:p>
            <a:pPr marL="0" indent="0" algn="ctr">
              <a:buNone/>
            </a:pPr>
            <a:r>
              <a:rPr lang="en-US" sz="700" b="1">
                <a:solidFill>
                  <a:srgbClr val="0A1628"/>
                </a:solidFill>
                <a:latin typeface="Calibri" pitchFamily="34" charset="0"/>
                <a:ea typeface="Calibri" pitchFamily="34" charset="-122"/>
                <a:cs typeface="Calibri" pitchFamily="34" charset="-120"/>
              </a:rPr>
              <a:t>UAT</a:t>
            </a:r>
            <a:endParaRPr lang="en-US" sz="700"/>
          </a:p>
        </p:txBody>
      </p:sp>
      <p:sp>
        <p:nvSpPr>
          <p:cNvPr id="32" name="Shape 30"/>
          <p:cNvSpPr/>
          <p:nvPr/>
        </p:nvSpPr>
        <p:spPr>
          <a:xfrm>
            <a:off x="11018520" y="2432304"/>
            <a:ext cx="164592" cy="164592"/>
          </a:xfrm>
          <a:prstGeom prst="diamond">
            <a:avLst/>
          </a:prstGeom>
          <a:solidFill>
            <a:srgbClr val="8A93A3"/>
          </a:solidFill>
          <a:ln w="12700">
            <a:solidFill>
              <a:srgbClr val="6B7280"/>
            </a:solidFill>
            <a:prstDash val="solid"/>
          </a:ln>
        </p:spPr>
        <p:txBody>
          <a:bodyPr/>
          <a:lstStyle/>
          <a:p>
            <a:endParaRPr lang="en-IN"/>
          </a:p>
        </p:txBody>
      </p:sp>
      <p:sp>
        <p:nvSpPr>
          <p:cNvPr id="33" name="Text 31"/>
          <p:cNvSpPr/>
          <p:nvPr/>
        </p:nvSpPr>
        <p:spPr>
          <a:xfrm>
            <a:off x="8083296" y="2743200"/>
            <a:ext cx="3564000" cy="201168"/>
          </a:xfrm>
          <a:prstGeom prst="rect">
            <a:avLst/>
          </a:prstGeom>
          <a:noFill/>
          <a:ln/>
        </p:spPr>
        <p:txBody>
          <a:bodyPr wrap="square" lIns="0" tIns="0" rIns="0" bIns="0" rtlCol="0" anchor="ctr"/>
          <a:lstStyle/>
          <a:p>
            <a:pPr marL="0" indent="0">
              <a:buNone/>
            </a:pPr>
            <a:r>
              <a:rPr lang="en-US" sz="800" i="1">
                <a:solidFill>
                  <a:srgbClr val="6B7280"/>
                </a:solidFill>
                <a:latin typeface="Calibri" pitchFamily="34" charset="0"/>
                <a:ea typeface="Calibri" pitchFamily="34" charset="-122"/>
                <a:cs typeface="Calibri" pitchFamily="34" charset="-120"/>
              </a:rPr>
              <a:t>go-live ~W20 · defects found after the builders have moved on</a:t>
            </a:r>
            <a:endParaRPr lang="en-US" sz="800"/>
          </a:p>
        </p:txBody>
      </p:sp>
      <p:sp>
        <p:nvSpPr>
          <p:cNvPr id="34" name="Text 32"/>
          <p:cNvSpPr/>
          <p:nvPr/>
        </p:nvSpPr>
        <p:spPr>
          <a:xfrm>
            <a:off x="548640" y="3200400"/>
            <a:ext cx="2240280" cy="274320"/>
          </a:xfrm>
          <a:prstGeom prst="rect">
            <a:avLst/>
          </a:prstGeom>
          <a:noFill/>
          <a:ln/>
        </p:spPr>
        <p:txBody>
          <a:bodyPr wrap="square" lIns="0" tIns="0" rIns="0" bIns="0" rtlCol="0" anchor="ctr"/>
          <a:lstStyle/>
          <a:p>
            <a:pPr marL="0" indent="0">
              <a:buNone/>
            </a:pPr>
            <a:r>
              <a:rPr lang="en-US" sz="950" b="1">
                <a:solidFill>
                  <a:srgbClr val="0A1628"/>
                </a:solidFill>
                <a:latin typeface="Calibri" pitchFamily="34" charset="0"/>
                <a:ea typeface="Calibri" pitchFamily="34" charset="-122"/>
                <a:cs typeface="Calibri" pitchFamily="34" charset="-120"/>
              </a:rPr>
              <a:t>This plan</a:t>
            </a:r>
            <a:endParaRPr lang="en-US" sz="950"/>
          </a:p>
        </p:txBody>
      </p:sp>
      <p:sp>
        <p:nvSpPr>
          <p:cNvPr id="35" name="Shape 33"/>
          <p:cNvSpPr/>
          <p:nvPr/>
        </p:nvSpPr>
        <p:spPr>
          <a:xfrm>
            <a:off x="4215384" y="3200400"/>
            <a:ext cx="3438144" cy="237744"/>
          </a:xfrm>
          <a:prstGeom prst="roundRect">
            <a:avLst>
              <a:gd name="adj" fmla="val 15385"/>
            </a:avLst>
          </a:prstGeom>
          <a:solidFill>
            <a:srgbClr val="0A1628"/>
          </a:solidFill>
          <a:ln/>
        </p:spPr>
        <p:txBody>
          <a:bodyPr/>
          <a:lstStyle/>
          <a:p>
            <a:endParaRPr lang="en-IN"/>
          </a:p>
        </p:txBody>
      </p:sp>
      <p:sp>
        <p:nvSpPr>
          <p:cNvPr id="36" name="Text 34"/>
          <p:cNvSpPr/>
          <p:nvPr/>
        </p:nvSpPr>
        <p:spPr>
          <a:xfrm>
            <a:off x="4215384" y="3200400"/>
            <a:ext cx="3438144" cy="237744"/>
          </a:xfrm>
          <a:prstGeom prst="rect">
            <a:avLst/>
          </a:prstGeom>
          <a:noFill/>
          <a:ln/>
        </p:spPr>
        <p:txBody>
          <a:bodyPr wrap="square" lIns="0" tIns="0" rIns="0" bIns="0" rtlCol="0" anchor="ctr"/>
          <a:lstStyle/>
          <a:p>
            <a:pPr marL="0" indent="0" algn="ctr">
              <a:buNone/>
            </a:pPr>
            <a:r>
              <a:rPr lang="en-US" sz="700" b="1">
                <a:solidFill>
                  <a:srgbClr val="FFFFFF"/>
                </a:solidFill>
                <a:latin typeface="Calibri" pitchFamily="34" charset="0"/>
                <a:ea typeface="Calibri" pitchFamily="34" charset="-122"/>
                <a:cs typeface="Calibri" pitchFamily="34" charset="-120"/>
              </a:rPr>
              <a:t>Build</a:t>
            </a:r>
            <a:endParaRPr lang="en-US" sz="700"/>
          </a:p>
        </p:txBody>
      </p:sp>
      <p:sp>
        <p:nvSpPr>
          <p:cNvPr id="37" name="Shape 35"/>
          <p:cNvSpPr/>
          <p:nvPr/>
        </p:nvSpPr>
        <p:spPr>
          <a:xfrm>
            <a:off x="5934456" y="3511296"/>
            <a:ext cx="2578608" cy="237744"/>
          </a:xfrm>
          <a:prstGeom prst="roundRect">
            <a:avLst>
              <a:gd name="adj" fmla="val 15385"/>
            </a:avLst>
          </a:prstGeom>
          <a:solidFill>
            <a:srgbClr val="B8913B"/>
          </a:solidFill>
          <a:ln/>
        </p:spPr>
        <p:txBody>
          <a:bodyPr/>
          <a:lstStyle/>
          <a:p>
            <a:endParaRPr lang="en-IN"/>
          </a:p>
        </p:txBody>
      </p:sp>
      <p:sp>
        <p:nvSpPr>
          <p:cNvPr id="38" name="Text 36"/>
          <p:cNvSpPr/>
          <p:nvPr/>
        </p:nvSpPr>
        <p:spPr>
          <a:xfrm>
            <a:off x="5934456" y="3511296"/>
            <a:ext cx="2578608" cy="237744"/>
          </a:xfrm>
          <a:prstGeom prst="rect">
            <a:avLst/>
          </a:prstGeom>
          <a:noFill/>
          <a:ln/>
        </p:spPr>
        <p:txBody>
          <a:bodyPr wrap="square" lIns="0" tIns="0" rIns="0" bIns="0" rtlCol="0" anchor="ctr"/>
          <a:lstStyle/>
          <a:p>
            <a:pPr marL="0" indent="0" algn="ctr">
              <a:buNone/>
            </a:pPr>
            <a:r>
              <a:rPr lang="en-US" sz="700" b="1">
                <a:solidFill>
                  <a:srgbClr val="0A1628"/>
                </a:solidFill>
                <a:latin typeface="Calibri" pitchFamily="34" charset="0"/>
                <a:ea typeface="Calibri" pitchFamily="34" charset="-122"/>
                <a:cs typeface="Calibri" pitchFamily="34" charset="-120"/>
              </a:rPr>
              <a:t>QA — in parallel</a:t>
            </a:r>
            <a:endParaRPr lang="en-US" sz="700"/>
          </a:p>
        </p:txBody>
      </p:sp>
      <p:sp>
        <p:nvSpPr>
          <p:cNvPr id="39" name="Shape 37"/>
          <p:cNvSpPr/>
          <p:nvPr/>
        </p:nvSpPr>
        <p:spPr>
          <a:xfrm>
            <a:off x="7653528" y="3822192"/>
            <a:ext cx="1719072" cy="237744"/>
          </a:xfrm>
          <a:prstGeom prst="roundRect">
            <a:avLst>
              <a:gd name="adj" fmla="val 15385"/>
            </a:avLst>
          </a:prstGeom>
          <a:solidFill>
            <a:srgbClr val="2BA3B3"/>
          </a:solidFill>
          <a:ln/>
        </p:spPr>
        <p:txBody>
          <a:bodyPr/>
          <a:lstStyle/>
          <a:p>
            <a:endParaRPr lang="en-IN"/>
          </a:p>
        </p:txBody>
      </p:sp>
      <p:sp>
        <p:nvSpPr>
          <p:cNvPr id="40" name="Text 38"/>
          <p:cNvSpPr/>
          <p:nvPr/>
        </p:nvSpPr>
        <p:spPr>
          <a:xfrm>
            <a:off x="7653528" y="3822192"/>
            <a:ext cx="1719072" cy="237744"/>
          </a:xfrm>
          <a:prstGeom prst="rect">
            <a:avLst/>
          </a:prstGeom>
          <a:noFill/>
          <a:ln/>
        </p:spPr>
        <p:txBody>
          <a:bodyPr wrap="square" lIns="0" tIns="0" rIns="0" bIns="0" rtlCol="0" anchor="ctr"/>
          <a:lstStyle/>
          <a:p>
            <a:pPr marL="0" indent="0" algn="ctr">
              <a:buNone/>
            </a:pPr>
            <a:r>
              <a:rPr lang="en-US" sz="700" b="1">
                <a:solidFill>
                  <a:srgbClr val="0A1628"/>
                </a:solidFill>
                <a:latin typeface="Calibri" pitchFamily="34" charset="0"/>
                <a:ea typeface="Calibri" pitchFamily="34" charset="-122"/>
                <a:cs typeface="Calibri" pitchFamily="34" charset="-120"/>
              </a:rPr>
              <a:t>UAT</a:t>
            </a:r>
            <a:endParaRPr lang="en-US" sz="700"/>
          </a:p>
        </p:txBody>
      </p:sp>
      <p:sp>
        <p:nvSpPr>
          <p:cNvPr id="41" name="Shape 39"/>
          <p:cNvSpPr/>
          <p:nvPr/>
        </p:nvSpPr>
        <p:spPr>
          <a:xfrm>
            <a:off x="9290304" y="3803904"/>
            <a:ext cx="182880" cy="182880"/>
          </a:xfrm>
          <a:prstGeom prst="diamond">
            <a:avLst/>
          </a:prstGeom>
          <a:solidFill>
            <a:srgbClr val="B8913B"/>
          </a:solidFill>
          <a:ln w="15240">
            <a:solidFill>
              <a:srgbClr val="0A1628"/>
            </a:solidFill>
            <a:prstDash val="solid"/>
          </a:ln>
        </p:spPr>
        <p:txBody>
          <a:bodyPr/>
          <a:lstStyle/>
          <a:p>
            <a:endParaRPr lang="en-IN"/>
          </a:p>
        </p:txBody>
      </p:sp>
      <p:sp>
        <p:nvSpPr>
          <p:cNvPr id="42" name="Text 40"/>
          <p:cNvSpPr/>
          <p:nvPr/>
        </p:nvSpPr>
        <p:spPr>
          <a:xfrm>
            <a:off x="5934456" y="4114800"/>
            <a:ext cx="5852160" cy="201168"/>
          </a:xfrm>
          <a:prstGeom prst="rect">
            <a:avLst/>
          </a:prstGeom>
          <a:noFill/>
          <a:ln/>
        </p:spPr>
        <p:txBody>
          <a:bodyPr wrap="square" lIns="0" tIns="0" rIns="0" bIns="0" rtlCol="0" anchor="ctr"/>
          <a:lstStyle/>
          <a:p>
            <a:pPr marL="0" indent="0">
              <a:buNone/>
            </a:pPr>
            <a:r>
              <a:rPr lang="en-US" sz="800" b="1">
                <a:solidFill>
                  <a:srgbClr val="8A6A25"/>
                </a:solidFill>
                <a:latin typeface="Calibri" pitchFamily="34" charset="0"/>
                <a:ea typeface="Calibri" pitchFamily="34" charset="-122"/>
                <a:cs typeface="Calibri" pitchFamily="34" charset="-120"/>
              </a:rPr>
              <a:t>go-live W16 · four weeks earlier, with five quality checkpoints already passed</a:t>
            </a:r>
            <a:endParaRPr lang="en-US" sz="800"/>
          </a:p>
        </p:txBody>
      </p:sp>
      <p:sp>
        <p:nvSpPr>
          <p:cNvPr id="43" name="Shape 41"/>
          <p:cNvSpPr/>
          <p:nvPr/>
        </p:nvSpPr>
        <p:spPr>
          <a:xfrm>
            <a:off x="5934456" y="3163824"/>
            <a:ext cx="2578608" cy="0"/>
          </a:xfrm>
          <a:prstGeom prst="line">
            <a:avLst/>
          </a:prstGeom>
          <a:noFill/>
          <a:ln w="12700">
            <a:solidFill>
              <a:srgbClr val="B8913B"/>
            </a:solidFill>
            <a:prstDash val="dash"/>
          </a:ln>
        </p:spPr>
        <p:txBody>
          <a:bodyPr/>
          <a:lstStyle/>
          <a:p>
            <a:endParaRPr lang="en-IN"/>
          </a:p>
        </p:txBody>
      </p:sp>
      <p:sp>
        <p:nvSpPr>
          <p:cNvPr id="44" name="Shape 42"/>
          <p:cNvSpPr/>
          <p:nvPr/>
        </p:nvSpPr>
        <p:spPr>
          <a:xfrm>
            <a:off x="5934456" y="3785616"/>
            <a:ext cx="2578608" cy="0"/>
          </a:xfrm>
          <a:prstGeom prst="line">
            <a:avLst/>
          </a:prstGeom>
          <a:noFill/>
          <a:ln w="12700">
            <a:solidFill>
              <a:srgbClr val="B8913B"/>
            </a:solidFill>
            <a:prstDash val="dash"/>
          </a:ln>
        </p:spPr>
        <p:txBody>
          <a:bodyPr/>
          <a:lstStyle/>
          <a:p>
            <a:endParaRPr lang="en-IN"/>
          </a:p>
        </p:txBody>
      </p:sp>
      <p:sp>
        <p:nvSpPr>
          <p:cNvPr id="45" name="Shape 43"/>
          <p:cNvSpPr/>
          <p:nvPr/>
        </p:nvSpPr>
        <p:spPr>
          <a:xfrm>
            <a:off x="5934456" y="3163824"/>
            <a:ext cx="0" cy="621792"/>
          </a:xfrm>
          <a:prstGeom prst="line">
            <a:avLst/>
          </a:prstGeom>
          <a:noFill/>
          <a:ln w="12700">
            <a:solidFill>
              <a:srgbClr val="B8913B"/>
            </a:solidFill>
            <a:prstDash val="dash"/>
          </a:ln>
        </p:spPr>
        <p:txBody>
          <a:bodyPr/>
          <a:lstStyle/>
          <a:p>
            <a:endParaRPr lang="en-IN"/>
          </a:p>
        </p:txBody>
      </p:sp>
      <p:sp>
        <p:nvSpPr>
          <p:cNvPr id="46" name="Shape 44"/>
          <p:cNvSpPr/>
          <p:nvPr/>
        </p:nvSpPr>
        <p:spPr>
          <a:xfrm>
            <a:off x="8513064" y="3163824"/>
            <a:ext cx="0" cy="621792"/>
          </a:xfrm>
          <a:prstGeom prst="line">
            <a:avLst/>
          </a:prstGeom>
          <a:noFill/>
          <a:ln w="12700">
            <a:solidFill>
              <a:srgbClr val="B8913B"/>
            </a:solidFill>
            <a:prstDash val="dash"/>
          </a:ln>
        </p:spPr>
        <p:txBody>
          <a:bodyPr/>
          <a:lstStyle/>
          <a:p>
            <a:endParaRPr lang="en-IN"/>
          </a:p>
        </p:txBody>
      </p:sp>
      <p:sp>
        <p:nvSpPr>
          <p:cNvPr id="47" name="Shape 45"/>
          <p:cNvSpPr/>
          <p:nvPr/>
        </p:nvSpPr>
        <p:spPr>
          <a:xfrm>
            <a:off x="548640" y="4617720"/>
            <a:ext cx="3566160" cy="1440000"/>
          </a:xfrm>
          <a:prstGeom prst="roundRect">
            <a:avLst>
              <a:gd name="adj" fmla="val 3243"/>
            </a:avLst>
          </a:prstGeom>
          <a:solidFill>
            <a:srgbClr val="F8F7F3"/>
          </a:solidFill>
          <a:ln w="9525">
            <a:solidFill>
              <a:srgbClr val="E5E7EB"/>
            </a:solidFill>
            <a:prstDash val="solid"/>
          </a:ln>
        </p:spPr>
        <p:txBody>
          <a:bodyPr/>
          <a:lstStyle/>
          <a:p>
            <a:endParaRPr lang="en-IN"/>
          </a:p>
        </p:txBody>
      </p:sp>
      <p:sp>
        <p:nvSpPr>
          <p:cNvPr id="48" name="Shape 46"/>
          <p:cNvSpPr/>
          <p:nvPr/>
        </p:nvSpPr>
        <p:spPr>
          <a:xfrm>
            <a:off x="548640" y="4725720"/>
            <a:ext cx="64008" cy="1224000"/>
          </a:xfrm>
          <a:prstGeom prst="rect">
            <a:avLst/>
          </a:prstGeom>
          <a:solidFill>
            <a:srgbClr val="1F6F7A"/>
          </a:solidFill>
          <a:ln/>
        </p:spPr>
        <p:txBody>
          <a:bodyPr/>
          <a:lstStyle/>
          <a:p>
            <a:endParaRPr lang="en-IN"/>
          </a:p>
        </p:txBody>
      </p:sp>
      <p:sp>
        <p:nvSpPr>
          <p:cNvPr id="49" name="Text 47"/>
          <p:cNvSpPr/>
          <p:nvPr/>
        </p:nvSpPr>
        <p:spPr>
          <a:xfrm>
            <a:off x="731520" y="4700553"/>
            <a:ext cx="3291840" cy="360000"/>
          </a:xfrm>
          <a:prstGeom prst="rect">
            <a:avLst/>
          </a:prstGeom>
          <a:noFill/>
          <a:ln/>
        </p:spPr>
        <p:txBody>
          <a:bodyPr wrap="square" lIns="0" tIns="0" rIns="0" bIns="0" rtlCol="0" anchor="ctr"/>
          <a:lstStyle/>
          <a:p>
            <a:pPr marL="0" indent="0">
              <a:buNone/>
            </a:pPr>
            <a:r>
              <a:rPr lang="en-US" sz="1050" b="1">
                <a:solidFill>
                  <a:srgbClr val="0A1628"/>
                </a:solidFill>
                <a:latin typeface="Calibri" pitchFamily="34" charset="0"/>
                <a:ea typeface="Calibri" pitchFamily="34" charset="-122"/>
                <a:cs typeface="Calibri" pitchFamily="34" charset="-120"/>
              </a:rPr>
              <a:t>The QE joins Week 4, not Week 12</a:t>
            </a:r>
            <a:endParaRPr lang="en-US" sz="1050"/>
          </a:p>
        </p:txBody>
      </p:sp>
      <p:sp>
        <p:nvSpPr>
          <p:cNvPr id="50" name="Text 48"/>
          <p:cNvSpPr/>
          <p:nvPr/>
        </p:nvSpPr>
        <p:spPr>
          <a:xfrm>
            <a:off x="731520" y="5068640"/>
            <a:ext cx="3291840" cy="792000"/>
          </a:xfrm>
          <a:prstGeom prst="rect">
            <a:avLst/>
          </a:prstGeom>
          <a:noFill/>
          <a:ln/>
        </p:spPr>
        <p:txBody>
          <a:bodyPr wrap="square" lIns="0" tIns="0" rIns="0" bIns="0" rtlCol="0" anchor="ctr"/>
          <a:lstStyle/>
          <a:p>
            <a:pPr marL="0" indent="0">
              <a:lnSpc>
                <a:spcPct val="110000"/>
              </a:lnSpc>
              <a:buNone/>
            </a:pPr>
            <a:r>
              <a:rPr lang="en-US" sz="1000">
                <a:solidFill>
                  <a:srgbClr val="1F2937"/>
                </a:solidFill>
                <a:latin typeface="Calibri" pitchFamily="34" charset="0"/>
                <a:ea typeface="Calibri" pitchFamily="34" charset="-122"/>
                <a:cs typeface="Calibri" pitchFamily="34" charset="-120"/>
              </a:rPr>
              <a:t>While code is being written, the quality engineer is building the automated harness beside it — so testing starts the day the first feature lands, not after the last one.</a:t>
            </a:r>
            <a:endParaRPr lang="en-US" sz="1000"/>
          </a:p>
        </p:txBody>
      </p:sp>
      <p:sp>
        <p:nvSpPr>
          <p:cNvPr id="51" name="Shape 49"/>
          <p:cNvSpPr/>
          <p:nvPr/>
        </p:nvSpPr>
        <p:spPr>
          <a:xfrm>
            <a:off x="4343400" y="4617720"/>
            <a:ext cx="3566160" cy="1440000"/>
          </a:xfrm>
          <a:prstGeom prst="roundRect">
            <a:avLst>
              <a:gd name="adj" fmla="val 3243"/>
            </a:avLst>
          </a:prstGeom>
          <a:solidFill>
            <a:srgbClr val="F4F1EA"/>
          </a:solidFill>
          <a:ln w="9525">
            <a:solidFill>
              <a:srgbClr val="E5E7EB"/>
            </a:solidFill>
            <a:prstDash val="solid"/>
          </a:ln>
        </p:spPr>
        <p:txBody>
          <a:bodyPr/>
          <a:lstStyle/>
          <a:p>
            <a:endParaRPr lang="en-IN"/>
          </a:p>
        </p:txBody>
      </p:sp>
      <p:sp>
        <p:nvSpPr>
          <p:cNvPr id="52" name="Shape 50"/>
          <p:cNvSpPr/>
          <p:nvPr/>
        </p:nvSpPr>
        <p:spPr>
          <a:xfrm>
            <a:off x="4343400" y="4725720"/>
            <a:ext cx="64008" cy="1224000"/>
          </a:xfrm>
          <a:prstGeom prst="rect">
            <a:avLst/>
          </a:prstGeom>
          <a:solidFill>
            <a:srgbClr val="B8913B"/>
          </a:solidFill>
          <a:ln/>
        </p:spPr>
        <p:txBody>
          <a:bodyPr/>
          <a:lstStyle/>
          <a:p>
            <a:endParaRPr lang="en-IN"/>
          </a:p>
        </p:txBody>
      </p:sp>
      <p:sp>
        <p:nvSpPr>
          <p:cNvPr id="53" name="Text 51"/>
          <p:cNvSpPr/>
          <p:nvPr/>
        </p:nvSpPr>
        <p:spPr>
          <a:xfrm>
            <a:off x="4526280" y="4700553"/>
            <a:ext cx="3291840" cy="360000"/>
          </a:xfrm>
          <a:prstGeom prst="rect">
            <a:avLst/>
          </a:prstGeom>
          <a:noFill/>
          <a:ln/>
        </p:spPr>
        <p:txBody>
          <a:bodyPr wrap="square" lIns="0" tIns="0" rIns="0" bIns="0" rtlCol="0" anchor="ctr"/>
          <a:lstStyle/>
          <a:p>
            <a:pPr marL="0" indent="0">
              <a:buNone/>
            </a:pPr>
            <a:r>
              <a:rPr lang="en-US" sz="1050" b="1">
                <a:solidFill>
                  <a:srgbClr val="0A1628"/>
                </a:solidFill>
                <a:latin typeface="Calibri" pitchFamily="34" charset="0"/>
                <a:ea typeface="Calibri" pitchFamily="34" charset="-122"/>
                <a:cs typeface="Calibri" pitchFamily="34" charset="-120"/>
              </a:rPr>
              <a:t>Quality is measured five times before UAT</a:t>
            </a:r>
            <a:endParaRPr lang="en-US" sz="1050"/>
          </a:p>
        </p:txBody>
      </p:sp>
      <p:sp>
        <p:nvSpPr>
          <p:cNvPr id="54" name="Text 52"/>
          <p:cNvSpPr/>
          <p:nvPr/>
        </p:nvSpPr>
        <p:spPr>
          <a:xfrm>
            <a:off x="4526280" y="5068640"/>
            <a:ext cx="3291840" cy="792000"/>
          </a:xfrm>
          <a:prstGeom prst="rect">
            <a:avLst/>
          </a:prstGeom>
          <a:noFill/>
          <a:ln/>
        </p:spPr>
        <p:txBody>
          <a:bodyPr wrap="square" lIns="0" tIns="0" rIns="0" bIns="0" rtlCol="0" anchor="ctr"/>
          <a:lstStyle/>
          <a:p>
            <a:pPr marL="0" indent="0">
              <a:lnSpc>
                <a:spcPct val="110000"/>
              </a:lnSpc>
              <a:buNone/>
            </a:pPr>
            <a:r>
              <a:rPr lang="en-US" sz="1000">
                <a:solidFill>
                  <a:srgbClr val="1F2937"/>
                </a:solidFill>
                <a:latin typeface="Calibri" pitchFamily="34" charset="0"/>
                <a:ea typeface="Calibri" pitchFamily="34" charset="-122"/>
                <a:cs typeface="Calibri" pitchFamily="34" charset="-120"/>
              </a:rPr>
              <a:t>Every two-week sprint ends with a question-bank replay against the Power BI baseline. By the QA gate, answer-match has been scored five times — UAT confirms, it doesn't discover.</a:t>
            </a:r>
            <a:endParaRPr lang="en-US" sz="1000"/>
          </a:p>
        </p:txBody>
      </p:sp>
      <p:sp>
        <p:nvSpPr>
          <p:cNvPr id="55" name="Shape 53"/>
          <p:cNvSpPr/>
          <p:nvPr/>
        </p:nvSpPr>
        <p:spPr>
          <a:xfrm>
            <a:off x="8138160" y="4617720"/>
            <a:ext cx="3566160" cy="1440000"/>
          </a:xfrm>
          <a:prstGeom prst="roundRect">
            <a:avLst>
              <a:gd name="adj" fmla="val 3243"/>
            </a:avLst>
          </a:prstGeom>
          <a:solidFill>
            <a:srgbClr val="F8F7F3"/>
          </a:solidFill>
          <a:ln w="9525">
            <a:solidFill>
              <a:srgbClr val="E5E7EB"/>
            </a:solidFill>
            <a:prstDash val="solid"/>
          </a:ln>
        </p:spPr>
        <p:txBody>
          <a:bodyPr/>
          <a:lstStyle/>
          <a:p>
            <a:endParaRPr lang="en-IN"/>
          </a:p>
        </p:txBody>
      </p:sp>
      <p:sp>
        <p:nvSpPr>
          <p:cNvPr id="56" name="Shape 54"/>
          <p:cNvSpPr/>
          <p:nvPr/>
        </p:nvSpPr>
        <p:spPr>
          <a:xfrm>
            <a:off x="8138160" y="4725720"/>
            <a:ext cx="64008" cy="1224000"/>
          </a:xfrm>
          <a:prstGeom prst="rect">
            <a:avLst/>
          </a:prstGeom>
          <a:solidFill>
            <a:srgbClr val="1F6F7A"/>
          </a:solidFill>
          <a:ln/>
        </p:spPr>
        <p:txBody>
          <a:bodyPr/>
          <a:lstStyle/>
          <a:p>
            <a:endParaRPr lang="en-IN"/>
          </a:p>
        </p:txBody>
      </p:sp>
      <p:sp>
        <p:nvSpPr>
          <p:cNvPr id="57" name="Text 55"/>
          <p:cNvSpPr/>
          <p:nvPr/>
        </p:nvSpPr>
        <p:spPr>
          <a:xfrm>
            <a:off x="8321040" y="4700553"/>
            <a:ext cx="3291840" cy="360000"/>
          </a:xfrm>
          <a:prstGeom prst="rect">
            <a:avLst/>
          </a:prstGeom>
          <a:noFill/>
          <a:ln/>
        </p:spPr>
        <p:txBody>
          <a:bodyPr wrap="square" lIns="0" tIns="0" rIns="0" bIns="0" rtlCol="0" anchor="ctr"/>
          <a:lstStyle/>
          <a:p>
            <a:pPr marL="0" indent="0">
              <a:buNone/>
            </a:pPr>
            <a:r>
              <a:rPr lang="en-US" sz="1050" b="1">
                <a:solidFill>
                  <a:srgbClr val="0A1628"/>
                </a:solidFill>
                <a:latin typeface="Calibri" pitchFamily="34" charset="0"/>
                <a:ea typeface="Calibri" pitchFamily="34" charset="-122"/>
                <a:cs typeface="Calibri" pitchFamily="34" charset="-120"/>
              </a:rPr>
              <a:t>One board, one stand-up, one team</a:t>
            </a:r>
            <a:endParaRPr lang="en-US" sz="1050"/>
          </a:p>
        </p:txBody>
      </p:sp>
      <p:sp>
        <p:nvSpPr>
          <p:cNvPr id="58" name="Text 56"/>
          <p:cNvSpPr/>
          <p:nvPr/>
        </p:nvSpPr>
        <p:spPr>
          <a:xfrm>
            <a:off x="8321040" y="5068640"/>
            <a:ext cx="3291840" cy="792000"/>
          </a:xfrm>
          <a:prstGeom prst="rect">
            <a:avLst/>
          </a:prstGeom>
          <a:noFill/>
          <a:ln/>
        </p:spPr>
        <p:txBody>
          <a:bodyPr wrap="square" lIns="0" tIns="0" rIns="0" bIns="0" rtlCol="0" anchor="ctr"/>
          <a:lstStyle/>
          <a:p>
            <a:pPr marL="0" indent="0">
              <a:lnSpc>
                <a:spcPct val="110000"/>
              </a:lnSpc>
              <a:buNone/>
            </a:pPr>
            <a:r>
              <a:rPr lang="en-US" sz="1000">
                <a:solidFill>
                  <a:srgbClr val="1F2937"/>
                </a:solidFill>
                <a:latin typeface="Calibri" pitchFamily="34" charset="0"/>
                <a:ea typeface="Calibri" pitchFamily="34" charset="-122"/>
                <a:cs typeface="Calibri" pitchFamily="34" charset="-120"/>
              </a:rPr>
              <a:t>Build and QA share the same daily stand-up. A failed baseline test on Tuesday is sprint work on Wednesday — fixed by the engineer who wrote it, not queued as a change request.</a:t>
            </a:r>
            <a:endParaRPr lang="en-US" sz="1000"/>
          </a:p>
        </p:txBody>
      </p:sp>
      <p:sp>
        <p:nvSpPr>
          <p:cNvPr id="60" name="Text 1">
            <a:extLst>
              <a:ext uri="{FF2B5EF4-FFF2-40B4-BE49-F238E27FC236}">
                <a16:creationId xmlns:a16="http://schemas.microsoft.com/office/drawing/2014/main" id="{2AEB21FD-090F-C1CE-CB31-C76E6B88A7EF}"/>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26</a:t>
            </a:fld>
            <a:endParaRPr lang="en-US" sz="10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DELIVERY PLAN &amp; MILESTONES</a:t>
            </a:r>
            <a:endParaRPr lang="en-US" sz="1000"/>
          </a:p>
        </p:txBody>
      </p:sp>
      <p:sp>
        <p:nvSpPr>
          <p:cNvPr id="5" name="Text 3"/>
          <p:cNvSpPr/>
          <p:nvPr/>
        </p:nvSpPr>
        <p:spPr>
          <a:xfrm>
            <a:off x="548640" y="438912"/>
            <a:ext cx="11064240" cy="502920"/>
          </a:xfrm>
          <a:prstGeom prst="rect">
            <a:avLst/>
          </a:prstGeom>
          <a:noFill/>
          <a:ln/>
        </p:spPr>
        <p:txBody>
          <a:bodyPr wrap="square" lIns="0" tIns="0" rIns="0" bIns="0" rtlCol="0" anchor="ctr"/>
          <a:lstStyle/>
          <a:p>
            <a:pPr marL="0" indent="0">
              <a:buNone/>
            </a:pPr>
            <a:r>
              <a:rPr lang="en-US" sz="2300" b="1">
                <a:solidFill>
                  <a:srgbClr val="0A1628"/>
                </a:solidFill>
                <a:latin typeface="Georgia" pitchFamily="34" charset="0"/>
                <a:ea typeface="Georgia" pitchFamily="34" charset="-122"/>
                <a:cs typeface="Georgia" pitchFamily="34" charset="-120"/>
              </a:rPr>
              <a:t>The rhythm of the engagement</a:t>
            </a:r>
            <a:endParaRPr lang="en-US" sz="2300"/>
          </a:p>
        </p:txBody>
      </p:sp>
      <p:sp>
        <p:nvSpPr>
          <p:cNvPr id="6" name="Shape 4"/>
          <p:cNvSpPr/>
          <p:nvPr/>
        </p:nvSpPr>
        <p:spPr>
          <a:xfrm>
            <a:off x="566928" y="960120"/>
            <a:ext cx="1371600" cy="32004"/>
          </a:xfrm>
          <a:prstGeom prst="rect">
            <a:avLst/>
          </a:prstGeom>
          <a:solidFill>
            <a:srgbClr val="B8913B"/>
          </a:solidFill>
          <a:ln/>
        </p:spPr>
        <p:txBody>
          <a:bodyPr/>
          <a:lstStyle/>
          <a:p>
            <a:endParaRPr lang="en-IN"/>
          </a:p>
        </p:txBody>
      </p:sp>
      <p:sp>
        <p:nvSpPr>
          <p:cNvPr id="7" name="Text 5"/>
          <p:cNvSpPr/>
          <p:nvPr/>
        </p:nvSpPr>
        <p:spPr>
          <a:xfrm>
            <a:off x="548640" y="1024128"/>
            <a:ext cx="11064240" cy="274320"/>
          </a:xfrm>
          <a:prstGeom prst="rect">
            <a:avLst/>
          </a:prstGeom>
          <a:noFill/>
          <a:ln/>
        </p:spPr>
        <p:txBody>
          <a:bodyPr wrap="square" lIns="0" tIns="0" rIns="0" bIns="0" rtlCol="0" anchor="ctr"/>
          <a:lstStyle/>
          <a:p>
            <a:pPr marL="0" indent="0">
              <a:buNone/>
            </a:pPr>
            <a:r>
              <a:rPr lang="en-US" sz="1100">
                <a:solidFill>
                  <a:srgbClr val="1F6F7A"/>
                </a:solidFill>
                <a:latin typeface="Calibri" pitchFamily="34" charset="0"/>
                <a:ea typeface="Calibri" pitchFamily="34" charset="-122"/>
                <a:cs typeface="Calibri" pitchFamily="34" charset="-120"/>
              </a:rPr>
              <a:t>Exactly the cadence your §5.2 requires — plus who sits in each room, and how a blocker escalates</a:t>
            </a:r>
            <a:endParaRPr lang="en-US" sz="1100"/>
          </a:p>
        </p:txBody>
      </p:sp>
      <p:sp>
        <p:nvSpPr>
          <p:cNvPr id="8" name="Text 6"/>
          <p:cNvSpPr/>
          <p:nvPr/>
        </p:nvSpPr>
        <p:spPr>
          <a:xfrm>
            <a:off x="7223760" y="1140669"/>
            <a:ext cx="1078992" cy="457200"/>
          </a:xfrm>
          <a:prstGeom prst="rect">
            <a:avLst/>
          </a:prstGeom>
          <a:noFill/>
          <a:ln/>
        </p:spPr>
        <p:txBody>
          <a:bodyPr wrap="square" lIns="0" tIns="0" rIns="0" bIns="0" rtlCol="0" anchor="ctr"/>
          <a:lstStyle/>
          <a:p>
            <a:pPr marL="0" indent="0" algn="ctr">
              <a:buNone/>
            </a:pPr>
            <a:r>
              <a:rPr lang="en-US" sz="900" b="1">
                <a:solidFill>
                  <a:srgbClr val="6B7280"/>
                </a:solidFill>
                <a:latin typeface="Calibri" pitchFamily="34" charset="0"/>
                <a:ea typeface="Calibri" pitchFamily="34" charset="-122"/>
                <a:cs typeface="Calibri" pitchFamily="34" charset="-120"/>
              </a:rPr>
              <a:t>BC sponsors</a:t>
            </a:r>
            <a:endParaRPr lang="en-US" sz="900"/>
          </a:p>
        </p:txBody>
      </p:sp>
      <p:sp>
        <p:nvSpPr>
          <p:cNvPr id="9" name="Text 7"/>
          <p:cNvSpPr/>
          <p:nvPr/>
        </p:nvSpPr>
        <p:spPr>
          <a:xfrm>
            <a:off x="8302752" y="1140669"/>
            <a:ext cx="1078992" cy="457200"/>
          </a:xfrm>
          <a:prstGeom prst="rect">
            <a:avLst/>
          </a:prstGeom>
          <a:noFill/>
          <a:ln/>
        </p:spPr>
        <p:txBody>
          <a:bodyPr wrap="square" lIns="0" tIns="0" rIns="0" bIns="0" rtlCol="0" anchor="ctr"/>
          <a:lstStyle/>
          <a:p>
            <a:pPr marL="0" indent="0" algn="ctr">
              <a:buNone/>
            </a:pPr>
            <a:r>
              <a:rPr lang="en-US" sz="900" b="1">
                <a:solidFill>
                  <a:srgbClr val="6B7280"/>
                </a:solidFill>
                <a:latin typeface="Calibri" pitchFamily="34" charset="0"/>
                <a:ea typeface="Calibri" pitchFamily="34" charset="-122"/>
                <a:cs typeface="Calibri" pitchFamily="34" charset="-120"/>
              </a:rPr>
              <a:t>BC SMEs / engineers</a:t>
            </a:r>
            <a:endParaRPr lang="en-US" sz="900"/>
          </a:p>
        </p:txBody>
      </p:sp>
      <p:sp>
        <p:nvSpPr>
          <p:cNvPr id="10" name="Text 8"/>
          <p:cNvSpPr/>
          <p:nvPr/>
        </p:nvSpPr>
        <p:spPr>
          <a:xfrm>
            <a:off x="9381744" y="1140669"/>
            <a:ext cx="1078992" cy="457200"/>
          </a:xfrm>
          <a:prstGeom prst="rect">
            <a:avLst/>
          </a:prstGeom>
          <a:noFill/>
          <a:ln/>
        </p:spPr>
        <p:txBody>
          <a:bodyPr wrap="square" lIns="0" tIns="0" rIns="0" bIns="0" rtlCol="0" anchor="ctr"/>
          <a:lstStyle/>
          <a:p>
            <a:pPr marL="0" indent="0" algn="ctr">
              <a:buNone/>
            </a:pPr>
            <a:r>
              <a:rPr lang="en-US" sz="900" b="1">
                <a:solidFill>
                  <a:srgbClr val="6B7280"/>
                </a:solidFill>
                <a:latin typeface="Calibri" pitchFamily="34" charset="0"/>
                <a:ea typeface="Calibri" pitchFamily="34" charset="-122"/>
                <a:cs typeface="Calibri" pitchFamily="34" charset="-120"/>
              </a:rPr>
              <a:t>Engagement lead</a:t>
            </a:r>
            <a:endParaRPr lang="en-US" sz="900"/>
          </a:p>
        </p:txBody>
      </p:sp>
      <p:sp>
        <p:nvSpPr>
          <p:cNvPr id="11" name="Text 9"/>
          <p:cNvSpPr/>
          <p:nvPr/>
        </p:nvSpPr>
        <p:spPr>
          <a:xfrm>
            <a:off x="10460736" y="1140669"/>
            <a:ext cx="1078992" cy="457200"/>
          </a:xfrm>
          <a:prstGeom prst="rect">
            <a:avLst/>
          </a:prstGeom>
          <a:noFill/>
          <a:ln/>
        </p:spPr>
        <p:txBody>
          <a:bodyPr wrap="square" lIns="0" tIns="0" rIns="0" bIns="0" rtlCol="0" anchor="ctr"/>
          <a:lstStyle/>
          <a:p>
            <a:pPr marL="0" indent="0" algn="ctr">
              <a:buNone/>
            </a:pPr>
            <a:r>
              <a:rPr lang="en-US" sz="900" b="1">
                <a:solidFill>
                  <a:srgbClr val="6B7280"/>
                </a:solidFill>
                <a:latin typeface="Calibri" pitchFamily="34" charset="0"/>
                <a:ea typeface="Calibri" pitchFamily="34" charset="-122"/>
                <a:cs typeface="Calibri" pitchFamily="34" charset="-120"/>
              </a:rPr>
              <a:t>Delivery team</a:t>
            </a:r>
            <a:endParaRPr lang="en-US" sz="900"/>
          </a:p>
        </p:txBody>
      </p:sp>
      <p:sp>
        <p:nvSpPr>
          <p:cNvPr id="12" name="Shape 10"/>
          <p:cNvSpPr/>
          <p:nvPr/>
        </p:nvSpPr>
        <p:spPr>
          <a:xfrm>
            <a:off x="548640" y="1536191"/>
            <a:ext cx="11064240" cy="960120"/>
          </a:xfrm>
          <a:prstGeom prst="roundRect">
            <a:avLst>
              <a:gd name="adj" fmla="val 4762"/>
            </a:avLst>
          </a:prstGeom>
          <a:solidFill>
            <a:srgbClr val="FFFFFF"/>
          </a:solidFill>
          <a:ln w="9525">
            <a:solidFill>
              <a:srgbClr val="E5E7EB"/>
            </a:solidFill>
            <a:prstDash val="solid"/>
          </a:ln>
        </p:spPr>
        <p:txBody>
          <a:bodyPr/>
          <a:lstStyle/>
          <a:p>
            <a:endParaRPr lang="en-IN"/>
          </a:p>
        </p:txBody>
      </p:sp>
      <p:sp>
        <p:nvSpPr>
          <p:cNvPr id="13" name="Shape 11"/>
          <p:cNvSpPr/>
          <p:nvPr/>
        </p:nvSpPr>
        <p:spPr>
          <a:xfrm>
            <a:off x="548640" y="1627631"/>
            <a:ext cx="64008" cy="777240"/>
          </a:xfrm>
          <a:prstGeom prst="rect">
            <a:avLst/>
          </a:prstGeom>
          <a:solidFill>
            <a:srgbClr val="1F6F7A"/>
          </a:solidFill>
          <a:ln/>
        </p:spPr>
        <p:txBody>
          <a:bodyPr/>
          <a:lstStyle/>
          <a:p>
            <a:endParaRPr lang="en-IN"/>
          </a:p>
        </p:txBody>
      </p:sp>
      <p:sp>
        <p:nvSpPr>
          <p:cNvPr id="14" name="Text 12"/>
          <p:cNvSpPr/>
          <p:nvPr/>
        </p:nvSpPr>
        <p:spPr>
          <a:xfrm>
            <a:off x="777240" y="1609343"/>
            <a:ext cx="2377440" cy="365760"/>
          </a:xfrm>
          <a:prstGeom prst="rect">
            <a:avLst/>
          </a:prstGeom>
          <a:noFill/>
          <a:ln/>
        </p:spPr>
        <p:txBody>
          <a:bodyPr wrap="square" lIns="0" tIns="0" rIns="0" bIns="0" rtlCol="0" anchor="ctr"/>
          <a:lstStyle/>
          <a:p>
            <a:pPr marL="0" indent="0">
              <a:buNone/>
            </a:pPr>
            <a:r>
              <a:rPr lang="en-US" sz="1150" b="1">
                <a:solidFill>
                  <a:srgbClr val="0A1628"/>
                </a:solidFill>
                <a:latin typeface="Calibri" pitchFamily="34" charset="0"/>
                <a:ea typeface="Calibri" pitchFamily="34" charset="-122"/>
                <a:cs typeface="Calibri" pitchFamily="34" charset="-120"/>
              </a:rPr>
              <a:t>Daily stand-up</a:t>
            </a:r>
            <a:endParaRPr lang="en-US" sz="1150"/>
          </a:p>
        </p:txBody>
      </p:sp>
      <p:sp>
        <p:nvSpPr>
          <p:cNvPr id="15" name="Text 13"/>
          <p:cNvSpPr/>
          <p:nvPr/>
        </p:nvSpPr>
        <p:spPr>
          <a:xfrm>
            <a:off x="777240" y="1975103"/>
            <a:ext cx="2514600" cy="457200"/>
          </a:xfrm>
          <a:prstGeom prst="rect">
            <a:avLst/>
          </a:prstGeom>
          <a:noFill/>
          <a:ln/>
        </p:spPr>
        <p:txBody>
          <a:bodyPr wrap="square" lIns="0" tIns="0" rIns="0" bIns="0" rtlCol="0" anchor="ctr"/>
          <a:lstStyle/>
          <a:p>
            <a:pPr marL="0" indent="0">
              <a:buNone/>
            </a:pPr>
            <a:r>
              <a:rPr lang="en-US" sz="800" i="1">
                <a:solidFill>
                  <a:srgbClr val="1F6F7A"/>
                </a:solidFill>
                <a:latin typeface="Calibri" pitchFamily="34" charset="0"/>
                <a:ea typeface="Calibri" pitchFamily="34" charset="-122"/>
                <a:cs typeface="Calibri" pitchFamily="34" charset="-120"/>
              </a:rPr>
              <a:t>15 min · W4–13 (Build &amp; QA) · 8:30 AM PT, async option</a:t>
            </a:r>
            <a:endParaRPr lang="en-US" sz="800"/>
          </a:p>
        </p:txBody>
      </p:sp>
      <p:sp>
        <p:nvSpPr>
          <p:cNvPr id="16" name="Text 14"/>
          <p:cNvSpPr/>
          <p:nvPr/>
        </p:nvSpPr>
        <p:spPr>
          <a:xfrm>
            <a:off x="3383280" y="1609343"/>
            <a:ext cx="3703320" cy="822960"/>
          </a:xfrm>
          <a:prstGeom prst="rect">
            <a:avLst/>
          </a:prstGeom>
          <a:noFill/>
          <a:ln/>
        </p:spPr>
        <p:txBody>
          <a:bodyPr wrap="square" lIns="0" tIns="0" rIns="0" bIns="0" rtlCol="0" anchor="ctr"/>
          <a:lstStyle/>
          <a:p>
            <a:pPr marL="0" indent="0">
              <a:buNone/>
            </a:pPr>
            <a:r>
              <a:rPr lang="en-US" sz="900">
                <a:solidFill>
                  <a:srgbClr val="1F2937"/>
                </a:solidFill>
                <a:latin typeface="Calibri" pitchFamily="34" charset="0"/>
                <a:ea typeface="Calibri" pitchFamily="34" charset="-122"/>
                <a:cs typeface="Calibri" pitchFamily="34" charset="-120"/>
              </a:rPr>
              <a:t>Yesterday, today, blockers. Your engineers welcome any day.</a:t>
            </a:r>
            <a:endParaRPr lang="en-US" sz="900"/>
          </a:p>
        </p:txBody>
      </p:sp>
      <p:sp>
        <p:nvSpPr>
          <p:cNvPr id="17" name="Shape 15"/>
          <p:cNvSpPr/>
          <p:nvPr/>
        </p:nvSpPr>
        <p:spPr>
          <a:xfrm>
            <a:off x="8769096" y="1938527"/>
            <a:ext cx="146304" cy="146304"/>
          </a:xfrm>
          <a:prstGeom prst="ellipse">
            <a:avLst/>
          </a:prstGeom>
          <a:solidFill>
            <a:srgbClr val="1F6F7A"/>
          </a:solidFill>
          <a:ln/>
        </p:spPr>
        <p:txBody>
          <a:bodyPr/>
          <a:lstStyle/>
          <a:p>
            <a:endParaRPr lang="en-IN"/>
          </a:p>
        </p:txBody>
      </p:sp>
      <p:sp>
        <p:nvSpPr>
          <p:cNvPr id="18" name="Shape 16"/>
          <p:cNvSpPr/>
          <p:nvPr/>
        </p:nvSpPr>
        <p:spPr>
          <a:xfrm>
            <a:off x="9848088" y="1938527"/>
            <a:ext cx="146304" cy="146304"/>
          </a:xfrm>
          <a:prstGeom prst="ellipse">
            <a:avLst/>
          </a:prstGeom>
          <a:solidFill>
            <a:srgbClr val="1F6F7A"/>
          </a:solidFill>
          <a:ln/>
        </p:spPr>
        <p:txBody>
          <a:bodyPr/>
          <a:lstStyle/>
          <a:p>
            <a:endParaRPr lang="en-IN"/>
          </a:p>
        </p:txBody>
      </p:sp>
      <p:sp>
        <p:nvSpPr>
          <p:cNvPr id="19" name="Shape 17"/>
          <p:cNvSpPr/>
          <p:nvPr/>
        </p:nvSpPr>
        <p:spPr>
          <a:xfrm>
            <a:off x="10927080" y="1938527"/>
            <a:ext cx="146304" cy="146304"/>
          </a:xfrm>
          <a:prstGeom prst="ellipse">
            <a:avLst/>
          </a:prstGeom>
          <a:solidFill>
            <a:srgbClr val="1F6F7A"/>
          </a:solidFill>
          <a:ln/>
        </p:spPr>
        <p:txBody>
          <a:bodyPr/>
          <a:lstStyle/>
          <a:p>
            <a:endParaRPr lang="en-IN"/>
          </a:p>
        </p:txBody>
      </p:sp>
      <p:sp>
        <p:nvSpPr>
          <p:cNvPr id="20" name="Shape 18"/>
          <p:cNvSpPr/>
          <p:nvPr/>
        </p:nvSpPr>
        <p:spPr>
          <a:xfrm>
            <a:off x="7223760" y="1627631"/>
            <a:ext cx="0" cy="777240"/>
          </a:xfrm>
          <a:prstGeom prst="line">
            <a:avLst/>
          </a:prstGeom>
          <a:noFill/>
          <a:ln w="6350">
            <a:solidFill>
              <a:srgbClr val="EDEAE2"/>
            </a:solidFill>
            <a:prstDash val="solid"/>
          </a:ln>
        </p:spPr>
        <p:txBody>
          <a:bodyPr/>
          <a:lstStyle/>
          <a:p>
            <a:endParaRPr lang="en-IN"/>
          </a:p>
        </p:txBody>
      </p:sp>
      <p:sp>
        <p:nvSpPr>
          <p:cNvPr id="21" name="Shape 19"/>
          <p:cNvSpPr/>
          <p:nvPr/>
        </p:nvSpPr>
        <p:spPr>
          <a:xfrm>
            <a:off x="8302752" y="1627631"/>
            <a:ext cx="0" cy="777240"/>
          </a:xfrm>
          <a:prstGeom prst="line">
            <a:avLst/>
          </a:prstGeom>
          <a:noFill/>
          <a:ln w="6350">
            <a:solidFill>
              <a:srgbClr val="EDEAE2"/>
            </a:solidFill>
            <a:prstDash val="solid"/>
          </a:ln>
        </p:spPr>
        <p:txBody>
          <a:bodyPr/>
          <a:lstStyle/>
          <a:p>
            <a:endParaRPr lang="en-IN"/>
          </a:p>
        </p:txBody>
      </p:sp>
      <p:sp>
        <p:nvSpPr>
          <p:cNvPr id="22" name="Shape 20"/>
          <p:cNvSpPr/>
          <p:nvPr/>
        </p:nvSpPr>
        <p:spPr>
          <a:xfrm>
            <a:off x="9381744" y="1627631"/>
            <a:ext cx="0" cy="777240"/>
          </a:xfrm>
          <a:prstGeom prst="line">
            <a:avLst/>
          </a:prstGeom>
          <a:noFill/>
          <a:ln w="6350">
            <a:solidFill>
              <a:srgbClr val="EDEAE2"/>
            </a:solidFill>
            <a:prstDash val="solid"/>
          </a:ln>
        </p:spPr>
        <p:txBody>
          <a:bodyPr/>
          <a:lstStyle/>
          <a:p>
            <a:endParaRPr lang="en-IN"/>
          </a:p>
        </p:txBody>
      </p:sp>
      <p:sp>
        <p:nvSpPr>
          <p:cNvPr id="23" name="Shape 21"/>
          <p:cNvSpPr/>
          <p:nvPr/>
        </p:nvSpPr>
        <p:spPr>
          <a:xfrm>
            <a:off x="10460736" y="1627631"/>
            <a:ext cx="0" cy="777240"/>
          </a:xfrm>
          <a:prstGeom prst="line">
            <a:avLst/>
          </a:prstGeom>
          <a:noFill/>
          <a:ln w="6350">
            <a:solidFill>
              <a:srgbClr val="EDEAE2"/>
            </a:solidFill>
            <a:prstDash val="solid"/>
          </a:ln>
        </p:spPr>
        <p:txBody>
          <a:bodyPr/>
          <a:lstStyle/>
          <a:p>
            <a:endParaRPr lang="en-IN"/>
          </a:p>
        </p:txBody>
      </p:sp>
      <p:sp>
        <p:nvSpPr>
          <p:cNvPr id="24" name="Shape 22"/>
          <p:cNvSpPr/>
          <p:nvPr/>
        </p:nvSpPr>
        <p:spPr>
          <a:xfrm>
            <a:off x="548640" y="2615183"/>
            <a:ext cx="11064240" cy="960120"/>
          </a:xfrm>
          <a:prstGeom prst="roundRect">
            <a:avLst>
              <a:gd name="adj" fmla="val 4762"/>
            </a:avLst>
          </a:prstGeom>
          <a:solidFill>
            <a:srgbClr val="F8F7F3"/>
          </a:solidFill>
          <a:ln w="9525">
            <a:solidFill>
              <a:srgbClr val="E5E7EB"/>
            </a:solidFill>
            <a:prstDash val="solid"/>
          </a:ln>
        </p:spPr>
        <p:txBody>
          <a:bodyPr/>
          <a:lstStyle/>
          <a:p>
            <a:endParaRPr lang="en-IN"/>
          </a:p>
        </p:txBody>
      </p:sp>
      <p:sp>
        <p:nvSpPr>
          <p:cNvPr id="25" name="Shape 23"/>
          <p:cNvSpPr/>
          <p:nvPr/>
        </p:nvSpPr>
        <p:spPr>
          <a:xfrm>
            <a:off x="548640" y="2706623"/>
            <a:ext cx="64008" cy="777240"/>
          </a:xfrm>
          <a:prstGeom prst="rect">
            <a:avLst/>
          </a:prstGeom>
          <a:solidFill>
            <a:srgbClr val="1F6F7A"/>
          </a:solidFill>
          <a:ln/>
        </p:spPr>
        <p:txBody>
          <a:bodyPr/>
          <a:lstStyle/>
          <a:p>
            <a:endParaRPr lang="en-IN"/>
          </a:p>
        </p:txBody>
      </p:sp>
      <p:sp>
        <p:nvSpPr>
          <p:cNvPr id="26" name="Text 24"/>
          <p:cNvSpPr/>
          <p:nvPr/>
        </p:nvSpPr>
        <p:spPr>
          <a:xfrm>
            <a:off x="777240" y="2688335"/>
            <a:ext cx="2377440" cy="365760"/>
          </a:xfrm>
          <a:prstGeom prst="rect">
            <a:avLst/>
          </a:prstGeom>
          <a:noFill/>
          <a:ln/>
        </p:spPr>
        <p:txBody>
          <a:bodyPr wrap="square" lIns="0" tIns="0" rIns="0" bIns="0" rtlCol="0" anchor="ctr"/>
          <a:lstStyle/>
          <a:p>
            <a:pPr marL="0" indent="0">
              <a:buNone/>
            </a:pPr>
            <a:r>
              <a:rPr lang="en-US" sz="1150" b="1">
                <a:solidFill>
                  <a:srgbClr val="0A1628"/>
                </a:solidFill>
                <a:latin typeface="Calibri" pitchFamily="34" charset="0"/>
                <a:ea typeface="Calibri" pitchFamily="34" charset="-122"/>
                <a:cs typeface="Calibri" pitchFamily="34" charset="-120"/>
              </a:rPr>
              <a:t>Bi-weekly sprint demo</a:t>
            </a:r>
            <a:endParaRPr lang="en-US" sz="1150"/>
          </a:p>
        </p:txBody>
      </p:sp>
      <p:sp>
        <p:nvSpPr>
          <p:cNvPr id="27" name="Text 25"/>
          <p:cNvSpPr/>
          <p:nvPr/>
        </p:nvSpPr>
        <p:spPr>
          <a:xfrm>
            <a:off x="777240" y="3054095"/>
            <a:ext cx="2514600" cy="457200"/>
          </a:xfrm>
          <a:prstGeom prst="rect">
            <a:avLst/>
          </a:prstGeom>
          <a:noFill/>
          <a:ln/>
        </p:spPr>
        <p:txBody>
          <a:bodyPr wrap="square" lIns="0" tIns="0" rIns="0" bIns="0" rtlCol="0" anchor="ctr"/>
          <a:lstStyle/>
          <a:p>
            <a:pPr marL="0" indent="0">
              <a:buNone/>
            </a:pPr>
            <a:r>
              <a:rPr lang="en-US" sz="800" i="1">
                <a:solidFill>
                  <a:srgbClr val="1F6F7A"/>
                </a:solidFill>
                <a:latin typeface="Calibri" pitchFamily="34" charset="0"/>
                <a:ea typeface="Calibri" pitchFamily="34" charset="-122"/>
                <a:cs typeface="Calibri" pitchFamily="34" charset="-120"/>
              </a:rPr>
              <a:t>45 min · every 2 weeks through Build</a:t>
            </a:r>
            <a:endParaRPr lang="en-US" sz="800"/>
          </a:p>
        </p:txBody>
      </p:sp>
      <p:sp>
        <p:nvSpPr>
          <p:cNvPr id="28" name="Text 26"/>
          <p:cNvSpPr/>
          <p:nvPr/>
        </p:nvSpPr>
        <p:spPr>
          <a:xfrm>
            <a:off x="3383280" y="2688335"/>
            <a:ext cx="3703320" cy="822960"/>
          </a:xfrm>
          <a:prstGeom prst="rect">
            <a:avLst/>
          </a:prstGeom>
          <a:noFill/>
          <a:ln/>
        </p:spPr>
        <p:txBody>
          <a:bodyPr wrap="square" lIns="0" tIns="0" rIns="0" bIns="0" rtlCol="0" anchor="ctr"/>
          <a:lstStyle/>
          <a:p>
            <a:pPr marL="0" indent="0">
              <a:buNone/>
            </a:pPr>
            <a:r>
              <a:rPr lang="en-US" sz="900">
                <a:solidFill>
                  <a:srgbClr val="1F2937"/>
                </a:solidFill>
                <a:latin typeface="Calibri" pitchFamily="34" charset="0"/>
                <a:ea typeface="Calibri" pitchFamily="34" charset="-122"/>
                <a:cs typeface="Calibri" pitchFamily="34" charset="-120"/>
              </a:rPr>
              <a:t>Working software, live in the Dev workspace — not slides. Recorded for anyone who missed it.</a:t>
            </a:r>
            <a:endParaRPr lang="en-US" sz="900"/>
          </a:p>
        </p:txBody>
      </p:sp>
      <p:sp>
        <p:nvSpPr>
          <p:cNvPr id="29" name="Shape 27"/>
          <p:cNvSpPr/>
          <p:nvPr/>
        </p:nvSpPr>
        <p:spPr>
          <a:xfrm>
            <a:off x="7690104" y="3017519"/>
            <a:ext cx="146304" cy="146304"/>
          </a:xfrm>
          <a:prstGeom prst="ellipse">
            <a:avLst/>
          </a:prstGeom>
          <a:solidFill>
            <a:srgbClr val="FFFFFF"/>
          </a:solidFill>
          <a:ln w="15240">
            <a:solidFill>
              <a:srgbClr val="1F6F7A"/>
            </a:solidFill>
            <a:prstDash val="solid"/>
          </a:ln>
        </p:spPr>
        <p:txBody>
          <a:bodyPr/>
          <a:lstStyle/>
          <a:p>
            <a:endParaRPr lang="en-IN"/>
          </a:p>
        </p:txBody>
      </p:sp>
      <p:sp>
        <p:nvSpPr>
          <p:cNvPr id="30" name="Shape 28"/>
          <p:cNvSpPr/>
          <p:nvPr/>
        </p:nvSpPr>
        <p:spPr>
          <a:xfrm>
            <a:off x="8769096" y="3017519"/>
            <a:ext cx="146304" cy="146304"/>
          </a:xfrm>
          <a:prstGeom prst="ellipse">
            <a:avLst/>
          </a:prstGeom>
          <a:solidFill>
            <a:srgbClr val="1F6F7A"/>
          </a:solidFill>
          <a:ln/>
        </p:spPr>
        <p:txBody>
          <a:bodyPr/>
          <a:lstStyle/>
          <a:p>
            <a:endParaRPr lang="en-IN"/>
          </a:p>
        </p:txBody>
      </p:sp>
      <p:sp>
        <p:nvSpPr>
          <p:cNvPr id="31" name="Shape 29"/>
          <p:cNvSpPr/>
          <p:nvPr/>
        </p:nvSpPr>
        <p:spPr>
          <a:xfrm>
            <a:off x="9848088" y="3017519"/>
            <a:ext cx="146304" cy="146304"/>
          </a:xfrm>
          <a:prstGeom prst="ellipse">
            <a:avLst/>
          </a:prstGeom>
          <a:solidFill>
            <a:srgbClr val="1F6F7A"/>
          </a:solidFill>
          <a:ln/>
        </p:spPr>
        <p:txBody>
          <a:bodyPr/>
          <a:lstStyle/>
          <a:p>
            <a:endParaRPr lang="en-IN"/>
          </a:p>
        </p:txBody>
      </p:sp>
      <p:sp>
        <p:nvSpPr>
          <p:cNvPr id="32" name="Shape 30"/>
          <p:cNvSpPr/>
          <p:nvPr/>
        </p:nvSpPr>
        <p:spPr>
          <a:xfrm>
            <a:off x="10927080" y="3017519"/>
            <a:ext cx="146304" cy="146304"/>
          </a:xfrm>
          <a:prstGeom prst="ellipse">
            <a:avLst/>
          </a:prstGeom>
          <a:solidFill>
            <a:srgbClr val="1F6F7A"/>
          </a:solidFill>
          <a:ln/>
        </p:spPr>
        <p:txBody>
          <a:bodyPr/>
          <a:lstStyle/>
          <a:p>
            <a:endParaRPr lang="en-IN"/>
          </a:p>
        </p:txBody>
      </p:sp>
      <p:sp>
        <p:nvSpPr>
          <p:cNvPr id="33" name="Shape 31"/>
          <p:cNvSpPr/>
          <p:nvPr/>
        </p:nvSpPr>
        <p:spPr>
          <a:xfrm>
            <a:off x="7223760" y="2706623"/>
            <a:ext cx="0" cy="777240"/>
          </a:xfrm>
          <a:prstGeom prst="line">
            <a:avLst/>
          </a:prstGeom>
          <a:noFill/>
          <a:ln w="6350">
            <a:solidFill>
              <a:srgbClr val="EDEAE2"/>
            </a:solidFill>
            <a:prstDash val="solid"/>
          </a:ln>
        </p:spPr>
        <p:txBody>
          <a:bodyPr/>
          <a:lstStyle/>
          <a:p>
            <a:endParaRPr lang="en-IN"/>
          </a:p>
        </p:txBody>
      </p:sp>
      <p:sp>
        <p:nvSpPr>
          <p:cNvPr id="34" name="Shape 32"/>
          <p:cNvSpPr/>
          <p:nvPr/>
        </p:nvSpPr>
        <p:spPr>
          <a:xfrm>
            <a:off x="8302752" y="2706623"/>
            <a:ext cx="0" cy="777240"/>
          </a:xfrm>
          <a:prstGeom prst="line">
            <a:avLst/>
          </a:prstGeom>
          <a:noFill/>
          <a:ln w="6350">
            <a:solidFill>
              <a:srgbClr val="EDEAE2"/>
            </a:solidFill>
            <a:prstDash val="solid"/>
          </a:ln>
        </p:spPr>
        <p:txBody>
          <a:bodyPr/>
          <a:lstStyle/>
          <a:p>
            <a:endParaRPr lang="en-IN"/>
          </a:p>
        </p:txBody>
      </p:sp>
      <p:sp>
        <p:nvSpPr>
          <p:cNvPr id="35" name="Shape 33"/>
          <p:cNvSpPr/>
          <p:nvPr/>
        </p:nvSpPr>
        <p:spPr>
          <a:xfrm>
            <a:off x="9381744" y="2706623"/>
            <a:ext cx="0" cy="777240"/>
          </a:xfrm>
          <a:prstGeom prst="line">
            <a:avLst/>
          </a:prstGeom>
          <a:noFill/>
          <a:ln w="6350">
            <a:solidFill>
              <a:srgbClr val="EDEAE2"/>
            </a:solidFill>
            <a:prstDash val="solid"/>
          </a:ln>
        </p:spPr>
        <p:txBody>
          <a:bodyPr/>
          <a:lstStyle/>
          <a:p>
            <a:endParaRPr lang="en-IN"/>
          </a:p>
        </p:txBody>
      </p:sp>
      <p:sp>
        <p:nvSpPr>
          <p:cNvPr id="36" name="Shape 34"/>
          <p:cNvSpPr/>
          <p:nvPr/>
        </p:nvSpPr>
        <p:spPr>
          <a:xfrm>
            <a:off x="10460736" y="2706623"/>
            <a:ext cx="0" cy="777240"/>
          </a:xfrm>
          <a:prstGeom prst="line">
            <a:avLst/>
          </a:prstGeom>
          <a:noFill/>
          <a:ln w="6350">
            <a:solidFill>
              <a:srgbClr val="EDEAE2"/>
            </a:solidFill>
            <a:prstDash val="solid"/>
          </a:ln>
        </p:spPr>
        <p:txBody>
          <a:bodyPr/>
          <a:lstStyle/>
          <a:p>
            <a:endParaRPr lang="en-IN"/>
          </a:p>
        </p:txBody>
      </p:sp>
      <p:sp>
        <p:nvSpPr>
          <p:cNvPr id="37" name="Shape 35"/>
          <p:cNvSpPr/>
          <p:nvPr/>
        </p:nvSpPr>
        <p:spPr>
          <a:xfrm>
            <a:off x="548640" y="3694175"/>
            <a:ext cx="11064240" cy="960120"/>
          </a:xfrm>
          <a:prstGeom prst="roundRect">
            <a:avLst>
              <a:gd name="adj" fmla="val 4762"/>
            </a:avLst>
          </a:prstGeom>
          <a:solidFill>
            <a:srgbClr val="FFFFFF"/>
          </a:solidFill>
          <a:ln w="9525">
            <a:solidFill>
              <a:srgbClr val="E5E7EB"/>
            </a:solidFill>
            <a:prstDash val="solid"/>
          </a:ln>
        </p:spPr>
        <p:txBody>
          <a:bodyPr/>
          <a:lstStyle/>
          <a:p>
            <a:endParaRPr lang="en-IN"/>
          </a:p>
        </p:txBody>
      </p:sp>
      <p:sp>
        <p:nvSpPr>
          <p:cNvPr id="38" name="Shape 36"/>
          <p:cNvSpPr/>
          <p:nvPr/>
        </p:nvSpPr>
        <p:spPr>
          <a:xfrm>
            <a:off x="548640" y="3785615"/>
            <a:ext cx="64008" cy="777240"/>
          </a:xfrm>
          <a:prstGeom prst="rect">
            <a:avLst/>
          </a:prstGeom>
          <a:solidFill>
            <a:srgbClr val="1F6F7A"/>
          </a:solidFill>
          <a:ln/>
        </p:spPr>
        <p:txBody>
          <a:bodyPr/>
          <a:lstStyle/>
          <a:p>
            <a:endParaRPr lang="en-IN"/>
          </a:p>
        </p:txBody>
      </p:sp>
      <p:sp>
        <p:nvSpPr>
          <p:cNvPr id="39" name="Text 37"/>
          <p:cNvSpPr/>
          <p:nvPr/>
        </p:nvSpPr>
        <p:spPr>
          <a:xfrm>
            <a:off x="777240" y="3767327"/>
            <a:ext cx="2377440" cy="365760"/>
          </a:xfrm>
          <a:prstGeom prst="rect">
            <a:avLst/>
          </a:prstGeom>
          <a:noFill/>
          <a:ln/>
        </p:spPr>
        <p:txBody>
          <a:bodyPr wrap="square" lIns="0" tIns="0" rIns="0" bIns="0" rtlCol="0" anchor="ctr"/>
          <a:lstStyle/>
          <a:p>
            <a:pPr marL="0" indent="0">
              <a:buNone/>
            </a:pPr>
            <a:r>
              <a:rPr lang="en-US" sz="1150" b="1">
                <a:solidFill>
                  <a:srgbClr val="0A1628"/>
                </a:solidFill>
                <a:latin typeface="Calibri" pitchFamily="34" charset="0"/>
                <a:ea typeface="Calibri" pitchFamily="34" charset="-122"/>
                <a:cs typeface="Calibri" pitchFamily="34" charset="-120"/>
              </a:rPr>
              <a:t>Weekly steering</a:t>
            </a:r>
            <a:endParaRPr lang="en-US" sz="1150"/>
          </a:p>
        </p:txBody>
      </p:sp>
      <p:sp>
        <p:nvSpPr>
          <p:cNvPr id="40" name="Text 38"/>
          <p:cNvSpPr/>
          <p:nvPr/>
        </p:nvSpPr>
        <p:spPr>
          <a:xfrm>
            <a:off x="777240" y="4133087"/>
            <a:ext cx="2514600" cy="457200"/>
          </a:xfrm>
          <a:prstGeom prst="rect">
            <a:avLst/>
          </a:prstGeom>
          <a:noFill/>
          <a:ln/>
        </p:spPr>
        <p:txBody>
          <a:bodyPr wrap="square" lIns="0" tIns="0" rIns="0" bIns="0" rtlCol="0" anchor="ctr"/>
          <a:lstStyle/>
          <a:p>
            <a:pPr marL="0" indent="0">
              <a:buNone/>
            </a:pPr>
            <a:r>
              <a:rPr lang="en-US" sz="800" i="1">
                <a:solidFill>
                  <a:srgbClr val="1F6F7A"/>
                </a:solidFill>
                <a:latin typeface="Calibri" pitchFamily="34" charset="0"/>
                <a:ea typeface="Calibri" pitchFamily="34" charset="-122"/>
                <a:cs typeface="Calibri" pitchFamily="34" charset="-120"/>
              </a:rPr>
              <a:t>60 min · every week, W1–16</a:t>
            </a:r>
            <a:endParaRPr lang="en-US" sz="800"/>
          </a:p>
        </p:txBody>
      </p:sp>
      <p:sp>
        <p:nvSpPr>
          <p:cNvPr id="41" name="Text 39"/>
          <p:cNvSpPr/>
          <p:nvPr/>
        </p:nvSpPr>
        <p:spPr>
          <a:xfrm>
            <a:off x="3383280" y="3767327"/>
            <a:ext cx="3703320" cy="822960"/>
          </a:xfrm>
          <a:prstGeom prst="rect">
            <a:avLst/>
          </a:prstGeom>
          <a:noFill/>
          <a:ln/>
        </p:spPr>
        <p:txBody>
          <a:bodyPr wrap="square" lIns="0" tIns="0" rIns="0" bIns="0" rtlCol="0" anchor="ctr"/>
          <a:lstStyle/>
          <a:p>
            <a:pPr marL="0" indent="0">
              <a:buNone/>
            </a:pPr>
            <a:r>
              <a:rPr lang="en-US" sz="900">
                <a:solidFill>
                  <a:srgbClr val="1F2937"/>
                </a:solidFill>
                <a:latin typeface="Calibri" pitchFamily="34" charset="0"/>
                <a:ea typeface="Calibri" pitchFamily="34" charset="-122"/>
                <a:cs typeface="Calibri" pitchFamily="34" charset="-120"/>
              </a:rPr>
              <a:t>Both executive sponsors. Status, risks, decisions needed, spend vs plan — one page, no surprises.</a:t>
            </a:r>
            <a:endParaRPr lang="en-US" sz="900"/>
          </a:p>
        </p:txBody>
      </p:sp>
      <p:sp>
        <p:nvSpPr>
          <p:cNvPr id="42" name="Shape 40"/>
          <p:cNvSpPr/>
          <p:nvPr/>
        </p:nvSpPr>
        <p:spPr>
          <a:xfrm>
            <a:off x="7690104" y="4096511"/>
            <a:ext cx="146304" cy="146304"/>
          </a:xfrm>
          <a:prstGeom prst="ellipse">
            <a:avLst/>
          </a:prstGeom>
          <a:solidFill>
            <a:srgbClr val="1F6F7A"/>
          </a:solidFill>
          <a:ln/>
        </p:spPr>
        <p:txBody>
          <a:bodyPr/>
          <a:lstStyle/>
          <a:p>
            <a:endParaRPr lang="en-IN"/>
          </a:p>
        </p:txBody>
      </p:sp>
      <p:sp>
        <p:nvSpPr>
          <p:cNvPr id="43" name="Shape 41"/>
          <p:cNvSpPr/>
          <p:nvPr/>
        </p:nvSpPr>
        <p:spPr>
          <a:xfrm>
            <a:off x="8769096" y="4096511"/>
            <a:ext cx="146304" cy="146304"/>
          </a:xfrm>
          <a:prstGeom prst="ellipse">
            <a:avLst/>
          </a:prstGeom>
          <a:solidFill>
            <a:srgbClr val="FFFFFF"/>
          </a:solidFill>
          <a:ln w="15240">
            <a:solidFill>
              <a:srgbClr val="1F6F7A"/>
            </a:solidFill>
            <a:prstDash val="solid"/>
          </a:ln>
        </p:spPr>
        <p:txBody>
          <a:bodyPr/>
          <a:lstStyle/>
          <a:p>
            <a:endParaRPr lang="en-IN"/>
          </a:p>
        </p:txBody>
      </p:sp>
      <p:sp>
        <p:nvSpPr>
          <p:cNvPr id="44" name="Shape 42"/>
          <p:cNvSpPr/>
          <p:nvPr/>
        </p:nvSpPr>
        <p:spPr>
          <a:xfrm>
            <a:off x="9848088" y="4096511"/>
            <a:ext cx="146304" cy="146304"/>
          </a:xfrm>
          <a:prstGeom prst="ellipse">
            <a:avLst/>
          </a:prstGeom>
          <a:solidFill>
            <a:srgbClr val="1F6F7A"/>
          </a:solidFill>
          <a:ln/>
        </p:spPr>
        <p:txBody>
          <a:bodyPr/>
          <a:lstStyle/>
          <a:p>
            <a:endParaRPr lang="en-IN"/>
          </a:p>
        </p:txBody>
      </p:sp>
      <p:sp>
        <p:nvSpPr>
          <p:cNvPr id="45" name="Shape 43"/>
          <p:cNvSpPr/>
          <p:nvPr/>
        </p:nvSpPr>
        <p:spPr>
          <a:xfrm>
            <a:off x="7223760" y="3785615"/>
            <a:ext cx="0" cy="777240"/>
          </a:xfrm>
          <a:prstGeom prst="line">
            <a:avLst/>
          </a:prstGeom>
          <a:noFill/>
          <a:ln w="6350">
            <a:solidFill>
              <a:srgbClr val="EDEAE2"/>
            </a:solidFill>
            <a:prstDash val="solid"/>
          </a:ln>
        </p:spPr>
        <p:txBody>
          <a:bodyPr/>
          <a:lstStyle/>
          <a:p>
            <a:endParaRPr lang="en-IN"/>
          </a:p>
        </p:txBody>
      </p:sp>
      <p:sp>
        <p:nvSpPr>
          <p:cNvPr id="46" name="Shape 44"/>
          <p:cNvSpPr/>
          <p:nvPr/>
        </p:nvSpPr>
        <p:spPr>
          <a:xfrm>
            <a:off x="8302752" y="3785615"/>
            <a:ext cx="0" cy="777240"/>
          </a:xfrm>
          <a:prstGeom prst="line">
            <a:avLst/>
          </a:prstGeom>
          <a:noFill/>
          <a:ln w="6350">
            <a:solidFill>
              <a:srgbClr val="EDEAE2"/>
            </a:solidFill>
            <a:prstDash val="solid"/>
          </a:ln>
        </p:spPr>
        <p:txBody>
          <a:bodyPr/>
          <a:lstStyle/>
          <a:p>
            <a:endParaRPr lang="en-IN"/>
          </a:p>
        </p:txBody>
      </p:sp>
      <p:sp>
        <p:nvSpPr>
          <p:cNvPr id="47" name="Shape 45"/>
          <p:cNvSpPr/>
          <p:nvPr/>
        </p:nvSpPr>
        <p:spPr>
          <a:xfrm>
            <a:off x="9381744" y="3785615"/>
            <a:ext cx="0" cy="777240"/>
          </a:xfrm>
          <a:prstGeom prst="line">
            <a:avLst/>
          </a:prstGeom>
          <a:noFill/>
          <a:ln w="6350">
            <a:solidFill>
              <a:srgbClr val="EDEAE2"/>
            </a:solidFill>
            <a:prstDash val="solid"/>
          </a:ln>
        </p:spPr>
        <p:txBody>
          <a:bodyPr/>
          <a:lstStyle/>
          <a:p>
            <a:endParaRPr lang="en-IN"/>
          </a:p>
        </p:txBody>
      </p:sp>
      <p:sp>
        <p:nvSpPr>
          <p:cNvPr id="48" name="Shape 46"/>
          <p:cNvSpPr/>
          <p:nvPr/>
        </p:nvSpPr>
        <p:spPr>
          <a:xfrm>
            <a:off x="10460736" y="3785615"/>
            <a:ext cx="0" cy="777240"/>
          </a:xfrm>
          <a:prstGeom prst="line">
            <a:avLst/>
          </a:prstGeom>
          <a:noFill/>
          <a:ln w="6350">
            <a:solidFill>
              <a:srgbClr val="EDEAE2"/>
            </a:solidFill>
            <a:prstDash val="solid"/>
          </a:ln>
        </p:spPr>
        <p:txBody>
          <a:bodyPr/>
          <a:lstStyle/>
          <a:p>
            <a:endParaRPr lang="en-IN"/>
          </a:p>
        </p:txBody>
      </p:sp>
      <p:sp>
        <p:nvSpPr>
          <p:cNvPr id="49" name="Shape 47"/>
          <p:cNvSpPr/>
          <p:nvPr/>
        </p:nvSpPr>
        <p:spPr>
          <a:xfrm>
            <a:off x="548640" y="4773167"/>
            <a:ext cx="11064240" cy="960120"/>
          </a:xfrm>
          <a:prstGeom prst="roundRect">
            <a:avLst>
              <a:gd name="adj" fmla="val 4762"/>
            </a:avLst>
          </a:prstGeom>
          <a:solidFill>
            <a:srgbClr val="F8F7F3"/>
          </a:solidFill>
          <a:ln w="9525">
            <a:solidFill>
              <a:srgbClr val="E5E7EB"/>
            </a:solidFill>
            <a:prstDash val="solid"/>
          </a:ln>
        </p:spPr>
        <p:txBody>
          <a:bodyPr/>
          <a:lstStyle/>
          <a:p>
            <a:endParaRPr lang="en-IN"/>
          </a:p>
        </p:txBody>
      </p:sp>
      <p:sp>
        <p:nvSpPr>
          <p:cNvPr id="50" name="Shape 48"/>
          <p:cNvSpPr/>
          <p:nvPr/>
        </p:nvSpPr>
        <p:spPr>
          <a:xfrm>
            <a:off x="548640" y="4864607"/>
            <a:ext cx="64008" cy="777240"/>
          </a:xfrm>
          <a:prstGeom prst="rect">
            <a:avLst/>
          </a:prstGeom>
          <a:solidFill>
            <a:srgbClr val="B8913B"/>
          </a:solidFill>
          <a:ln/>
        </p:spPr>
        <p:txBody>
          <a:bodyPr/>
          <a:lstStyle/>
          <a:p>
            <a:endParaRPr lang="en-IN"/>
          </a:p>
        </p:txBody>
      </p:sp>
      <p:sp>
        <p:nvSpPr>
          <p:cNvPr id="51" name="Text 49"/>
          <p:cNvSpPr/>
          <p:nvPr/>
        </p:nvSpPr>
        <p:spPr>
          <a:xfrm>
            <a:off x="777240" y="4846319"/>
            <a:ext cx="2377440" cy="365760"/>
          </a:xfrm>
          <a:prstGeom prst="rect">
            <a:avLst/>
          </a:prstGeom>
          <a:noFill/>
          <a:ln/>
        </p:spPr>
        <p:txBody>
          <a:bodyPr wrap="square" lIns="0" tIns="0" rIns="0" bIns="0" rtlCol="0" anchor="ctr"/>
          <a:lstStyle/>
          <a:p>
            <a:pPr marL="0" indent="0">
              <a:buNone/>
            </a:pPr>
            <a:r>
              <a:rPr lang="en-US" sz="1150" b="1">
                <a:solidFill>
                  <a:srgbClr val="0A1628"/>
                </a:solidFill>
                <a:latin typeface="Calibri" pitchFamily="34" charset="0"/>
                <a:ea typeface="Calibri" pitchFamily="34" charset="-122"/>
                <a:cs typeface="Calibri" pitchFamily="34" charset="-120"/>
              </a:rPr>
              <a:t>Phase gates × 5</a:t>
            </a:r>
            <a:endParaRPr lang="en-US" sz="1150"/>
          </a:p>
        </p:txBody>
      </p:sp>
      <p:sp>
        <p:nvSpPr>
          <p:cNvPr id="52" name="Text 50"/>
          <p:cNvSpPr/>
          <p:nvPr/>
        </p:nvSpPr>
        <p:spPr>
          <a:xfrm>
            <a:off x="777240" y="5212079"/>
            <a:ext cx="2514600" cy="457200"/>
          </a:xfrm>
          <a:prstGeom prst="rect">
            <a:avLst/>
          </a:prstGeom>
          <a:noFill/>
          <a:ln/>
        </p:spPr>
        <p:txBody>
          <a:bodyPr wrap="square" lIns="0" tIns="0" rIns="0" bIns="0" rtlCol="0" anchor="ctr"/>
          <a:lstStyle/>
          <a:p>
            <a:pPr marL="0" indent="0">
              <a:buNone/>
            </a:pPr>
            <a:r>
              <a:rPr lang="en-US" sz="800" i="1">
                <a:solidFill>
                  <a:srgbClr val="1F6F7A"/>
                </a:solidFill>
                <a:latin typeface="Calibri" pitchFamily="34" charset="0"/>
                <a:ea typeface="Calibri" pitchFamily="34" charset="-122"/>
                <a:cs typeface="Calibri" pitchFamily="34" charset="-120"/>
              </a:rPr>
              <a:t>At each phase boundary</a:t>
            </a:r>
            <a:endParaRPr lang="en-US" sz="800"/>
          </a:p>
        </p:txBody>
      </p:sp>
      <p:sp>
        <p:nvSpPr>
          <p:cNvPr id="53" name="Text 51"/>
          <p:cNvSpPr/>
          <p:nvPr/>
        </p:nvSpPr>
        <p:spPr>
          <a:xfrm>
            <a:off x="3383280" y="4846319"/>
            <a:ext cx="3703320" cy="822960"/>
          </a:xfrm>
          <a:prstGeom prst="rect">
            <a:avLst/>
          </a:prstGeom>
          <a:noFill/>
          <a:ln/>
        </p:spPr>
        <p:txBody>
          <a:bodyPr wrap="square" lIns="0" tIns="0" rIns="0" bIns="0" rtlCol="0" anchor="ctr"/>
          <a:lstStyle/>
          <a:p>
            <a:pPr marL="0" indent="0">
              <a:buNone/>
            </a:pPr>
            <a:r>
              <a:rPr lang="en-US" sz="900">
                <a:solidFill>
                  <a:srgbClr val="1F2937"/>
                </a:solidFill>
                <a:latin typeface="Calibri" pitchFamily="34" charset="0"/>
                <a:ea typeface="Calibri" pitchFamily="34" charset="-122"/>
                <a:cs typeface="Calibri" pitchFamily="34" charset="-120"/>
              </a:rPr>
              <a:t>Formal review against the §5.1 outcome; written sign-off before the next phase starts. SOW acceptance criteria signed before any work begins.</a:t>
            </a:r>
            <a:endParaRPr lang="en-US" sz="900"/>
          </a:p>
        </p:txBody>
      </p:sp>
      <p:sp>
        <p:nvSpPr>
          <p:cNvPr id="54" name="Shape 52"/>
          <p:cNvSpPr/>
          <p:nvPr/>
        </p:nvSpPr>
        <p:spPr>
          <a:xfrm>
            <a:off x="7690104" y="5175503"/>
            <a:ext cx="146304" cy="146304"/>
          </a:xfrm>
          <a:prstGeom prst="ellipse">
            <a:avLst/>
          </a:prstGeom>
          <a:solidFill>
            <a:srgbClr val="B8913B"/>
          </a:solidFill>
          <a:ln/>
        </p:spPr>
        <p:txBody>
          <a:bodyPr/>
          <a:lstStyle/>
          <a:p>
            <a:endParaRPr lang="en-IN"/>
          </a:p>
        </p:txBody>
      </p:sp>
      <p:sp>
        <p:nvSpPr>
          <p:cNvPr id="55" name="Shape 53"/>
          <p:cNvSpPr/>
          <p:nvPr/>
        </p:nvSpPr>
        <p:spPr>
          <a:xfrm>
            <a:off x="8769096" y="5175503"/>
            <a:ext cx="146304" cy="146304"/>
          </a:xfrm>
          <a:prstGeom prst="ellipse">
            <a:avLst/>
          </a:prstGeom>
          <a:solidFill>
            <a:srgbClr val="B8913B"/>
          </a:solidFill>
          <a:ln/>
        </p:spPr>
        <p:txBody>
          <a:bodyPr/>
          <a:lstStyle/>
          <a:p>
            <a:endParaRPr lang="en-IN"/>
          </a:p>
        </p:txBody>
      </p:sp>
      <p:sp>
        <p:nvSpPr>
          <p:cNvPr id="56" name="Shape 54"/>
          <p:cNvSpPr/>
          <p:nvPr/>
        </p:nvSpPr>
        <p:spPr>
          <a:xfrm>
            <a:off x="9848088" y="5175503"/>
            <a:ext cx="146304" cy="146304"/>
          </a:xfrm>
          <a:prstGeom prst="ellipse">
            <a:avLst/>
          </a:prstGeom>
          <a:solidFill>
            <a:srgbClr val="B8913B"/>
          </a:solidFill>
          <a:ln/>
        </p:spPr>
        <p:txBody>
          <a:bodyPr/>
          <a:lstStyle/>
          <a:p>
            <a:endParaRPr lang="en-IN"/>
          </a:p>
        </p:txBody>
      </p:sp>
      <p:sp>
        <p:nvSpPr>
          <p:cNvPr id="57" name="Shape 55"/>
          <p:cNvSpPr/>
          <p:nvPr/>
        </p:nvSpPr>
        <p:spPr>
          <a:xfrm>
            <a:off x="10927080" y="5175503"/>
            <a:ext cx="146304" cy="146304"/>
          </a:xfrm>
          <a:prstGeom prst="ellipse">
            <a:avLst/>
          </a:prstGeom>
          <a:solidFill>
            <a:srgbClr val="FFFFFF"/>
          </a:solidFill>
          <a:ln w="15240">
            <a:solidFill>
              <a:srgbClr val="1F6F7A"/>
            </a:solidFill>
            <a:prstDash val="solid"/>
          </a:ln>
        </p:spPr>
        <p:txBody>
          <a:bodyPr/>
          <a:lstStyle/>
          <a:p>
            <a:endParaRPr lang="en-IN"/>
          </a:p>
        </p:txBody>
      </p:sp>
      <p:sp>
        <p:nvSpPr>
          <p:cNvPr id="58" name="Shape 56"/>
          <p:cNvSpPr/>
          <p:nvPr/>
        </p:nvSpPr>
        <p:spPr>
          <a:xfrm>
            <a:off x="7223760" y="4864607"/>
            <a:ext cx="0" cy="777240"/>
          </a:xfrm>
          <a:prstGeom prst="line">
            <a:avLst/>
          </a:prstGeom>
          <a:noFill/>
          <a:ln w="6350">
            <a:solidFill>
              <a:srgbClr val="EDEAE2"/>
            </a:solidFill>
            <a:prstDash val="solid"/>
          </a:ln>
        </p:spPr>
        <p:txBody>
          <a:bodyPr/>
          <a:lstStyle/>
          <a:p>
            <a:endParaRPr lang="en-IN"/>
          </a:p>
        </p:txBody>
      </p:sp>
      <p:sp>
        <p:nvSpPr>
          <p:cNvPr id="59" name="Shape 57"/>
          <p:cNvSpPr/>
          <p:nvPr/>
        </p:nvSpPr>
        <p:spPr>
          <a:xfrm>
            <a:off x="8302752" y="4864607"/>
            <a:ext cx="0" cy="777240"/>
          </a:xfrm>
          <a:prstGeom prst="line">
            <a:avLst/>
          </a:prstGeom>
          <a:noFill/>
          <a:ln w="6350">
            <a:solidFill>
              <a:srgbClr val="EDEAE2"/>
            </a:solidFill>
            <a:prstDash val="solid"/>
          </a:ln>
        </p:spPr>
        <p:txBody>
          <a:bodyPr/>
          <a:lstStyle/>
          <a:p>
            <a:endParaRPr lang="en-IN"/>
          </a:p>
        </p:txBody>
      </p:sp>
      <p:sp>
        <p:nvSpPr>
          <p:cNvPr id="60" name="Shape 58"/>
          <p:cNvSpPr/>
          <p:nvPr/>
        </p:nvSpPr>
        <p:spPr>
          <a:xfrm>
            <a:off x="9381744" y="4864607"/>
            <a:ext cx="0" cy="777240"/>
          </a:xfrm>
          <a:prstGeom prst="line">
            <a:avLst/>
          </a:prstGeom>
          <a:noFill/>
          <a:ln w="6350">
            <a:solidFill>
              <a:srgbClr val="EDEAE2"/>
            </a:solidFill>
            <a:prstDash val="solid"/>
          </a:ln>
        </p:spPr>
        <p:txBody>
          <a:bodyPr/>
          <a:lstStyle/>
          <a:p>
            <a:endParaRPr lang="en-IN"/>
          </a:p>
        </p:txBody>
      </p:sp>
      <p:sp>
        <p:nvSpPr>
          <p:cNvPr id="61" name="Shape 59"/>
          <p:cNvSpPr/>
          <p:nvPr/>
        </p:nvSpPr>
        <p:spPr>
          <a:xfrm>
            <a:off x="10460736" y="4864607"/>
            <a:ext cx="0" cy="777240"/>
          </a:xfrm>
          <a:prstGeom prst="line">
            <a:avLst/>
          </a:prstGeom>
          <a:noFill/>
          <a:ln w="6350">
            <a:solidFill>
              <a:srgbClr val="EDEAE2"/>
            </a:solidFill>
            <a:prstDash val="solid"/>
          </a:ln>
        </p:spPr>
        <p:txBody>
          <a:bodyPr/>
          <a:lstStyle/>
          <a:p>
            <a:endParaRPr lang="en-IN"/>
          </a:p>
        </p:txBody>
      </p:sp>
      <p:sp>
        <p:nvSpPr>
          <p:cNvPr id="62" name="Text 60"/>
          <p:cNvSpPr/>
          <p:nvPr/>
        </p:nvSpPr>
        <p:spPr>
          <a:xfrm>
            <a:off x="7223760" y="5879948"/>
            <a:ext cx="4297680" cy="201168"/>
          </a:xfrm>
          <a:prstGeom prst="rect">
            <a:avLst/>
          </a:prstGeom>
          <a:noFill/>
          <a:ln/>
        </p:spPr>
        <p:txBody>
          <a:bodyPr wrap="square" lIns="0" tIns="0" rIns="0" bIns="0" rtlCol="0" anchor="ctr"/>
          <a:lstStyle/>
          <a:p>
            <a:pPr marL="0" indent="0">
              <a:buNone/>
            </a:pPr>
            <a:r>
              <a:rPr lang="en-US" sz="800">
                <a:solidFill>
                  <a:srgbClr val="6B7280"/>
                </a:solidFill>
                <a:latin typeface="Calibri" pitchFamily="34" charset="0"/>
                <a:ea typeface="Calibri" pitchFamily="34" charset="-122"/>
                <a:cs typeface="Calibri" pitchFamily="34" charset="-120"/>
              </a:rPr>
              <a:t>● attends   ○ optional / as needed</a:t>
            </a:r>
            <a:endParaRPr lang="en-US" sz="800"/>
          </a:p>
        </p:txBody>
      </p:sp>
      <p:sp>
        <p:nvSpPr>
          <p:cNvPr id="63" name="Shape 61"/>
          <p:cNvSpPr/>
          <p:nvPr/>
        </p:nvSpPr>
        <p:spPr>
          <a:xfrm>
            <a:off x="548640" y="5879948"/>
            <a:ext cx="6400800" cy="384048"/>
          </a:xfrm>
          <a:prstGeom prst="roundRect">
            <a:avLst>
              <a:gd name="adj" fmla="val 11905"/>
            </a:avLst>
          </a:prstGeom>
          <a:solidFill>
            <a:srgbClr val="132238"/>
          </a:solidFill>
          <a:ln/>
        </p:spPr>
        <p:txBody>
          <a:bodyPr/>
          <a:lstStyle/>
          <a:p>
            <a:endParaRPr lang="en-IN"/>
          </a:p>
        </p:txBody>
      </p:sp>
      <p:sp>
        <p:nvSpPr>
          <p:cNvPr id="64" name="Text 62"/>
          <p:cNvSpPr/>
          <p:nvPr/>
        </p:nvSpPr>
        <p:spPr>
          <a:xfrm>
            <a:off x="749808" y="5879948"/>
            <a:ext cx="6126480" cy="384048"/>
          </a:xfrm>
          <a:prstGeom prst="rect">
            <a:avLst/>
          </a:prstGeom>
          <a:noFill/>
          <a:ln/>
        </p:spPr>
        <p:txBody>
          <a:bodyPr wrap="square" lIns="0" tIns="0" rIns="0" bIns="0" rtlCol="0" anchor="ctr"/>
          <a:lstStyle/>
          <a:p>
            <a:pPr marL="0" indent="0">
              <a:buNone/>
            </a:pPr>
            <a:r>
              <a:rPr lang="en-US" sz="830">
                <a:solidFill>
                  <a:srgbClr val="D8DEE7"/>
                </a:solidFill>
                <a:latin typeface="Calibri" pitchFamily="34" charset="0"/>
                <a:ea typeface="Calibri" pitchFamily="34" charset="-122"/>
                <a:cs typeface="Calibri" pitchFamily="34" charset="-120"/>
              </a:rPr>
              <a:t>Escalation: any blocker unresolved in 4 hours → engagement lead · sponsor-level the same day · every decision logged in steering minutes</a:t>
            </a:r>
            <a:endParaRPr lang="en-US" sz="830"/>
          </a:p>
        </p:txBody>
      </p:sp>
      <p:sp>
        <p:nvSpPr>
          <p:cNvPr id="66" name="Text 1">
            <a:extLst>
              <a:ext uri="{FF2B5EF4-FFF2-40B4-BE49-F238E27FC236}">
                <a16:creationId xmlns:a16="http://schemas.microsoft.com/office/drawing/2014/main" id="{E6C8D641-02F3-C784-AAA6-23AC1BAF48DA}"/>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27</a:t>
            </a:fld>
            <a:endParaRPr lang="en-US" sz="10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RISKS &amp; DEPENDENCIES</a:t>
            </a:r>
            <a:endParaRPr lang="en-US" sz="1000"/>
          </a:p>
        </p:txBody>
      </p:sp>
      <p:sp>
        <p:nvSpPr>
          <p:cNvPr id="5" name="Text 3"/>
          <p:cNvSpPr/>
          <p:nvPr/>
        </p:nvSpPr>
        <p:spPr>
          <a:xfrm>
            <a:off x="548640" y="438912"/>
            <a:ext cx="11064240" cy="502920"/>
          </a:xfrm>
          <a:prstGeom prst="rect">
            <a:avLst/>
          </a:prstGeom>
          <a:noFill/>
          <a:ln/>
        </p:spPr>
        <p:txBody>
          <a:bodyPr wrap="square" lIns="0" tIns="0" rIns="0" bIns="0" rtlCol="0" anchor="ctr"/>
          <a:lstStyle/>
          <a:p>
            <a:pPr marL="0" indent="0">
              <a:buNone/>
            </a:pPr>
            <a:r>
              <a:rPr lang="en-US" sz="2300" b="1">
                <a:solidFill>
                  <a:srgbClr val="0A1628"/>
                </a:solidFill>
                <a:latin typeface="Georgia" pitchFamily="34" charset="0"/>
                <a:ea typeface="Georgia" pitchFamily="34" charset="-122"/>
                <a:cs typeface="Georgia" pitchFamily="34" charset="-120"/>
              </a:rPr>
              <a:t>Risks, dependencies, and what we'll do about each</a:t>
            </a:r>
            <a:endParaRPr lang="en-US" sz="2300"/>
          </a:p>
        </p:txBody>
      </p:sp>
      <p:sp>
        <p:nvSpPr>
          <p:cNvPr id="6" name="Shape 4"/>
          <p:cNvSpPr/>
          <p:nvPr/>
        </p:nvSpPr>
        <p:spPr>
          <a:xfrm>
            <a:off x="566928" y="960120"/>
            <a:ext cx="1371600" cy="32004"/>
          </a:xfrm>
          <a:prstGeom prst="rect">
            <a:avLst/>
          </a:prstGeom>
          <a:solidFill>
            <a:srgbClr val="B8913B"/>
          </a:solidFill>
          <a:ln/>
        </p:spPr>
        <p:txBody>
          <a:bodyPr/>
          <a:lstStyle/>
          <a:p>
            <a:endParaRPr lang="en-IN"/>
          </a:p>
        </p:txBody>
      </p:sp>
      <p:sp>
        <p:nvSpPr>
          <p:cNvPr id="7" name="Text 5"/>
          <p:cNvSpPr/>
          <p:nvPr/>
        </p:nvSpPr>
        <p:spPr>
          <a:xfrm>
            <a:off x="548640" y="1024128"/>
            <a:ext cx="11064240" cy="274320"/>
          </a:xfrm>
          <a:prstGeom prst="rect">
            <a:avLst/>
          </a:prstGeom>
          <a:noFill/>
          <a:ln/>
        </p:spPr>
        <p:txBody>
          <a:bodyPr wrap="square" lIns="0" tIns="0" rIns="0" bIns="0" rtlCol="0" anchor="ctr"/>
          <a:lstStyle/>
          <a:p>
            <a:pPr marL="0" indent="0">
              <a:buNone/>
            </a:pPr>
            <a:r>
              <a:rPr lang="en-US" sz="1100">
                <a:solidFill>
                  <a:srgbClr val="1F6F7A"/>
                </a:solidFill>
                <a:latin typeface="Calibri" pitchFamily="34" charset="0"/>
                <a:ea typeface="Calibri" pitchFamily="34" charset="-122"/>
                <a:cs typeface="Calibri" pitchFamily="34" charset="-120"/>
              </a:rPr>
              <a:t>Named honestly now, plotted by likelihood and impact, each with a mitigation and an owner</a:t>
            </a:r>
            <a:endParaRPr lang="en-US" sz="1100"/>
          </a:p>
        </p:txBody>
      </p:sp>
      <p:sp>
        <p:nvSpPr>
          <p:cNvPr id="8" name="Shape 6"/>
          <p:cNvSpPr/>
          <p:nvPr/>
        </p:nvSpPr>
        <p:spPr>
          <a:xfrm>
            <a:off x="548640" y="1420903"/>
            <a:ext cx="1965960" cy="1965960"/>
          </a:xfrm>
          <a:prstGeom prst="rect">
            <a:avLst/>
          </a:prstGeom>
          <a:solidFill>
            <a:srgbClr val="FBF7EC"/>
          </a:solidFill>
          <a:ln w="9525">
            <a:solidFill>
              <a:srgbClr val="E5E7EB"/>
            </a:solidFill>
            <a:prstDash val="solid"/>
          </a:ln>
        </p:spPr>
        <p:txBody>
          <a:bodyPr/>
          <a:lstStyle/>
          <a:p>
            <a:endParaRPr lang="en-IN"/>
          </a:p>
        </p:txBody>
      </p:sp>
      <p:sp>
        <p:nvSpPr>
          <p:cNvPr id="9" name="Shape 7"/>
          <p:cNvSpPr/>
          <p:nvPr/>
        </p:nvSpPr>
        <p:spPr>
          <a:xfrm>
            <a:off x="2514600" y="1420903"/>
            <a:ext cx="1965960" cy="1965960"/>
          </a:xfrm>
          <a:prstGeom prst="rect">
            <a:avLst/>
          </a:prstGeom>
          <a:solidFill>
            <a:srgbClr val="F6E7D5"/>
          </a:solidFill>
          <a:ln w="9525">
            <a:solidFill>
              <a:srgbClr val="E5E7EB"/>
            </a:solidFill>
            <a:prstDash val="solid"/>
          </a:ln>
        </p:spPr>
        <p:txBody>
          <a:bodyPr/>
          <a:lstStyle/>
          <a:p>
            <a:endParaRPr lang="en-IN"/>
          </a:p>
        </p:txBody>
      </p:sp>
      <p:sp>
        <p:nvSpPr>
          <p:cNvPr id="10" name="Shape 8"/>
          <p:cNvSpPr/>
          <p:nvPr/>
        </p:nvSpPr>
        <p:spPr>
          <a:xfrm>
            <a:off x="548640" y="3386863"/>
            <a:ext cx="1965960" cy="1965960"/>
          </a:xfrm>
          <a:prstGeom prst="rect">
            <a:avLst/>
          </a:prstGeom>
          <a:solidFill>
            <a:srgbClr val="F3F6F4"/>
          </a:solidFill>
          <a:ln w="9525">
            <a:solidFill>
              <a:srgbClr val="E5E7EB"/>
            </a:solidFill>
            <a:prstDash val="solid"/>
          </a:ln>
        </p:spPr>
        <p:txBody>
          <a:bodyPr/>
          <a:lstStyle/>
          <a:p>
            <a:endParaRPr lang="en-IN"/>
          </a:p>
        </p:txBody>
      </p:sp>
      <p:sp>
        <p:nvSpPr>
          <p:cNvPr id="11" name="Shape 9"/>
          <p:cNvSpPr/>
          <p:nvPr/>
        </p:nvSpPr>
        <p:spPr>
          <a:xfrm>
            <a:off x="2514600" y="3386863"/>
            <a:ext cx="1965960" cy="1965960"/>
          </a:xfrm>
          <a:prstGeom prst="rect">
            <a:avLst/>
          </a:prstGeom>
          <a:solidFill>
            <a:srgbClr val="FBF7EC"/>
          </a:solidFill>
          <a:ln w="9525">
            <a:solidFill>
              <a:srgbClr val="E5E7EB"/>
            </a:solidFill>
            <a:prstDash val="solid"/>
          </a:ln>
        </p:spPr>
        <p:txBody>
          <a:bodyPr/>
          <a:lstStyle/>
          <a:p>
            <a:endParaRPr lang="en-IN"/>
          </a:p>
        </p:txBody>
      </p:sp>
      <p:sp>
        <p:nvSpPr>
          <p:cNvPr id="12" name="Text 10"/>
          <p:cNvSpPr/>
          <p:nvPr/>
        </p:nvSpPr>
        <p:spPr>
          <a:xfrm rot="16200000">
            <a:off x="164592" y="2838223"/>
            <a:ext cx="1280160" cy="274320"/>
          </a:xfrm>
          <a:prstGeom prst="rect">
            <a:avLst/>
          </a:prstGeom>
          <a:noFill/>
          <a:ln/>
        </p:spPr>
        <p:txBody>
          <a:bodyPr wrap="square" lIns="0" tIns="0" rIns="0" bIns="0" rtlCol="0" anchor="ctr"/>
          <a:lstStyle/>
          <a:p>
            <a:pPr marL="0" indent="0">
              <a:buNone/>
            </a:pPr>
            <a:r>
              <a:rPr lang="en-US" sz="850" b="1">
                <a:solidFill>
                  <a:srgbClr val="6B7280"/>
                </a:solidFill>
                <a:latin typeface="Calibri" pitchFamily="34" charset="0"/>
                <a:ea typeface="Calibri" pitchFamily="34" charset="-122"/>
                <a:cs typeface="Calibri" pitchFamily="34" charset="-120"/>
              </a:rPr>
              <a:t>IMPACT ↑</a:t>
            </a:r>
            <a:endParaRPr lang="en-US" sz="850"/>
          </a:p>
        </p:txBody>
      </p:sp>
      <p:sp>
        <p:nvSpPr>
          <p:cNvPr id="13" name="Text 11"/>
          <p:cNvSpPr/>
          <p:nvPr/>
        </p:nvSpPr>
        <p:spPr>
          <a:xfrm>
            <a:off x="1874520" y="5425975"/>
            <a:ext cx="1463040" cy="219456"/>
          </a:xfrm>
          <a:prstGeom prst="rect">
            <a:avLst/>
          </a:prstGeom>
          <a:noFill/>
          <a:ln/>
        </p:spPr>
        <p:txBody>
          <a:bodyPr wrap="square" lIns="0" tIns="0" rIns="0" bIns="0" rtlCol="0" anchor="ctr"/>
          <a:lstStyle/>
          <a:p>
            <a:pPr marL="0" indent="0">
              <a:buNone/>
            </a:pPr>
            <a:r>
              <a:rPr lang="en-US" sz="850" b="1">
                <a:solidFill>
                  <a:srgbClr val="6B7280"/>
                </a:solidFill>
                <a:latin typeface="Calibri" pitchFamily="34" charset="0"/>
                <a:ea typeface="Calibri" pitchFamily="34" charset="-122"/>
                <a:cs typeface="Calibri" pitchFamily="34" charset="-120"/>
              </a:rPr>
              <a:t>LIKELIHOOD →</a:t>
            </a:r>
            <a:endParaRPr lang="en-US" sz="850"/>
          </a:p>
        </p:txBody>
      </p:sp>
      <p:sp>
        <p:nvSpPr>
          <p:cNvPr id="14" name="Shape 12"/>
          <p:cNvSpPr/>
          <p:nvPr/>
        </p:nvSpPr>
        <p:spPr>
          <a:xfrm>
            <a:off x="2793492" y="2568475"/>
            <a:ext cx="310896" cy="310896"/>
          </a:xfrm>
          <a:prstGeom prst="ellipse">
            <a:avLst/>
          </a:prstGeom>
          <a:solidFill>
            <a:srgbClr val="0A1628"/>
          </a:solidFill>
          <a:ln w="15240">
            <a:solidFill>
              <a:srgbClr val="B8913B"/>
            </a:solidFill>
            <a:prstDash val="solid"/>
          </a:ln>
        </p:spPr>
        <p:txBody>
          <a:bodyPr/>
          <a:lstStyle/>
          <a:p>
            <a:endParaRPr lang="en-IN"/>
          </a:p>
        </p:txBody>
      </p:sp>
      <p:sp>
        <p:nvSpPr>
          <p:cNvPr id="15" name="Text 13"/>
          <p:cNvSpPr/>
          <p:nvPr/>
        </p:nvSpPr>
        <p:spPr>
          <a:xfrm>
            <a:off x="2793492" y="2568475"/>
            <a:ext cx="310896" cy="310896"/>
          </a:xfrm>
          <a:prstGeom prst="rect">
            <a:avLst/>
          </a:prstGeom>
          <a:noFill/>
          <a:ln/>
        </p:spPr>
        <p:txBody>
          <a:bodyPr wrap="square" lIns="0" tIns="0" rIns="0" bIns="0" rtlCol="0" anchor="ctr"/>
          <a:lstStyle/>
          <a:p>
            <a:pPr marL="0" indent="0" algn="ctr">
              <a:buNone/>
            </a:pPr>
            <a:r>
              <a:rPr lang="en-US" sz="750" b="1">
                <a:solidFill>
                  <a:srgbClr val="B8913B"/>
                </a:solidFill>
                <a:latin typeface="Calibri" pitchFamily="34" charset="0"/>
                <a:ea typeface="Calibri" pitchFamily="34" charset="-122"/>
                <a:cs typeface="Calibri" pitchFamily="34" charset="-120"/>
              </a:rPr>
              <a:t>R1</a:t>
            </a:r>
            <a:endParaRPr lang="en-US" sz="750"/>
          </a:p>
        </p:txBody>
      </p:sp>
      <p:sp>
        <p:nvSpPr>
          <p:cNvPr id="16" name="Shape 14"/>
          <p:cNvSpPr/>
          <p:nvPr/>
        </p:nvSpPr>
        <p:spPr>
          <a:xfrm>
            <a:off x="2793492" y="4580155"/>
            <a:ext cx="310896" cy="310896"/>
          </a:xfrm>
          <a:prstGeom prst="ellipse">
            <a:avLst/>
          </a:prstGeom>
          <a:solidFill>
            <a:srgbClr val="0A1628"/>
          </a:solidFill>
          <a:ln w="15240">
            <a:solidFill>
              <a:srgbClr val="B8913B"/>
            </a:solidFill>
            <a:prstDash val="solid"/>
          </a:ln>
        </p:spPr>
        <p:txBody>
          <a:bodyPr/>
          <a:lstStyle/>
          <a:p>
            <a:endParaRPr lang="en-IN"/>
          </a:p>
        </p:txBody>
      </p:sp>
      <p:sp>
        <p:nvSpPr>
          <p:cNvPr id="17" name="Text 15"/>
          <p:cNvSpPr/>
          <p:nvPr/>
        </p:nvSpPr>
        <p:spPr>
          <a:xfrm>
            <a:off x="2793492" y="4580155"/>
            <a:ext cx="310896" cy="310896"/>
          </a:xfrm>
          <a:prstGeom prst="rect">
            <a:avLst/>
          </a:prstGeom>
          <a:noFill/>
          <a:ln/>
        </p:spPr>
        <p:txBody>
          <a:bodyPr wrap="square" lIns="0" tIns="0" rIns="0" bIns="0" rtlCol="0" anchor="ctr"/>
          <a:lstStyle/>
          <a:p>
            <a:pPr marL="0" indent="0" algn="ctr">
              <a:buNone/>
            </a:pPr>
            <a:r>
              <a:rPr lang="en-US" sz="750" b="1">
                <a:solidFill>
                  <a:srgbClr val="B8913B"/>
                </a:solidFill>
                <a:latin typeface="Calibri" pitchFamily="34" charset="0"/>
                <a:ea typeface="Calibri" pitchFamily="34" charset="-122"/>
                <a:cs typeface="Calibri" pitchFamily="34" charset="-120"/>
              </a:rPr>
              <a:t>R2</a:t>
            </a:r>
            <a:endParaRPr lang="en-US" sz="750"/>
          </a:p>
        </p:txBody>
      </p:sp>
      <p:sp>
        <p:nvSpPr>
          <p:cNvPr id="18" name="Shape 16"/>
          <p:cNvSpPr/>
          <p:nvPr/>
        </p:nvSpPr>
        <p:spPr>
          <a:xfrm>
            <a:off x="3662172" y="3802915"/>
            <a:ext cx="310896" cy="310896"/>
          </a:xfrm>
          <a:prstGeom prst="ellipse">
            <a:avLst/>
          </a:prstGeom>
          <a:solidFill>
            <a:srgbClr val="0A1628"/>
          </a:solidFill>
          <a:ln w="15240">
            <a:solidFill>
              <a:srgbClr val="B8913B"/>
            </a:solidFill>
            <a:prstDash val="solid"/>
          </a:ln>
        </p:spPr>
        <p:txBody>
          <a:bodyPr/>
          <a:lstStyle/>
          <a:p>
            <a:endParaRPr lang="en-IN"/>
          </a:p>
        </p:txBody>
      </p:sp>
      <p:sp>
        <p:nvSpPr>
          <p:cNvPr id="19" name="Text 17"/>
          <p:cNvSpPr/>
          <p:nvPr/>
        </p:nvSpPr>
        <p:spPr>
          <a:xfrm>
            <a:off x="3662172" y="3802915"/>
            <a:ext cx="310896" cy="310896"/>
          </a:xfrm>
          <a:prstGeom prst="rect">
            <a:avLst/>
          </a:prstGeom>
          <a:noFill/>
          <a:ln/>
        </p:spPr>
        <p:txBody>
          <a:bodyPr wrap="square" lIns="0" tIns="0" rIns="0" bIns="0" rtlCol="0" anchor="ctr"/>
          <a:lstStyle/>
          <a:p>
            <a:pPr marL="0" indent="0" algn="ctr">
              <a:buNone/>
            </a:pPr>
            <a:r>
              <a:rPr lang="en-US" sz="750" b="1">
                <a:solidFill>
                  <a:srgbClr val="B8913B"/>
                </a:solidFill>
                <a:latin typeface="Calibri" pitchFamily="34" charset="0"/>
                <a:ea typeface="Calibri" pitchFamily="34" charset="-122"/>
                <a:cs typeface="Calibri" pitchFamily="34" charset="-120"/>
              </a:rPr>
              <a:t>R3</a:t>
            </a:r>
            <a:endParaRPr lang="en-US" sz="750"/>
          </a:p>
        </p:txBody>
      </p:sp>
      <p:sp>
        <p:nvSpPr>
          <p:cNvPr id="20" name="Shape 18"/>
          <p:cNvSpPr/>
          <p:nvPr/>
        </p:nvSpPr>
        <p:spPr>
          <a:xfrm>
            <a:off x="3707892" y="1791235"/>
            <a:ext cx="310896" cy="310896"/>
          </a:xfrm>
          <a:prstGeom prst="ellipse">
            <a:avLst/>
          </a:prstGeom>
          <a:solidFill>
            <a:srgbClr val="0A1628"/>
          </a:solidFill>
          <a:ln w="15240">
            <a:solidFill>
              <a:srgbClr val="B8913B"/>
            </a:solidFill>
            <a:prstDash val="solid"/>
          </a:ln>
        </p:spPr>
        <p:txBody>
          <a:bodyPr/>
          <a:lstStyle/>
          <a:p>
            <a:endParaRPr lang="en-IN"/>
          </a:p>
        </p:txBody>
      </p:sp>
      <p:sp>
        <p:nvSpPr>
          <p:cNvPr id="21" name="Text 19"/>
          <p:cNvSpPr/>
          <p:nvPr/>
        </p:nvSpPr>
        <p:spPr>
          <a:xfrm>
            <a:off x="3707892" y="1791235"/>
            <a:ext cx="310896" cy="310896"/>
          </a:xfrm>
          <a:prstGeom prst="rect">
            <a:avLst/>
          </a:prstGeom>
          <a:noFill/>
          <a:ln/>
        </p:spPr>
        <p:txBody>
          <a:bodyPr wrap="square" lIns="0" tIns="0" rIns="0" bIns="0" rtlCol="0" anchor="ctr"/>
          <a:lstStyle/>
          <a:p>
            <a:pPr marL="0" indent="0" algn="ctr">
              <a:buNone/>
            </a:pPr>
            <a:r>
              <a:rPr lang="en-US" sz="750" b="1">
                <a:solidFill>
                  <a:srgbClr val="B8913B"/>
                </a:solidFill>
                <a:latin typeface="Calibri" pitchFamily="34" charset="0"/>
                <a:ea typeface="Calibri" pitchFamily="34" charset="-122"/>
                <a:cs typeface="Calibri" pitchFamily="34" charset="-120"/>
              </a:rPr>
              <a:t>R4</a:t>
            </a:r>
            <a:endParaRPr lang="en-US" sz="750"/>
          </a:p>
        </p:txBody>
      </p:sp>
      <p:sp>
        <p:nvSpPr>
          <p:cNvPr id="22" name="Shape 20"/>
          <p:cNvSpPr/>
          <p:nvPr/>
        </p:nvSpPr>
        <p:spPr>
          <a:xfrm>
            <a:off x="1650492" y="4488715"/>
            <a:ext cx="310896" cy="310896"/>
          </a:xfrm>
          <a:prstGeom prst="ellipse">
            <a:avLst/>
          </a:prstGeom>
          <a:solidFill>
            <a:srgbClr val="0A1628"/>
          </a:solidFill>
          <a:ln w="15240">
            <a:solidFill>
              <a:srgbClr val="B8913B"/>
            </a:solidFill>
            <a:prstDash val="solid"/>
          </a:ln>
        </p:spPr>
        <p:txBody>
          <a:bodyPr/>
          <a:lstStyle/>
          <a:p>
            <a:endParaRPr lang="en-IN"/>
          </a:p>
        </p:txBody>
      </p:sp>
      <p:sp>
        <p:nvSpPr>
          <p:cNvPr id="23" name="Text 21"/>
          <p:cNvSpPr/>
          <p:nvPr/>
        </p:nvSpPr>
        <p:spPr>
          <a:xfrm>
            <a:off x="1650492" y="4488715"/>
            <a:ext cx="310896" cy="310896"/>
          </a:xfrm>
          <a:prstGeom prst="rect">
            <a:avLst/>
          </a:prstGeom>
          <a:noFill/>
          <a:ln/>
        </p:spPr>
        <p:txBody>
          <a:bodyPr wrap="square" lIns="0" tIns="0" rIns="0" bIns="0" rtlCol="0" anchor="ctr"/>
          <a:lstStyle/>
          <a:p>
            <a:pPr marL="0" indent="0" algn="ctr">
              <a:buNone/>
            </a:pPr>
            <a:r>
              <a:rPr lang="en-US" sz="750" b="1">
                <a:solidFill>
                  <a:srgbClr val="B8913B"/>
                </a:solidFill>
                <a:latin typeface="Calibri" pitchFamily="34" charset="0"/>
                <a:ea typeface="Calibri" pitchFamily="34" charset="-122"/>
                <a:cs typeface="Calibri" pitchFamily="34" charset="-120"/>
              </a:rPr>
              <a:t>R5</a:t>
            </a:r>
            <a:endParaRPr lang="en-US" sz="750"/>
          </a:p>
        </p:txBody>
      </p:sp>
      <p:sp>
        <p:nvSpPr>
          <p:cNvPr id="24" name="Shape 22"/>
          <p:cNvSpPr/>
          <p:nvPr/>
        </p:nvSpPr>
        <p:spPr>
          <a:xfrm>
            <a:off x="3204972" y="3254275"/>
            <a:ext cx="310896" cy="310896"/>
          </a:xfrm>
          <a:prstGeom prst="ellipse">
            <a:avLst/>
          </a:prstGeom>
          <a:solidFill>
            <a:srgbClr val="0A1628"/>
          </a:solidFill>
          <a:ln w="15240">
            <a:solidFill>
              <a:srgbClr val="B8913B"/>
            </a:solidFill>
            <a:prstDash val="solid"/>
          </a:ln>
        </p:spPr>
        <p:txBody>
          <a:bodyPr/>
          <a:lstStyle/>
          <a:p>
            <a:endParaRPr lang="en-IN"/>
          </a:p>
        </p:txBody>
      </p:sp>
      <p:sp>
        <p:nvSpPr>
          <p:cNvPr id="25" name="Text 23"/>
          <p:cNvSpPr/>
          <p:nvPr/>
        </p:nvSpPr>
        <p:spPr>
          <a:xfrm>
            <a:off x="3204972" y="3254275"/>
            <a:ext cx="310896" cy="310896"/>
          </a:xfrm>
          <a:prstGeom prst="rect">
            <a:avLst/>
          </a:prstGeom>
          <a:noFill/>
          <a:ln/>
        </p:spPr>
        <p:txBody>
          <a:bodyPr wrap="square" lIns="0" tIns="0" rIns="0" bIns="0" rtlCol="0" anchor="ctr"/>
          <a:lstStyle/>
          <a:p>
            <a:pPr marL="0" indent="0" algn="ctr">
              <a:buNone/>
            </a:pPr>
            <a:r>
              <a:rPr lang="en-US" sz="750" b="1">
                <a:solidFill>
                  <a:srgbClr val="B8913B"/>
                </a:solidFill>
                <a:latin typeface="Calibri" pitchFamily="34" charset="0"/>
                <a:ea typeface="Calibri" pitchFamily="34" charset="-122"/>
                <a:cs typeface="Calibri" pitchFamily="34" charset="-120"/>
              </a:rPr>
              <a:t>R6</a:t>
            </a:r>
            <a:endParaRPr lang="en-US" sz="750"/>
          </a:p>
        </p:txBody>
      </p:sp>
      <p:sp>
        <p:nvSpPr>
          <p:cNvPr id="26" name="Shape 24"/>
          <p:cNvSpPr/>
          <p:nvPr/>
        </p:nvSpPr>
        <p:spPr>
          <a:xfrm>
            <a:off x="4846320" y="1420903"/>
            <a:ext cx="6766560" cy="713232"/>
          </a:xfrm>
          <a:prstGeom prst="roundRect">
            <a:avLst>
              <a:gd name="adj" fmla="val 6410"/>
            </a:avLst>
          </a:prstGeom>
          <a:solidFill>
            <a:srgbClr val="FFFFFF"/>
          </a:solidFill>
          <a:ln w="9525">
            <a:solidFill>
              <a:srgbClr val="E5E7EB"/>
            </a:solidFill>
            <a:prstDash val="solid"/>
          </a:ln>
        </p:spPr>
        <p:txBody>
          <a:bodyPr/>
          <a:lstStyle/>
          <a:p>
            <a:endParaRPr lang="en-IN"/>
          </a:p>
        </p:txBody>
      </p:sp>
      <p:sp>
        <p:nvSpPr>
          <p:cNvPr id="27" name="Shape 25"/>
          <p:cNvSpPr/>
          <p:nvPr/>
        </p:nvSpPr>
        <p:spPr>
          <a:xfrm>
            <a:off x="4983480" y="1622071"/>
            <a:ext cx="310896" cy="310896"/>
          </a:xfrm>
          <a:prstGeom prst="ellipse">
            <a:avLst/>
          </a:prstGeom>
          <a:solidFill>
            <a:srgbClr val="0A1628"/>
          </a:solidFill>
          <a:ln w="15240">
            <a:solidFill>
              <a:srgbClr val="B8913B"/>
            </a:solidFill>
            <a:prstDash val="solid"/>
          </a:ln>
        </p:spPr>
        <p:txBody>
          <a:bodyPr/>
          <a:lstStyle/>
          <a:p>
            <a:endParaRPr lang="en-IN"/>
          </a:p>
        </p:txBody>
      </p:sp>
      <p:sp>
        <p:nvSpPr>
          <p:cNvPr id="28" name="Text 26"/>
          <p:cNvSpPr/>
          <p:nvPr/>
        </p:nvSpPr>
        <p:spPr>
          <a:xfrm>
            <a:off x="4983480" y="1622071"/>
            <a:ext cx="310896" cy="310896"/>
          </a:xfrm>
          <a:prstGeom prst="rect">
            <a:avLst/>
          </a:prstGeom>
          <a:noFill/>
          <a:ln/>
        </p:spPr>
        <p:txBody>
          <a:bodyPr wrap="square" lIns="0" tIns="0" rIns="0" bIns="0" rtlCol="0" anchor="ctr"/>
          <a:lstStyle/>
          <a:p>
            <a:pPr marL="0" indent="0" algn="ctr">
              <a:buNone/>
            </a:pPr>
            <a:r>
              <a:rPr lang="en-US" sz="750" b="1">
                <a:solidFill>
                  <a:srgbClr val="B8913B"/>
                </a:solidFill>
                <a:latin typeface="Calibri" pitchFamily="34" charset="0"/>
                <a:ea typeface="Calibri" pitchFamily="34" charset="-122"/>
                <a:cs typeface="Calibri" pitchFamily="34" charset="-120"/>
              </a:rPr>
              <a:t>R1</a:t>
            </a:r>
            <a:endParaRPr lang="en-US" sz="750"/>
          </a:p>
        </p:txBody>
      </p:sp>
      <p:sp>
        <p:nvSpPr>
          <p:cNvPr id="29" name="Text 27"/>
          <p:cNvSpPr/>
          <p:nvPr/>
        </p:nvSpPr>
        <p:spPr>
          <a:xfrm>
            <a:off x="5413248" y="1466623"/>
            <a:ext cx="4023360" cy="310896"/>
          </a:xfrm>
          <a:prstGeom prst="rect">
            <a:avLst/>
          </a:prstGeom>
          <a:noFill/>
          <a:ln/>
        </p:spPr>
        <p:txBody>
          <a:bodyPr wrap="square" lIns="0" tIns="0" rIns="0" bIns="0" rtlCol="0" anchor="ctr"/>
          <a:lstStyle/>
          <a:p>
            <a:pPr marL="0" indent="0">
              <a:buNone/>
            </a:pPr>
            <a:r>
              <a:rPr lang="en-US" sz="880" b="1">
                <a:solidFill>
                  <a:srgbClr val="0A1628"/>
                </a:solidFill>
                <a:latin typeface="Calibri" pitchFamily="34" charset="0"/>
                <a:ea typeface="Calibri" pitchFamily="34" charset="-122"/>
                <a:cs typeface="Calibri" pitchFamily="34" charset="-120"/>
              </a:rPr>
              <a:t>Gold dictionary less mature than described (A2)</a:t>
            </a:r>
            <a:endParaRPr lang="en-US" sz="880"/>
          </a:p>
        </p:txBody>
      </p:sp>
      <p:sp>
        <p:nvSpPr>
          <p:cNvPr id="30" name="Text 28"/>
          <p:cNvSpPr/>
          <p:nvPr/>
        </p:nvSpPr>
        <p:spPr>
          <a:xfrm>
            <a:off x="5413248" y="1768375"/>
            <a:ext cx="5394960" cy="347472"/>
          </a:xfrm>
          <a:prstGeom prst="rect">
            <a:avLst/>
          </a:prstGeom>
          <a:noFill/>
          <a:ln/>
        </p:spPr>
        <p:txBody>
          <a:bodyPr wrap="square" lIns="0" tIns="0" rIns="0" bIns="0" rtlCol="0" anchor="t"/>
          <a:lstStyle/>
          <a:p>
            <a:pPr marL="0" indent="0">
              <a:buNone/>
            </a:pPr>
            <a:r>
              <a:rPr lang="en-US" sz="780">
                <a:solidFill>
                  <a:srgbClr val="1F2937"/>
                </a:solidFill>
                <a:latin typeface="Calibri" pitchFamily="34" charset="0"/>
                <a:ea typeface="Calibri" pitchFamily="34" charset="-122"/>
                <a:cs typeface="Calibri" pitchFamily="34" charset="-120"/>
              </a:rPr>
              <a:t>Week-1 readiness rubric; a rebuild surfaces at the Discovery gate with options — before Build pricing is at risk.</a:t>
            </a:r>
            <a:endParaRPr lang="en-US" sz="780"/>
          </a:p>
        </p:txBody>
      </p:sp>
      <p:sp>
        <p:nvSpPr>
          <p:cNvPr id="31" name="Shape 29"/>
          <p:cNvSpPr/>
          <p:nvPr/>
        </p:nvSpPr>
        <p:spPr>
          <a:xfrm>
            <a:off x="10835640" y="1494055"/>
            <a:ext cx="658368" cy="237744"/>
          </a:xfrm>
          <a:prstGeom prst="roundRect">
            <a:avLst>
              <a:gd name="adj" fmla="val 50000"/>
            </a:avLst>
          </a:prstGeom>
          <a:solidFill>
            <a:srgbClr val="FFFFFF"/>
          </a:solidFill>
          <a:ln w="9525">
            <a:solidFill>
              <a:srgbClr val="1F6F7A"/>
            </a:solidFill>
            <a:prstDash val="solid"/>
          </a:ln>
        </p:spPr>
        <p:txBody>
          <a:bodyPr/>
          <a:lstStyle/>
          <a:p>
            <a:endParaRPr lang="en-IN"/>
          </a:p>
        </p:txBody>
      </p:sp>
      <p:sp>
        <p:nvSpPr>
          <p:cNvPr id="32" name="Text 30"/>
          <p:cNvSpPr/>
          <p:nvPr/>
        </p:nvSpPr>
        <p:spPr>
          <a:xfrm>
            <a:off x="10835640" y="1494055"/>
            <a:ext cx="658368" cy="237744"/>
          </a:xfrm>
          <a:prstGeom prst="rect">
            <a:avLst/>
          </a:prstGeom>
          <a:noFill/>
          <a:ln/>
        </p:spPr>
        <p:txBody>
          <a:bodyPr wrap="square" lIns="0" tIns="0" rIns="0" bIns="0" rtlCol="0" anchor="ctr"/>
          <a:lstStyle/>
          <a:p>
            <a:pPr marL="0" indent="0" algn="ctr">
              <a:buNone/>
            </a:pPr>
            <a:r>
              <a:rPr lang="en-US" sz="700" b="1">
                <a:solidFill>
                  <a:srgbClr val="1F6F7A"/>
                </a:solidFill>
                <a:latin typeface="Calibri" pitchFamily="34" charset="0"/>
                <a:ea typeface="Calibri" pitchFamily="34" charset="-122"/>
                <a:cs typeface="Calibri" pitchFamily="34" charset="-120"/>
              </a:rPr>
              <a:t>Joint</a:t>
            </a:r>
            <a:endParaRPr lang="en-US" sz="700"/>
          </a:p>
        </p:txBody>
      </p:sp>
      <p:sp>
        <p:nvSpPr>
          <p:cNvPr id="33" name="Shape 31"/>
          <p:cNvSpPr/>
          <p:nvPr/>
        </p:nvSpPr>
        <p:spPr>
          <a:xfrm>
            <a:off x="4846320" y="2216431"/>
            <a:ext cx="6766560" cy="713232"/>
          </a:xfrm>
          <a:prstGeom prst="roundRect">
            <a:avLst>
              <a:gd name="adj" fmla="val 6410"/>
            </a:avLst>
          </a:prstGeom>
          <a:solidFill>
            <a:srgbClr val="F8F7F3"/>
          </a:solidFill>
          <a:ln w="9525">
            <a:solidFill>
              <a:srgbClr val="E5E7EB"/>
            </a:solidFill>
            <a:prstDash val="solid"/>
          </a:ln>
        </p:spPr>
        <p:txBody>
          <a:bodyPr/>
          <a:lstStyle/>
          <a:p>
            <a:endParaRPr lang="en-IN"/>
          </a:p>
        </p:txBody>
      </p:sp>
      <p:sp>
        <p:nvSpPr>
          <p:cNvPr id="34" name="Shape 32"/>
          <p:cNvSpPr/>
          <p:nvPr/>
        </p:nvSpPr>
        <p:spPr>
          <a:xfrm>
            <a:off x="4983480" y="2417599"/>
            <a:ext cx="310896" cy="310896"/>
          </a:xfrm>
          <a:prstGeom prst="ellipse">
            <a:avLst/>
          </a:prstGeom>
          <a:solidFill>
            <a:srgbClr val="0A1628"/>
          </a:solidFill>
          <a:ln w="15240">
            <a:solidFill>
              <a:srgbClr val="B8913B"/>
            </a:solidFill>
            <a:prstDash val="solid"/>
          </a:ln>
        </p:spPr>
        <p:txBody>
          <a:bodyPr/>
          <a:lstStyle/>
          <a:p>
            <a:endParaRPr lang="en-IN"/>
          </a:p>
        </p:txBody>
      </p:sp>
      <p:sp>
        <p:nvSpPr>
          <p:cNvPr id="35" name="Text 33"/>
          <p:cNvSpPr/>
          <p:nvPr/>
        </p:nvSpPr>
        <p:spPr>
          <a:xfrm>
            <a:off x="4983480" y="2417599"/>
            <a:ext cx="310896" cy="310896"/>
          </a:xfrm>
          <a:prstGeom prst="rect">
            <a:avLst/>
          </a:prstGeom>
          <a:noFill/>
          <a:ln/>
        </p:spPr>
        <p:txBody>
          <a:bodyPr wrap="square" lIns="0" tIns="0" rIns="0" bIns="0" rtlCol="0" anchor="ctr"/>
          <a:lstStyle/>
          <a:p>
            <a:pPr marL="0" indent="0" algn="ctr">
              <a:buNone/>
            </a:pPr>
            <a:r>
              <a:rPr lang="en-US" sz="750" b="1">
                <a:solidFill>
                  <a:srgbClr val="B8913B"/>
                </a:solidFill>
                <a:latin typeface="Calibri" pitchFamily="34" charset="0"/>
                <a:ea typeface="Calibri" pitchFamily="34" charset="-122"/>
                <a:cs typeface="Calibri" pitchFamily="34" charset="-120"/>
              </a:rPr>
              <a:t>R2</a:t>
            </a:r>
            <a:endParaRPr lang="en-US" sz="750"/>
          </a:p>
        </p:txBody>
      </p:sp>
      <p:sp>
        <p:nvSpPr>
          <p:cNvPr id="36" name="Text 34"/>
          <p:cNvSpPr/>
          <p:nvPr/>
        </p:nvSpPr>
        <p:spPr>
          <a:xfrm>
            <a:off x="5413248" y="2262151"/>
            <a:ext cx="4023360" cy="310896"/>
          </a:xfrm>
          <a:prstGeom prst="rect">
            <a:avLst/>
          </a:prstGeom>
          <a:noFill/>
          <a:ln/>
        </p:spPr>
        <p:txBody>
          <a:bodyPr wrap="square" lIns="0" tIns="0" rIns="0" bIns="0" rtlCol="0" anchor="ctr"/>
          <a:lstStyle/>
          <a:p>
            <a:pPr marL="0" indent="0">
              <a:buNone/>
            </a:pPr>
            <a:r>
              <a:rPr lang="en-US" sz="880" b="1">
                <a:solidFill>
                  <a:srgbClr val="0A1628"/>
                </a:solidFill>
                <a:latin typeface="Calibri" pitchFamily="34" charset="0"/>
                <a:ea typeface="Calibri" pitchFamily="34" charset="-122"/>
                <a:cs typeface="Calibri" pitchFamily="34" charset="-120"/>
              </a:rPr>
              <a:t>Question bank arrives late or thin (A4)</a:t>
            </a:r>
            <a:endParaRPr lang="en-US" sz="880"/>
          </a:p>
        </p:txBody>
      </p:sp>
      <p:sp>
        <p:nvSpPr>
          <p:cNvPr id="37" name="Text 35"/>
          <p:cNvSpPr/>
          <p:nvPr/>
        </p:nvSpPr>
        <p:spPr>
          <a:xfrm>
            <a:off x="5413248" y="2563903"/>
            <a:ext cx="5394960" cy="347472"/>
          </a:xfrm>
          <a:prstGeom prst="rect">
            <a:avLst/>
          </a:prstGeom>
          <a:noFill/>
          <a:ln/>
        </p:spPr>
        <p:txBody>
          <a:bodyPr wrap="square" lIns="0" tIns="0" rIns="0" bIns="0" rtlCol="0" anchor="t"/>
          <a:lstStyle/>
          <a:p>
            <a:pPr marL="0" indent="0">
              <a:buNone/>
            </a:pPr>
            <a:r>
              <a:rPr lang="en-US" sz="780">
                <a:solidFill>
                  <a:srgbClr val="1F2937"/>
                </a:solidFill>
                <a:latin typeface="Calibri" pitchFamily="34" charset="0"/>
                <a:ea typeface="Calibri" pitchFamily="34" charset="-122"/>
                <a:cs typeface="Calibri" pitchFamily="34" charset="-120"/>
              </a:rPr>
              <a:t>We seed a starter bank from report usage logs in parallel — QA is never blocked waiting.</a:t>
            </a:r>
            <a:endParaRPr lang="en-US" sz="780"/>
          </a:p>
        </p:txBody>
      </p:sp>
      <p:sp>
        <p:nvSpPr>
          <p:cNvPr id="38" name="Shape 36"/>
          <p:cNvSpPr/>
          <p:nvPr/>
        </p:nvSpPr>
        <p:spPr>
          <a:xfrm>
            <a:off x="10835640" y="2289583"/>
            <a:ext cx="658368" cy="237744"/>
          </a:xfrm>
          <a:prstGeom prst="roundRect">
            <a:avLst>
              <a:gd name="adj" fmla="val 50000"/>
            </a:avLst>
          </a:prstGeom>
          <a:solidFill>
            <a:srgbClr val="FFFFFF"/>
          </a:solidFill>
          <a:ln w="9525">
            <a:solidFill>
              <a:srgbClr val="1F6F7A"/>
            </a:solidFill>
            <a:prstDash val="solid"/>
          </a:ln>
        </p:spPr>
        <p:txBody>
          <a:bodyPr/>
          <a:lstStyle/>
          <a:p>
            <a:endParaRPr lang="en-IN"/>
          </a:p>
        </p:txBody>
      </p:sp>
      <p:sp>
        <p:nvSpPr>
          <p:cNvPr id="39" name="Text 37"/>
          <p:cNvSpPr/>
          <p:nvPr/>
        </p:nvSpPr>
        <p:spPr>
          <a:xfrm>
            <a:off x="10835640" y="2289583"/>
            <a:ext cx="658368" cy="237744"/>
          </a:xfrm>
          <a:prstGeom prst="rect">
            <a:avLst/>
          </a:prstGeom>
          <a:noFill/>
          <a:ln/>
        </p:spPr>
        <p:txBody>
          <a:bodyPr wrap="square" lIns="0" tIns="0" rIns="0" bIns="0" rtlCol="0" anchor="ctr"/>
          <a:lstStyle/>
          <a:p>
            <a:pPr marL="0" indent="0" algn="ctr">
              <a:buNone/>
            </a:pPr>
            <a:r>
              <a:rPr lang="en-US" sz="700" b="1">
                <a:solidFill>
                  <a:srgbClr val="1F6F7A"/>
                </a:solidFill>
                <a:latin typeface="Calibri" pitchFamily="34" charset="0"/>
                <a:ea typeface="Calibri" pitchFamily="34" charset="-122"/>
                <a:cs typeface="Calibri" pitchFamily="34" charset="-120"/>
              </a:rPr>
              <a:t>BC</a:t>
            </a:r>
            <a:endParaRPr lang="en-US" sz="700"/>
          </a:p>
        </p:txBody>
      </p:sp>
      <p:sp>
        <p:nvSpPr>
          <p:cNvPr id="40" name="Shape 38"/>
          <p:cNvSpPr/>
          <p:nvPr/>
        </p:nvSpPr>
        <p:spPr>
          <a:xfrm>
            <a:off x="4846320" y="3011959"/>
            <a:ext cx="6766560" cy="713232"/>
          </a:xfrm>
          <a:prstGeom prst="roundRect">
            <a:avLst>
              <a:gd name="adj" fmla="val 6410"/>
            </a:avLst>
          </a:prstGeom>
          <a:solidFill>
            <a:srgbClr val="FFFFFF"/>
          </a:solidFill>
          <a:ln w="9525">
            <a:solidFill>
              <a:srgbClr val="E5E7EB"/>
            </a:solidFill>
            <a:prstDash val="solid"/>
          </a:ln>
        </p:spPr>
        <p:txBody>
          <a:bodyPr/>
          <a:lstStyle/>
          <a:p>
            <a:endParaRPr lang="en-IN"/>
          </a:p>
        </p:txBody>
      </p:sp>
      <p:sp>
        <p:nvSpPr>
          <p:cNvPr id="41" name="Shape 39"/>
          <p:cNvSpPr/>
          <p:nvPr/>
        </p:nvSpPr>
        <p:spPr>
          <a:xfrm>
            <a:off x="4983480" y="3213127"/>
            <a:ext cx="310896" cy="310896"/>
          </a:xfrm>
          <a:prstGeom prst="ellipse">
            <a:avLst/>
          </a:prstGeom>
          <a:solidFill>
            <a:srgbClr val="0A1628"/>
          </a:solidFill>
          <a:ln w="15240">
            <a:solidFill>
              <a:srgbClr val="B8913B"/>
            </a:solidFill>
            <a:prstDash val="solid"/>
          </a:ln>
        </p:spPr>
        <p:txBody>
          <a:bodyPr/>
          <a:lstStyle/>
          <a:p>
            <a:endParaRPr lang="en-IN"/>
          </a:p>
        </p:txBody>
      </p:sp>
      <p:sp>
        <p:nvSpPr>
          <p:cNvPr id="42" name="Text 40"/>
          <p:cNvSpPr/>
          <p:nvPr/>
        </p:nvSpPr>
        <p:spPr>
          <a:xfrm>
            <a:off x="4983480" y="3213127"/>
            <a:ext cx="310896" cy="310896"/>
          </a:xfrm>
          <a:prstGeom prst="rect">
            <a:avLst/>
          </a:prstGeom>
          <a:noFill/>
          <a:ln/>
        </p:spPr>
        <p:txBody>
          <a:bodyPr wrap="square" lIns="0" tIns="0" rIns="0" bIns="0" rtlCol="0" anchor="ctr"/>
          <a:lstStyle/>
          <a:p>
            <a:pPr marL="0" indent="0" algn="ctr">
              <a:buNone/>
            </a:pPr>
            <a:r>
              <a:rPr lang="en-US" sz="750" b="1">
                <a:solidFill>
                  <a:srgbClr val="B8913B"/>
                </a:solidFill>
                <a:latin typeface="Calibri" pitchFamily="34" charset="0"/>
                <a:ea typeface="Calibri" pitchFamily="34" charset="-122"/>
                <a:cs typeface="Calibri" pitchFamily="34" charset="-120"/>
              </a:rPr>
              <a:t>R3</a:t>
            </a:r>
            <a:endParaRPr lang="en-US" sz="750"/>
          </a:p>
        </p:txBody>
      </p:sp>
      <p:sp>
        <p:nvSpPr>
          <p:cNvPr id="43" name="Text 41"/>
          <p:cNvSpPr/>
          <p:nvPr/>
        </p:nvSpPr>
        <p:spPr>
          <a:xfrm>
            <a:off x="5413248" y="3057679"/>
            <a:ext cx="4023360" cy="310896"/>
          </a:xfrm>
          <a:prstGeom prst="rect">
            <a:avLst/>
          </a:prstGeom>
          <a:noFill/>
          <a:ln/>
        </p:spPr>
        <p:txBody>
          <a:bodyPr wrap="square" lIns="0" tIns="0" rIns="0" bIns="0" rtlCol="0" anchor="ctr"/>
          <a:lstStyle/>
          <a:p>
            <a:pPr marL="0" indent="0">
              <a:buNone/>
            </a:pPr>
            <a:r>
              <a:rPr lang="en-US" sz="880" b="1">
                <a:solidFill>
                  <a:srgbClr val="0A1628"/>
                </a:solidFill>
                <a:latin typeface="Calibri" pitchFamily="34" charset="0"/>
                <a:ea typeface="Calibri" pitchFamily="34" charset="-122"/>
                <a:cs typeface="Calibri" pitchFamily="34" charset="-120"/>
              </a:rPr>
              <a:t>Semantic model gaps found in reverse engineering (A12)</a:t>
            </a:r>
            <a:endParaRPr lang="en-US" sz="880"/>
          </a:p>
        </p:txBody>
      </p:sp>
      <p:sp>
        <p:nvSpPr>
          <p:cNvPr id="44" name="Text 42"/>
          <p:cNvSpPr/>
          <p:nvPr/>
        </p:nvSpPr>
        <p:spPr>
          <a:xfrm>
            <a:off x="5413248" y="3359431"/>
            <a:ext cx="5394960" cy="347472"/>
          </a:xfrm>
          <a:prstGeom prst="rect">
            <a:avLst/>
          </a:prstGeom>
          <a:noFill/>
          <a:ln/>
        </p:spPr>
        <p:txBody>
          <a:bodyPr wrap="square" lIns="0" tIns="0" rIns="0" bIns="0" rtlCol="0" anchor="t"/>
          <a:lstStyle/>
          <a:p>
            <a:pPr marL="0" indent="0">
              <a:buNone/>
            </a:pPr>
            <a:r>
              <a:rPr lang="en-US" sz="780">
                <a:solidFill>
                  <a:srgbClr val="1F2937"/>
                </a:solidFill>
                <a:latin typeface="Calibri" pitchFamily="34" charset="0"/>
                <a:ea typeface="Calibri" pitchFamily="34" charset="-122"/>
                <a:cs typeface="Calibri" pitchFamily="34" charset="-120"/>
              </a:rPr>
              <a:t>Fixed in the semantic layer within our estimate; Gold-pipeline changes flagged at the gate as separate scope.</a:t>
            </a:r>
            <a:endParaRPr lang="en-US" sz="780"/>
          </a:p>
        </p:txBody>
      </p:sp>
      <p:sp>
        <p:nvSpPr>
          <p:cNvPr id="45" name="Shape 43"/>
          <p:cNvSpPr/>
          <p:nvPr/>
        </p:nvSpPr>
        <p:spPr>
          <a:xfrm>
            <a:off x="10835640" y="3085111"/>
            <a:ext cx="658368" cy="237744"/>
          </a:xfrm>
          <a:prstGeom prst="roundRect">
            <a:avLst>
              <a:gd name="adj" fmla="val 50000"/>
            </a:avLst>
          </a:prstGeom>
          <a:solidFill>
            <a:srgbClr val="FFFFFF"/>
          </a:solidFill>
          <a:ln w="9525">
            <a:solidFill>
              <a:srgbClr val="1F6F7A"/>
            </a:solidFill>
            <a:prstDash val="solid"/>
          </a:ln>
        </p:spPr>
        <p:txBody>
          <a:bodyPr/>
          <a:lstStyle/>
          <a:p>
            <a:endParaRPr lang="en-IN"/>
          </a:p>
        </p:txBody>
      </p:sp>
      <p:sp>
        <p:nvSpPr>
          <p:cNvPr id="46" name="Text 44"/>
          <p:cNvSpPr/>
          <p:nvPr/>
        </p:nvSpPr>
        <p:spPr>
          <a:xfrm>
            <a:off x="10835640" y="3085111"/>
            <a:ext cx="658368" cy="237744"/>
          </a:xfrm>
          <a:prstGeom prst="rect">
            <a:avLst/>
          </a:prstGeom>
          <a:noFill/>
          <a:ln/>
        </p:spPr>
        <p:txBody>
          <a:bodyPr wrap="square" lIns="0" tIns="0" rIns="0" bIns="0" rtlCol="0" anchor="ctr"/>
          <a:lstStyle/>
          <a:p>
            <a:pPr marL="0" indent="0" algn="ctr">
              <a:buNone/>
            </a:pPr>
            <a:r>
              <a:rPr lang="en-US" sz="700" b="1">
                <a:solidFill>
                  <a:srgbClr val="1F6F7A"/>
                </a:solidFill>
                <a:latin typeface="Calibri" pitchFamily="34" charset="0"/>
                <a:ea typeface="Calibri" pitchFamily="34" charset="-122"/>
                <a:cs typeface="Calibri" pitchFamily="34" charset="-120"/>
              </a:rPr>
              <a:t>Artizent</a:t>
            </a:r>
            <a:endParaRPr lang="en-US" sz="700"/>
          </a:p>
        </p:txBody>
      </p:sp>
      <p:sp>
        <p:nvSpPr>
          <p:cNvPr id="47" name="Shape 45"/>
          <p:cNvSpPr/>
          <p:nvPr/>
        </p:nvSpPr>
        <p:spPr>
          <a:xfrm>
            <a:off x="4846320" y="3807487"/>
            <a:ext cx="6766560" cy="713232"/>
          </a:xfrm>
          <a:prstGeom prst="roundRect">
            <a:avLst>
              <a:gd name="adj" fmla="val 6410"/>
            </a:avLst>
          </a:prstGeom>
          <a:solidFill>
            <a:srgbClr val="F8F7F3"/>
          </a:solidFill>
          <a:ln w="9525">
            <a:solidFill>
              <a:srgbClr val="E5E7EB"/>
            </a:solidFill>
            <a:prstDash val="solid"/>
          </a:ln>
        </p:spPr>
        <p:txBody>
          <a:bodyPr/>
          <a:lstStyle/>
          <a:p>
            <a:endParaRPr lang="en-IN"/>
          </a:p>
        </p:txBody>
      </p:sp>
      <p:sp>
        <p:nvSpPr>
          <p:cNvPr id="48" name="Shape 46"/>
          <p:cNvSpPr/>
          <p:nvPr/>
        </p:nvSpPr>
        <p:spPr>
          <a:xfrm>
            <a:off x="4983480" y="4008655"/>
            <a:ext cx="310896" cy="310896"/>
          </a:xfrm>
          <a:prstGeom prst="ellipse">
            <a:avLst/>
          </a:prstGeom>
          <a:solidFill>
            <a:srgbClr val="0A1628"/>
          </a:solidFill>
          <a:ln w="15240">
            <a:solidFill>
              <a:srgbClr val="B8913B"/>
            </a:solidFill>
            <a:prstDash val="solid"/>
          </a:ln>
        </p:spPr>
        <p:txBody>
          <a:bodyPr/>
          <a:lstStyle/>
          <a:p>
            <a:endParaRPr lang="en-IN"/>
          </a:p>
        </p:txBody>
      </p:sp>
      <p:sp>
        <p:nvSpPr>
          <p:cNvPr id="49" name="Text 47"/>
          <p:cNvSpPr/>
          <p:nvPr/>
        </p:nvSpPr>
        <p:spPr>
          <a:xfrm>
            <a:off x="4983480" y="4008655"/>
            <a:ext cx="310896" cy="310896"/>
          </a:xfrm>
          <a:prstGeom prst="rect">
            <a:avLst/>
          </a:prstGeom>
          <a:noFill/>
          <a:ln/>
        </p:spPr>
        <p:txBody>
          <a:bodyPr wrap="square" lIns="0" tIns="0" rIns="0" bIns="0" rtlCol="0" anchor="ctr"/>
          <a:lstStyle/>
          <a:p>
            <a:pPr marL="0" indent="0" algn="ctr">
              <a:buNone/>
            </a:pPr>
            <a:r>
              <a:rPr lang="en-US" sz="750" b="1">
                <a:solidFill>
                  <a:srgbClr val="B8913B"/>
                </a:solidFill>
                <a:latin typeface="Calibri" pitchFamily="34" charset="0"/>
                <a:ea typeface="Calibri" pitchFamily="34" charset="-122"/>
                <a:cs typeface="Calibri" pitchFamily="34" charset="-120"/>
              </a:rPr>
              <a:t>R4</a:t>
            </a:r>
            <a:endParaRPr lang="en-US" sz="750"/>
          </a:p>
        </p:txBody>
      </p:sp>
      <p:sp>
        <p:nvSpPr>
          <p:cNvPr id="50" name="Text 48"/>
          <p:cNvSpPr/>
          <p:nvPr/>
        </p:nvSpPr>
        <p:spPr>
          <a:xfrm>
            <a:off x="5413248" y="3853207"/>
            <a:ext cx="4023360" cy="310896"/>
          </a:xfrm>
          <a:prstGeom prst="rect">
            <a:avLst/>
          </a:prstGeom>
          <a:noFill/>
          <a:ln/>
        </p:spPr>
        <p:txBody>
          <a:bodyPr wrap="square" lIns="0" tIns="0" rIns="0" bIns="0" rtlCol="0" anchor="ctr"/>
          <a:lstStyle/>
          <a:p>
            <a:pPr marL="0" indent="0">
              <a:buNone/>
            </a:pPr>
            <a:r>
              <a:rPr lang="en-US" sz="880" b="1">
                <a:solidFill>
                  <a:srgbClr val="0A1628"/>
                </a:solidFill>
                <a:latin typeface="Calibri" pitchFamily="34" charset="0"/>
                <a:ea typeface="Calibri" pitchFamily="34" charset="-122"/>
                <a:cs typeface="Calibri" pitchFamily="34" charset="-120"/>
              </a:rPr>
              <a:t>SME availability slips (A9: 6–8 hrs/wk)</a:t>
            </a:r>
            <a:endParaRPr lang="en-US" sz="880"/>
          </a:p>
        </p:txBody>
      </p:sp>
      <p:sp>
        <p:nvSpPr>
          <p:cNvPr id="51" name="Text 49"/>
          <p:cNvSpPr/>
          <p:nvPr/>
        </p:nvSpPr>
        <p:spPr>
          <a:xfrm>
            <a:off x="5413248" y="4154959"/>
            <a:ext cx="5394960" cy="347472"/>
          </a:xfrm>
          <a:prstGeom prst="rect">
            <a:avLst/>
          </a:prstGeom>
          <a:noFill/>
          <a:ln/>
        </p:spPr>
        <p:txBody>
          <a:bodyPr wrap="square" lIns="0" tIns="0" rIns="0" bIns="0" rtlCol="0" anchor="t"/>
          <a:lstStyle/>
          <a:p>
            <a:pPr marL="0" indent="0">
              <a:buNone/>
            </a:pPr>
            <a:r>
              <a:rPr lang="en-US" sz="780">
                <a:solidFill>
                  <a:srgbClr val="1F2937"/>
                </a:solidFill>
                <a:latin typeface="Calibri" pitchFamily="34" charset="0"/>
                <a:ea typeface="Calibri" pitchFamily="34" charset="-122"/>
                <a:cs typeface="Calibri" pitchFamily="34" charset="-120"/>
              </a:rPr>
              <a:t>Sessions booked two weeks ahead; slippage moves the affected gate week-for-week — stated plainly in the SOW.</a:t>
            </a:r>
            <a:endParaRPr lang="en-US" sz="780"/>
          </a:p>
        </p:txBody>
      </p:sp>
      <p:sp>
        <p:nvSpPr>
          <p:cNvPr id="52" name="Shape 50"/>
          <p:cNvSpPr/>
          <p:nvPr/>
        </p:nvSpPr>
        <p:spPr>
          <a:xfrm>
            <a:off x="10835640" y="3880639"/>
            <a:ext cx="658368" cy="237744"/>
          </a:xfrm>
          <a:prstGeom prst="roundRect">
            <a:avLst>
              <a:gd name="adj" fmla="val 50000"/>
            </a:avLst>
          </a:prstGeom>
          <a:solidFill>
            <a:srgbClr val="FFFFFF"/>
          </a:solidFill>
          <a:ln w="9525">
            <a:solidFill>
              <a:srgbClr val="1F6F7A"/>
            </a:solidFill>
            <a:prstDash val="solid"/>
          </a:ln>
        </p:spPr>
        <p:txBody>
          <a:bodyPr/>
          <a:lstStyle/>
          <a:p>
            <a:endParaRPr lang="en-IN"/>
          </a:p>
        </p:txBody>
      </p:sp>
      <p:sp>
        <p:nvSpPr>
          <p:cNvPr id="53" name="Text 51"/>
          <p:cNvSpPr/>
          <p:nvPr/>
        </p:nvSpPr>
        <p:spPr>
          <a:xfrm>
            <a:off x="10835640" y="3880639"/>
            <a:ext cx="658368" cy="237744"/>
          </a:xfrm>
          <a:prstGeom prst="rect">
            <a:avLst/>
          </a:prstGeom>
          <a:noFill/>
          <a:ln/>
        </p:spPr>
        <p:txBody>
          <a:bodyPr wrap="square" lIns="0" tIns="0" rIns="0" bIns="0" rtlCol="0" anchor="ctr"/>
          <a:lstStyle/>
          <a:p>
            <a:pPr marL="0" indent="0" algn="ctr">
              <a:buNone/>
            </a:pPr>
            <a:r>
              <a:rPr lang="en-US" sz="700" b="1">
                <a:solidFill>
                  <a:srgbClr val="1F6F7A"/>
                </a:solidFill>
                <a:latin typeface="Calibri" pitchFamily="34" charset="0"/>
                <a:ea typeface="Calibri" pitchFamily="34" charset="-122"/>
                <a:cs typeface="Calibri" pitchFamily="34" charset="-120"/>
              </a:rPr>
              <a:t>BC</a:t>
            </a:r>
            <a:endParaRPr lang="en-US" sz="700"/>
          </a:p>
        </p:txBody>
      </p:sp>
      <p:sp>
        <p:nvSpPr>
          <p:cNvPr id="54" name="Shape 52"/>
          <p:cNvSpPr/>
          <p:nvPr/>
        </p:nvSpPr>
        <p:spPr>
          <a:xfrm>
            <a:off x="4846320" y="4603015"/>
            <a:ext cx="6766560" cy="713232"/>
          </a:xfrm>
          <a:prstGeom prst="roundRect">
            <a:avLst>
              <a:gd name="adj" fmla="val 6410"/>
            </a:avLst>
          </a:prstGeom>
          <a:solidFill>
            <a:srgbClr val="FFFFFF"/>
          </a:solidFill>
          <a:ln w="9525">
            <a:solidFill>
              <a:srgbClr val="E5E7EB"/>
            </a:solidFill>
            <a:prstDash val="solid"/>
          </a:ln>
        </p:spPr>
        <p:txBody>
          <a:bodyPr/>
          <a:lstStyle/>
          <a:p>
            <a:endParaRPr lang="en-IN"/>
          </a:p>
        </p:txBody>
      </p:sp>
      <p:sp>
        <p:nvSpPr>
          <p:cNvPr id="55" name="Shape 53"/>
          <p:cNvSpPr/>
          <p:nvPr/>
        </p:nvSpPr>
        <p:spPr>
          <a:xfrm>
            <a:off x="4983480" y="4804183"/>
            <a:ext cx="310896" cy="310896"/>
          </a:xfrm>
          <a:prstGeom prst="ellipse">
            <a:avLst/>
          </a:prstGeom>
          <a:solidFill>
            <a:srgbClr val="0A1628"/>
          </a:solidFill>
          <a:ln w="15240">
            <a:solidFill>
              <a:srgbClr val="B8913B"/>
            </a:solidFill>
            <a:prstDash val="solid"/>
          </a:ln>
        </p:spPr>
        <p:txBody>
          <a:bodyPr/>
          <a:lstStyle/>
          <a:p>
            <a:endParaRPr lang="en-IN"/>
          </a:p>
        </p:txBody>
      </p:sp>
      <p:sp>
        <p:nvSpPr>
          <p:cNvPr id="56" name="Text 54"/>
          <p:cNvSpPr/>
          <p:nvPr/>
        </p:nvSpPr>
        <p:spPr>
          <a:xfrm>
            <a:off x="4983480" y="4804183"/>
            <a:ext cx="310896" cy="310896"/>
          </a:xfrm>
          <a:prstGeom prst="rect">
            <a:avLst/>
          </a:prstGeom>
          <a:noFill/>
          <a:ln/>
        </p:spPr>
        <p:txBody>
          <a:bodyPr wrap="square" lIns="0" tIns="0" rIns="0" bIns="0" rtlCol="0" anchor="ctr"/>
          <a:lstStyle/>
          <a:p>
            <a:pPr marL="0" indent="0" algn="ctr">
              <a:buNone/>
            </a:pPr>
            <a:r>
              <a:rPr lang="en-US" sz="750" b="1">
                <a:solidFill>
                  <a:srgbClr val="B8913B"/>
                </a:solidFill>
                <a:latin typeface="Calibri" pitchFamily="34" charset="0"/>
                <a:ea typeface="Calibri" pitchFamily="34" charset="-122"/>
                <a:cs typeface="Calibri" pitchFamily="34" charset="-120"/>
              </a:rPr>
              <a:t>R5</a:t>
            </a:r>
            <a:endParaRPr lang="en-US" sz="750"/>
          </a:p>
        </p:txBody>
      </p:sp>
      <p:sp>
        <p:nvSpPr>
          <p:cNvPr id="57" name="Text 55"/>
          <p:cNvSpPr/>
          <p:nvPr/>
        </p:nvSpPr>
        <p:spPr>
          <a:xfrm>
            <a:off x="5413248" y="4648735"/>
            <a:ext cx="4023360" cy="310896"/>
          </a:xfrm>
          <a:prstGeom prst="rect">
            <a:avLst/>
          </a:prstGeom>
          <a:noFill/>
          <a:ln/>
        </p:spPr>
        <p:txBody>
          <a:bodyPr wrap="square" lIns="0" tIns="0" rIns="0" bIns="0" rtlCol="0" anchor="ctr"/>
          <a:lstStyle/>
          <a:p>
            <a:pPr marL="0" indent="0">
              <a:buNone/>
            </a:pPr>
            <a:r>
              <a:rPr lang="en-US" sz="880" b="1">
                <a:solidFill>
                  <a:srgbClr val="0A1628"/>
                </a:solidFill>
                <a:latin typeface="Calibri" pitchFamily="34" charset="0"/>
                <a:ea typeface="Calibri" pitchFamily="34" charset="-122"/>
                <a:cs typeface="Calibri" pitchFamily="34" charset="-120"/>
              </a:rPr>
              <a:t>Slack approval / Azure OpenAI tenant setup delays (A5, A11)</a:t>
            </a:r>
            <a:endParaRPr lang="en-US" sz="880"/>
          </a:p>
        </p:txBody>
      </p:sp>
      <p:sp>
        <p:nvSpPr>
          <p:cNvPr id="58" name="Text 56"/>
          <p:cNvSpPr/>
          <p:nvPr/>
        </p:nvSpPr>
        <p:spPr>
          <a:xfrm>
            <a:off x="5413248" y="4950487"/>
            <a:ext cx="5394960" cy="347472"/>
          </a:xfrm>
          <a:prstGeom prst="rect">
            <a:avLst/>
          </a:prstGeom>
          <a:noFill/>
          <a:ln/>
        </p:spPr>
        <p:txBody>
          <a:bodyPr wrap="square" lIns="0" tIns="0" rIns="0" bIns="0" rtlCol="0" anchor="t"/>
          <a:lstStyle/>
          <a:p>
            <a:pPr marL="0" indent="0">
              <a:buNone/>
            </a:pPr>
            <a:r>
              <a:rPr lang="en-US" sz="780">
                <a:solidFill>
                  <a:srgbClr val="1F2937"/>
                </a:solidFill>
                <a:latin typeface="Calibri" pitchFamily="34" charset="0"/>
                <a:ea typeface="Calibri" pitchFamily="34" charset="-122"/>
                <a:cs typeface="Calibri" pitchFamily="34" charset="-120"/>
              </a:rPr>
              <a:t>Week-1 checklist provided; chat client &amp; voice don't depend on Slack, so the critical path never waits.</a:t>
            </a:r>
            <a:endParaRPr lang="en-US" sz="780"/>
          </a:p>
        </p:txBody>
      </p:sp>
      <p:sp>
        <p:nvSpPr>
          <p:cNvPr id="59" name="Shape 57"/>
          <p:cNvSpPr/>
          <p:nvPr/>
        </p:nvSpPr>
        <p:spPr>
          <a:xfrm>
            <a:off x="10835640" y="4676167"/>
            <a:ext cx="658368" cy="237744"/>
          </a:xfrm>
          <a:prstGeom prst="roundRect">
            <a:avLst>
              <a:gd name="adj" fmla="val 50000"/>
            </a:avLst>
          </a:prstGeom>
          <a:solidFill>
            <a:srgbClr val="FFFFFF"/>
          </a:solidFill>
          <a:ln w="9525">
            <a:solidFill>
              <a:srgbClr val="1F6F7A"/>
            </a:solidFill>
            <a:prstDash val="solid"/>
          </a:ln>
        </p:spPr>
        <p:txBody>
          <a:bodyPr/>
          <a:lstStyle/>
          <a:p>
            <a:endParaRPr lang="en-IN"/>
          </a:p>
        </p:txBody>
      </p:sp>
      <p:sp>
        <p:nvSpPr>
          <p:cNvPr id="60" name="Text 58"/>
          <p:cNvSpPr/>
          <p:nvPr/>
        </p:nvSpPr>
        <p:spPr>
          <a:xfrm>
            <a:off x="10835640" y="4676167"/>
            <a:ext cx="658368" cy="237744"/>
          </a:xfrm>
          <a:prstGeom prst="rect">
            <a:avLst/>
          </a:prstGeom>
          <a:noFill/>
          <a:ln/>
        </p:spPr>
        <p:txBody>
          <a:bodyPr wrap="square" lIns="0" tIns="0" rIns="0" bIns="0" rtlCol="0" anchor="ctr"/>
          <a:lstStyle/>
          <a:p>
            <a:pPr marL="0" indent="0" algn="ctr">
              <a:buNone/>
            </a:pPr>
            <a:r>
              <a:rPr lang="en-US" sz="700" b="1">
                <a:solidFill>
                  <a:srgbClr val="1F6F7A"/>
                </a:solidFill>
                <a:latin typeface="Calibri" pitchFamily="34" charset="0"/>
                <a:ea typeface="Calibri" pitchFamily="34" charset="-122"/>
                <a:cs typeface="Calibri" pitchFamily="34" charset="-120"/>
              </a:rPr>
              <a:t>BC</a:t>
            </a:r>
            <a:endParaRPr lang="en-US" sz="700"/>
          </a:p>
        </p:txBody>
      </p:sp>
      <p:sp>
        <p:nvSpPr>
          <p:cNvPr id="61" name="Shape 59"/>
          <p:cNvSpPr/>
          <p:nvPr/>
        </p:nvSpPr>
        <p:spPr>
          <a:xfrm>
            <a:off x="4846320" y="5398543"/>
            <a:ext cx="6766560" cy="713232"/>
          </a:xfrm>
          <a:prstGeom prst="roundRect">
            <a:avLst>
              <a:gd name="adj" fmla="val 6410"/>
            </a:avLst>
          </a:prstGeom>
          <a:solidFill>
            <a:srgbClr val="F8F7F3"/>
          </a:solidFill>
          <a:ln w="9525">
            <a:solidFill>
              <a:srgbClr val="E5E7EB"/>
            </a:solidFill>
            <a:prstDash val="solid"/>
          </a:ln>
        </p:spPr>
        <p:txBody>
          <a:bodyPr/>
          <a:lstStyle/>
          <a:p>
            <a:endParaRPr lang="en-IN"/>
          </a:p>
        </p:txBody>
      </p:sp>
      <p:sp>
        <p:nvSpPr>
          <p:cNvPr id="62" name="Shape 60"/>
          <p:cNvSpPr/>
          <p:nvPr/>
        </p:nvSpPr>
        <p:spPr>
          <a:xfrm>
            <a:off x="4983480" y="5599711"/>
            <a:ext cx="310896" cy="310896"/>
          </a:xfrm>
          <a:prstGeom prst="ellipse">
            <a:avLst/>
          </a:prstGeom>
          <a:solidFill>
            <a:srgbClr val="0A1628"/>
          </a:solidFill>
          <a:ln w="15240">
            <a:solidFill>
              <a:srgbClr val="B8913B"/>
            </a:solidFill>
            <a:prstDash val="solid"/>
          </a:ln>
        </p:spPr>
        <p:txBody>
          <a:bodyPr/>
          <a:lstStyle/>
          <a:p>
            <a:endParaRPr lang="en-IN"/>
          </a:p>
        </p:txBody>
      </p:sp>
      <p:sp>
        <p:nvSpPr>
          <p:cNvPr id="63" name="Text 61"/>
          <p:cNvSpPr/>
          <p:nvPr/>
        </p:nvSpPr>
        <p:spPr>
          <a:xfrm>
            <a:off x="4983480" y="5599711"/>
            <a:ext cx="310896" cy="310896"/>
          </a:xfrm>
          <a:prstGeom prst="rect">
            <a:avLst/>
          </a:prstGeom>
          <a:noFill/>
          <a:ln/>
        </p:spPr>
        <p:txBody>
          <a:bodyPr wrap="square" lIns="0" tIns="0" rIns="0" bIns="0" rtlCol="0" anchor="ctr"/>
          <a:lstStyle/>
          <a:p>
            <a:pPr marL="0" indent="0" algn="ctr">
              <a:buNone/>
            </a:pPr>
            <a:r>
              <a:rPr lang="en-US" sz="750" b="1">
                <a:solidFill>
                  <a:srgbClr val="B8913B"/>
                </a:solidFill>
                <a:latin typeface="Calibri" pitchFamily="34" charset="0"/>
                <a:ea typeface="Calibri" pitchFamily="34" charset="-122"/>
                <a:cs typeface="Calibri" pitchFamily="34" charset="-120"/>
              </a:rPr>
              <a:t>R6</a:t>
            </a:r>
            <a:endParaRPr lang="en-US" sz="750"/>
          </a:p>
        </p:txBody>
      </p:sp>
      <p:sp>
        <p:nvSpPr>
          <p:cNvPr id="64" name="Text 62"/>
          <p:cNvSpPr/>
          <p:nvPr/>
        </p:nvSpPr>
        <p:spPr>
          <a:xfrm>
            <a:off x="5413248" y="5444263"/>
            <a:ext cx="4023360" cy="310896"/>
          </a:xfrm>
          <a:prstGeom prst="rect">
            <a:avLst/>
          </a:prstGeom>
          <a:noFill/>
          <a:ln/>
        </p:spPr>
        <p:txBody>
          <a:bodyPr wrap="square" lIns="0" tIns="0" rIns="0" bIns="0" rtlCol="0" anchor="ctr"/>
          <a:lstStyle/>
          <a:p>
            <a:pPr marL="0" indent="0">
              <a:buNone/>
            </a:pPr>
            <a:r>
              <a:rPr lang="en-US" sz="880" b="1">
                <a:solidFill>
                  <a:srgbClr val="0A1628"/>
                </a:solidFill>
                <a:latin typeface="Calibri" pitchFamily="34" charset="0"/>
                <a:ea typeface="Calibri" pitchFamily="34" charset="-122"/>
                <a:cs typeface="Calibri" pitchFamily="34" charset="-120"/>
              </a:rPr>
              <a:t>Adoption — the tool works but nobody asks</a:t>
            </a:r>
            <a:endParaRPr lang="en-US" sz="880"/>
          </a:p>
        </p:txBody>
      </p:sp>
      <p:sp>
        <p:nvSpPr>
          <p:cNvPr id="65" name="Text 63"/>
          <p:cNvSpPr/>
          <p:nvPr/>
        </p:nvSpPr>
        <p:spPr>
          <a:xfrm>
            <a:off x="5413248" y="5746015"/>
            <a:ext cx="5394960" cy="347472"/>
          </a:xfrm>
          <a:prstGeom prst="rect">
            <a:avLst/>
          </a:prstGeom>
          <a:noFill/>
          <a:ln/>
        </p:spPr>
        <p:txBody>
          <a:bodyPr wrap="square" lIns="0" tIns="0" rIns="0" bIns="0" rtlCol="0" anchor="t"/>
          <a:lstStyle/>
          <a:p>
            <a:pPr marL="0" indent="0">
              <a:buNone/>
            </a:pPr>
            <a:r>
              <a:rPr lang="en-US" sz="780">
                <a:solidFill>
                  <a:srgbClr val="1F2937"/>
                </a:solidFill>
                <a:latin typeface="Calibri" pitchFamily="34" charset="0"/>
                <a:ea typeface="Calibri" pitchFamily="34" charset="-122"/>
                <a:cs typeface="Calibri" pitchFamily="34" charset="-120"/>
              </a:rPr>
              <a:t>Slack-first channel, tier champions in UAT, shared-channel learning; adoption on the steering dashboard from W12.</a:t>
            </a:r>
            <a:endParaRPr lang="en-US" sz="780"/>
          </a:p>
        </p:txBody>
      </p:sp>
      <p:sp>
        <p:nvSpPr>
          <p:cNvPr id="66" name="Shape 64"/>
          <p:cNvSpPr/>
          <p:nvPr/>
        </p:nvSpPr>
        <p:spPr>
          <a:xfrm>
            <a:off x="10835640" y="5471695"/>
            <a:ext cx="658368" cy="237744"/>
          </a:xfrm>
          <a:prstGeom prst="roundRect">
            <a:avLst>
              <a:gd name="adj" fmla="val 50000"/>
            </a:avLst>
          </a:prstGeom>
          <a:solidFill>
            <a:srgbClr val="FFFFFF"/>
          </a:solidFill>
          <a:ln w="9525">
            <a:solidFill>
              <a:srgbClr val="1F6F7A"/>
            </a:solidFill>
            <a:prstDash val="solid"/>
          </a:ln>
        </p:spPr>
        <p:txBody>
          <a:bodyPr/>
          <a:lstStyle/>
          <a:p>
            <a:endParaRPr lang="en-IN"/>
          </a:p>
        </p:txBody>
      </p:sp>
      <p:sp>
        <p:nvSpPr>
          <p:cNvPr id="67" name="Text 65"/>
          <p:cNvSpPr/>
          <p:nvPr/>
        </p:nvSpPr>
        <p:spPr>
          <a:xfrm>
            <a:off x="10835640" y="5471695"/>
            <a:ext cx="658368" cy="237744"/>
          </a:xfrm>
          <a:prstGeom prst="rect">
            <a:avLst/>
          </a:prstGeom>
          <a:noFill/>
          <a:ln/>
        </p:spPr>
        <p:txBody>
          <a:bodyPr wrap="square" lIns="0" tIns="0" rIns="0" bIns="0" rtlCol="0" anchor="ctr"/>
          <a:lstStyle/>
          <a:p>
            <a:pPr marL="0" indent="0" algn="ctr">
              <a:buNone/>
            </a:pPr>
            <a:r>
              <a:rPr lang="en-US" sz="700" b="1">
                <a:solidFill>
                  <a:srgbClr val="1F6F7A"/>
                </a:solidFill>
                <a:latin typeface="Calibri" pitchFamily="34" charset="0"/>
                <a:ea typeface="Calibri" pitchFamily="34" charset="-122"/>
                <a:cs typeface="Calibri" pitchFamily="34" charset="-120"/>
              </a:rPr>
              <a:t>Joint</a:t>
            </a:r>
            <a:endParaRPr lang="en-US" sz="700"/>
          </a:p>
        </p:txBody>
      </p:sp>
      <p:sp>
        <p:nvSpPr>
          <p:cNvPr id="68" name="Text 66"/>
          <p:cNvSpPr/>
          <p:nvPr/>
        </p:nvSpPr>
        <p:spPr>
          <a:xfrm>
            <a:off x="548640" y="6186005"/>
            <a:ext cx="11064240" cy="256032"/>
          </a:xfrm>
          <a:prstGeom prst="rect">
            <a:avLst/>
          </a:prstGeom>
          <a:noFill/>
          <a:ln/>
        </p:spPr>
        <p:txBody>
          <a:bodyPr wrap="square" lIns="0" tIns="0" rIns="0" bIns="0" rtlCol="0" anchor="ctr"/>
          <a:lstStyle/>
          <a:p>
            <a:pPr marL="0" indent="0">
              <a:buNone/>
            </a:pPr>
            <a:r>
              <a:rPr lang="en-US" sz="850" i="1">
                <a:solidFill>
                  <a:srgbClr val="6B7280"/>
                </a:solidFill>
                <a:latin typeface="Calibri" pitchFamily="34" charset="0"/>
                <a:ea typeface="Calibri" pitchFamily="34" charset="-122"/>
                <a:cs typeface="Calibri" pitchFamily="34" charset="-120"/>
              </a:rPr>
              <a:t>Dependency owner:  BC = Better Companies provides  ·  Joint = shared  ·  Artizent = ours to absorb</a:t>
            </a:r>
            <a:endParaRPr lang="en-US" sz="850"/>
          </a:p>
        </p:txBody>
      </p:sp>
      <p:sp>
        <p:nvSpPr>
          <p:cNvPr id="70" name="Text 1">
            <a:extLst>
              <a:ext uri="{FF2B5EF4-FFF2-40B4-BE49-F238E27FC236}">
                <a16:creationId xmlns:a16="http://schemas.microsoft.com/office/drawing/2014/main" id="{B7B6DEAA-B279-BCE5-EEEE-8FEB5FB88FF0}"/>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28</a:t>
            </a:fld>
            <a:endParaRPr lang="en-US" sz="10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D648E-2789-DE20-97C9-F7E00E0ADC22}"/>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CCD12BD6-BC9D-B2C2-BF49-DF100F872995}"/>
              </a:ext>
            </a:extLst>
          </p:cNvPr>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TEAM COMPOSITION</a:t>
            </a:r>
            <a:endParaRPr lang="en-US" sz="1000"/>
          </a:p>
        </p:txBody>
      </p:sp>
      <p:sp>
        <p:nvSpPr>
          <p:cNvPr id="5" name="Text 3">
            <a:extLst>
              <a:ext uri="{FF2B5EF4-FFF2-40B4-BE49-F238E27FC236}">
                <a16:creationId xmlns:a16="http://schemas.microsoft.com/office/drawing/2014/main" id="{187211CF-5EFD-8357-F618-ABDC171A1EEE}"/>
              </a:ext>
            </a:extLst>
          </p:cNvPr>
          <p:cNvSpPr/>
          <p:nvPr/>
        </p:nvSpPr>
        <p:spPr>
          <a:xfrm>
            <a:off x="548640" y="457200"/>
            <a:ext cx="11064240" cy="548640"/>
          </a:xfrm>
          <a:prstGeom prst="rect">
            <a:avLst/>
          </a:prstGeom>
          <a:noFill/>
          <a:ln/>
        </p:spPr>
        <p:txBody>
          <a:bodyPr wrap="square" lIns="0" tIns="0" rIns="0" bIns="0" rtlCol="0" anchor="ctr"/>
          <a:lstStyle/>
          <a:p>
            <a:pPr marL="0" indent="0">
              <a:buNone/>
            </a:pPr>
            <a:r>
              <a:rPr lang="en-US" sz="2500" b="1">
                <a:solidFill>
                  <a:srgbClr val="0A1628"/>
                </a:solidFill>
                <a:latin typeface="Georgia" pitchFamily="34" charset="0"/>
                <a:ea typeface="Georgia" pitchFamily="34" charset="-122"/>
                <a:cs typeface="Georgia" pitchFamily="34" charset="-120"/>
              </a:rPr>
              <a:t>The team composition</a:t>
            </a:r>
            <a:endParaRPr lang="en-US" sz="2500"/>
          </a:p>
        </p:txBody>
      </p:sp>
      <p:sp>
        <p:nvSpPr>
          <p:cNvPr id="6" name="Shape 4">
            <a:extLst>
              <a:ext uri="{FF2B5EF4-FFF2-40B4-BE49-F238E27FC236}">
                <a16:creationId xmlns:a16="http://schemas.microsoft.com/office/drawing/2014/main" id="{3E9D4C7F-E338-FF4F-5CEA-F0EAC5BBA07B}"/>
              </a:ext>
            </a:extLst>
          </p:cNvPr>
          <p:cNvSpPr/>
          <p:nvPr/>
        </p:nvSpPr>
        <p:spPr>
          <a:xfrm>
            <a:off x="566928" y="1024128"/>
            <a:ext cx="1371600" cy="32004"/>
          </a:xfrm>
          <a:prstGeom prst="rect">
            <a:avLst/>
          </a:prstGeom>
          <a:solidFill>
            <a:srgbClr val="B8913B"/>
          </a:solidFill>
          <a:ln/>
        </p:spPr>
        <p:txBody>
          <a:bodyPr/>
          <a:lstStyle/>
          <a:p>
            <a:endParaRPr lang="en-IN"/>
          </a:p>
        </p:txBody>
      </p:sp>
      <p:sp>
        <p:nvSpPr>
          <p:cNvPr id="8" name="Shape 6">
            <a:extLst>
              <a:ext uri="{FF2B5EF4-FFF2-40B4-BE49-F238E27FC236}">
                <a16:creationId xmlns:a16="http://schemas.microsoft.com/office/drawing/2014/main" id="{2499566F-F5E6-2A26-D5A6-8DC5CD45497B}"/>
              </a:ext>
            </a:extLst>
          </p:cNvPr>
          <p:cNvSpPr/>
          <p:nvPr/>
        </p:nvSpPr>
        <p:spPr>
          <a:xfrm>
            <a:off x="548640" y="1429330"/>
            <a:ext cx="11064240" cy="329184"/>
          </a:xfrm>
          <a:prstGeom prst="roundRect">
            <a:avLst>
              <a:gd name="adj" fmla="val 11111"/>
            </a:avLst>
          </a:prstGeom>
          <a:solidFill>
            <a:srgbClr val="0A1628"/>
          </a:solidFill>
          <a:ln/>
        </p:spPr>
        <p:txBody>
          <a:bodyPr/>
          <a:lstStyle/>
          <a:p>
            <a:endParaRPr lang="en-IN" sz="1000"/>
          </a:p>
        </p:txBody>
      </p:sp>
      <p:sp>
        <p:nvSpPr>
          <p:cNvPr id="9" name="Text 7">
            <a:extLst>
              <a:ext uri="{FF2B5EF4-FFF2-40B4-BE49-F238E27FC236}">
                <a16:creationId xmlns:a16="http://schemas.microsoft.com/office/drawing/2014/main" id="{3169F847-13BB-2B4C-1B1C-F5FA5DEDF110}"/>
              </a:ext>
            </a:extLst>
          </p:cNvPr>
          <p:cNvSpPr/>
          <p:nvPr/>
        </p:nvSpPr>
        <p:spPr>
          <a:xfrm>
            <a:off x="777240" y="1429330"/>
            <a:ext cx="3931920" cy="329184"/>
          </a:xfrm>
          <a:prstGeom prst="rect">
            <a:avLst/>
          </a:prstGeom>
          <a:noFill/>
          <a:ln/>
        </p:spPr>
        <p:txBody>
          <a:bodyPr wrap="square" lIns="0" tIns="0" rIns="0" bIns="0" rtlCol="0" anchor="ctr"/>
          <a:lstStyle/>
          <a:p>
            <a:pPr marL="0" indent="0">
              <a:buNone/>
            </a:pPr>
            <a:r>
              <a:rPr lang="en-US" sz="1000" b="1" kern="0" spc="100">
                <a:solidFill>
                  <a:srgbClr val="FFFFFF"/>
                </a:solidFill>
                <a:latin typeface="Calibri" pitchFamily="34" charset="0"/>
                <a:ea typeface="Calibri" pitchFamily="34" charset="-122"/>
                <a:cs typeface="Calibri" pitchFamily="34" charset="-120"/>
              </a:rPr>
              <a:t>ROLE</a:t>
            </a:r>
            <a:endParaRPr lang="en-US" sz="1000"/>
          </a:p>
        </p:txBody>
      </p:sp>
      <p:sp>
        <p:nvSpPr>
          <p:cNvPr id="10" name="Text 8">
            <a:extLst>
              <a:ext uri="{FF2B5EF4-FFF2-40B4-BE49-F238E27FC236}">
                <a16:creationId xmlns:a16="http://schemas.microsoft.com/office/drawing/2014/main" id="{02E45173-8C99-0F20-7230-F96BFDA7E25E}"/>
              </a:ext>
            </a:extLst>
          </p:cNvPr>
          <p:cNvSpPr/>
          <p:nvPr/>
        </p:nvSpPr>
        <p:spPr>
          <a:xfrm>
            <a:off x="4846320" y="1429330"/>
            <a:ext cx="1737360" cy="329184"/>
          </a:xfrm>
          <a:prstGeom prst="rect">
            <a:avLst/>
          </a:prstGeom>
          <a:noFill/>
          <a:ln/>
        </p:spPr>
        <p:txBody>
          <a:bodyPr wrap="square" lIns="0" tIns="0" rIns="0" bIns="0" rtlCol="0" anchor="ctr"/>
          <a:lstStyle/>
          <a:p>
            <a:pPr marL="0" indent="0">
              <a:buNone/>
            </a:pPr>
            <a:r>
              <a:rPr lang="en-US" sz="1000" b="1" kern="0" spc="100">
                <a:solidFill>
                  <a:srgbClr val="FFFFFF"/>
                </a:solidFill>
                <a:latin typeface="Calibri" pitchFamily="34" charset="0"/>
                <a:ea typeface="Calibri" pitchFamily="34" charset="-122"/>
                <a:cs typeface="Calibri" pitchFamily="34" charset="-120"/>
              </a:rPr>
              <a:t>WEEKS (FULL-TIME)</a:t>
            </a:r>
            <a:endParaRPr lang="en-US" sz="1000"/>
          </a:p>
        </p:txBody>
      </p:sp>
      <p:sp>
        <p:nvSpPr>
          <p:cNvPr id="11" name="Text 9">
            <a:extLst>
              <a:ext uri="{FF2B5EF4-FFF2-40B4-BE49-F238E27FC236}">
                <a16:creationId xmlns:a16="http://schemas.microsoft.com/office/drawing/2014/main" id="{7AD9A1A4-8EC8-AA95-6727-3AEFD0A67058}"/>
              </a:ext>
            </a:extLst>
          </p:cNvPr>
          <p:cNvSpPr/>
          <p:nvPr/>
        </p:nvSpPr>
        <p:spPr>
          <a:xfrm>
            <a:off x="6675120" y="1429330"/>
            <a:ext cx="4754880" cy="329184"/>
          </a:xfrm>
          <a:prstGeom prst="rect">
            <a:avLst/>
          </a:prstGeom>
          <a:noFill/>
          <a:ln/>
        </p:spPr>
        <p:txBody>
          <a:bodyPr wrap="square" lIns="0" tIns="0" rIns="0" bIns="0" rtlCol="0" anchor="ctr"/>
          <a:lstStyle/>
          <a:p>
            <a:pPr marL="0" indent="0">
              <a:buNone/>
            </a:pPr>
            <a:r>
              <a:rPr lang="en-US" sz="1000" b="1" kern="0" spc="100">
                <a:solidFill>
                  <a:srgbClr val="FFFFFF"/>
                </a:solidFill>
                <a:latin typeface="Calibri" pitchFamily="34" charset="0"/>
                <a:ea typeface="Calibri" pitchFamily="34" charset="-122"/>
                <a:cs typeface="Calibri" pitchFamily="34" charset="-120"/>
              </a:rPr>
              <a:t>WHAT THEY OWN</a:t>
            </a:r>
            <a:endParaRPr lang="en-US" sz="1000"/>
          </a:p>
        </p:txBody>
      </p:sp>
      <p:sp>
        <p:nvSpPr>
          <p:cNvPr id="12" name="Shape 10">
            <a:extLst>
              <a:ext uri="{FF2B5EF4-FFF2-40B4-BE49-F238E27FC236}">
                <a16:creationId xmlns:a16="http://schemas.microsoft.com/office/drawing/2014/main" id="{592DB85B-E3C0-8253-C981-6BA7A6B2A6C0}"/>
              </a:ext>
            </a:extLst>
          </p:cNvPr>
          <p:cNvSpPr/>
          <p:nvPr/>
        </p:nvSpPr>
        <p:spPr>
          <a:xfrm>
            <a:off x="548640" y="1813378"/>
            <a:ext cx="11064240" cy="420744"/>
          </a:xfrm>
          <a:prstGeom prst="rect">
            <a:avLst/>
          </a:prstGeom>
          <a:solidFill>
            <a:srgbClr val="FFFFFF"/>
          </a:solidFill>
          <a:ln w="6350">
            <a:solidFill>
              <a:srgbClr val="E5E7EB"/>
            </a:solidFill>
            <a:prstDash val="solid"/>
          </a:ln>
        </p:spPr>
        <p:txBody>
          <a:bodyPr/>
          <a:lstStyle/>
          <a:p>
            <a:endParaRPr lang="en-IN" sz="1000"/>
          </a:p>
        </p:txBody>
      </p:sp>
      <p:sp>
        <p:nvSpPr>
          <p:cNvPr id="13" name="Text 11">
            <a:extLst>
              <a:ext uri="{FF2B5EF4-FFF2-40B4-BE49-F238E27FC236}">
                <a16:creationId xmlns:a16="http://schemas.microsoft.com/office/drawing/2014/main" id="{D0FB9681-83E7-4A4B-D4D2-F8E2FE9501AF}"/>
              </a:ext>
            </a:extLst>
          </p:cNvPr>
          <p:cNvSpPr/>
          <p:nvPr/>
        </p:nvSpPr>
        <p:spPr>
          <a:xfrm>
            <a:off x="777240" y="1813378"/>
            <a:ext cx="3931920" cy="420744"/>
          </a:xfrm>
          <a:prstGeom prst="rect">
            <a:avLst/>
          </a:prstGeom>
          <a:noFill/>
          <a:ln/>
        </p:spPr>
        <p:txBody>
          <a:bodyPr wrap="square" lIns="0" tIns="0" rIns="0" bIns="0" rtlCol="0" anchor="ctr"/>
          <a:lstStyle/>
          <a:p>
            <a:pPr marL="0" indent="0">
              <a:buNone/>
            </a:pPr>
            <a:r>
              <a:rPr lang="en-US" sz="1000" b="1">
                <a:solidFill>
                  <a:srgbClr val="0A1628"/>
                </a:solidFill>
                <a:latin typeface="Calibri" pitchFamily="34" charset="0"/>
                <a:ea typeface="Calibri" pitchFamily="34" charset="-122"/>
                <a:cs typeface="Calibri" pitchFamily="34" charset="-120"/>
              </a:rPr>
              <a:t>Delivery Leader / Scrum Master (engagement lead)</a:t>
            </a:r>
            <a:endParaRPr lang="en-US" sz="1000"/>
          </a:p>
        </p:txBody>
      </p:sp>
      <p:sp>
        <p:nvSpPr>
          <p:cNvPr id="14" name="Text 12">
            <a:extLst>
              <a:ext uri="{FF2B5EF4-FFF2-40B4-BE49-F238E27FC236}">
                <a16:creationId xmlns:a16="http://schemas.microsoft.com/office/drawing/2014/main" id="{C4D3038C-934B-547F-F6E8-747675FD2CA4}"/>
              </a:ext>
            </a:extLst>
          </p:cNvPr>
          <p:cNvSpPr/>
          <p:nvPr/>
        </p:nvSpPr>
        <p:spPr>
          <a:xfrm>
            <a:off x="4846320" y="1813378"/>
            <a:ext cx="1737360" cy="420744"/>
          </a:xfrm>
          <a:prstGeom prst="rect">
            <a:avLst/>
          </a:prstGeom>
          <a:noFill/>
          <a:ln/>
        </p:spPr>
        <p:txBody>
          <a:bodyPr wrap="square" lIns="0" tIns="0" rIns="0" bIns="0" rtlCol="0" anchor="ctr"/>
          <a:lstStyle/>
          <a:p>
            <a:pPr marL="0" indent="0">
              <a:buNone/>
            </a:pPr>
            <a:r>
              <a:rPr lang="en-US" sz="1000" b="1">
                <a:solidFill>
                  <a:srgbClr val="8A6A25"/>
                </a:solidFill>
                <a:latin typeface="Calibri" pitchFamily="34" charset="0"/>
                <a:ea typeface="Calibri" pitchFamily="34" charset="-122"/>
                <a:cs typeface="Calibri" pitchFamily="34" charset="-120"/>
              </a:rPr>
              <a:t>W1–16</a:t>
            </a:r>
            <a:endParaRPr lang="en-US" sz="1000"/>
          </a:p>
        </p:txBody>
      </p:sp>
      <p:sp>
        <p:nvSpPr>
          <p:cNvPr id="15" name="Text 13">
            <a:extLst>
              <a:ext uri="{FF2B5EF4-FFF2-40B4-BE49-F238E27FC236}">
                <a16:creationId xmlns:a16="http://schemas.microsoft.com/office/drawing/2014/main" id="{D9345DA9-D293-D30F-7465-7E78A60A45BD}"/>
              </a:ext>
            </a:extLst>
          </p:cNvPr>
          <p:cNvSpPr/>
          <p:nvPr/>
        </p:nvSpPr>
        <p:spPr>
          <a:xfrm>
            <a:off x="6675120" y="1813378"/>
            <a:ext cx="4754880" cy="420744"/>
          </a:xfrm>
          <a:prstGeom prst="rect">
            <a:avLst/>
          </a:prstGeom>
          <a:noFill/>
          <a:ln/>
        </p:spPr>
        <p:txBody>
          <a:bodyPr wrap="square" lIns="0" tIns="0" rIns="0" bIns="0" rtlCol="0" anchor="ctr"/>
          <a:lstStyle/>
          <a:p>
            <a:pPr marL="0" indent="0">
              <a:buNone/>
            </a:pPr>
            <a:r>
              <a:rPr lang="en-US" sz="1000">
                <a:solidFill>
                  <a:srgbClr val="1F2937"/>
                </a:solidFill>
                <a:latin typeface="Calibri" pitchFamily="34" charset="0"/>
                <a:ea typeface="Calibri" pitchFamily="34" charset="-122"/>
                <a:cs typeface="Calibri" pitchFamily="34" charset="-120"/>
              </a:rPr>
              <a:t>Single point of contact; runs steering &amp; stand-ups; every deliverable reviewed before it reaches your workspace</a:t>
            </a:r>
            <a:endParaRPr lang="en-US" sz="1000"/>
          </a:p>
        </p:txBody>
      </p:sp>
      <p:sp>
        <p:nvSpPr>
          <p:cNvPr id="16" name="Shape 14">
            <a:extLst>
              <a:ext uri="{FF2B5EF4-FFF2-40B4-BE49-F238E27FC236}">
                <a16:creationId xmlns:a16="http://schemas.microsoft.com/office/drawing/2014/main" id="{C79A712A-AEF5-0BBD-4BD4-A9D0C5F7F449}"/>
              </a:ext>
            </a:extLst>
          </p:cNvPr>
          <p:cNvSpPr/>
          <p:nvPr/>
        </p:nvSpPr>
        <p:spPr>
          <a:xfrm>
            <a:off x="548640" y="2305660"/>
            <a:ext cx="11064240" cy="420744"/>
          </a:xfrm>
          <a:prstGeom prst="rect">
            <a:avLst/>
          </a:prstGeom>
          <a:solidFill>
            <a:srgbClr val="F8F7F3"/>
          </a:solidFill>
          <a:ln w="6350">
            <a:solidFill>
              <a:srgbClr val="E5E7EB"/>
            </a:solidFill>
            <a:prstDash val="solid"/>
          </a:ln>
        </p:spPr>
        <p:txBody>
          <a:bodyPr/>
          <a:lstStyle/>
          <a:p>
            <a:endParaRPr lang="en-IN" sz="1000"/>
          </a:p>
        </p:txBody>
      </p:sp>
      <p:sp>
        <p:nvSpPr>
          <p:cNvPr id="17" name="Text 15">
            <a:extLst>
              <a:ext uri="{FF2B5EF4-FFF2-40B4-BE49-F238E27FC236}">
                <a16:creationId xmlns:a16="http://schemas.microsoft.com/office/drawing/2014/main" id="{9EA081D4-7C93-24DE-6EF9-118E98169418}"/>
              </a:ext>
            </a:extLst>
          </p:cNvPr>
          <p:cNvSpPr/>
          <p:nvPr/>
        </p:nvSpPr>
        <p:spPr>
          <a:xfrm>
            <a:off x="777240" y="2305660"/>
            <a:ext cx="3931920" cy="420744"/>
          </a:xfrm>
          <a:prstGeom prst="rect">
            <a:avLst/>
          </a:prstGeom>
          <a:noFill/>
          <a:ln/>
        </p:spPr>
        <p:txBody>
          <a:bodyPr wrap="square" lIns="0" tIns="0" rIns="0" bIns="0" rtlCol="0" anchor="ctr"/>
          <a:lstStyle/>
          <a:p>
            <a:pPr marL="0" indent="0">
              <a:buNone/>
            </a:pPr>
            <a:r>
              <a:rPr lang="en-US" sz="1000" b="1">
                <a:solidFill>
                  <a:srgbClr val="0A1628"/>
                </a:solidFill>
                <a:latin typeface="Calibri" pitchFamily="34" charset="0"/>
                <a:ea typeface="Calibri" pitchFamily="34" charset="-122"/>
                <a:cs typeface="Calibri" pitchFamily="34" charset="-120"/>
              </a:rPr>
              <a:t>Solution Architect  ·  10–12 yrs</a:t>
            </a:r>
            <a:endParaRPr lang="en-US" sz="1000"/>
          </a:p>
        </p:txBody>
      </p:sp>
      <p:sp>
        <p:nvSpPr>
          <p:cNvPr id="18" name="Text 16">
            <a:extLst>
              <a:ext uri="{FF2B5EF4-FFF2-40B4-BE49-F238E27FC236}">
                <a16:creationId xmlns:a16="http://schemas.microsoft.com/office/drawing/2014/main" id="{830D73E3-2A5C-5FC2-473E-37438136E0B5}"/>
              </a:ext>
            </a:extLst>
          </p:cNvPr>
          <p:cNvSpPr/>
          <p:nvPr/>
        </p:nvSpPr>
        <p:spPr>
          <a:xfrm>
            <a:off x="4846320" y="2305660"/>
            <a:ext cx="1737360" cy="420744"/>
          </a:xfrm>
          <a:prstGeom prst="rect">
            <a:avLst/>
          </a:prstGeom>
          <a:noFill/>
          <a:ln/>
        </p:spPr>
        <p:txBody>
          <a:bodyPr wrap="square" lIns="0" tIns="0" rIns="0" bIns="0" rtlCol="0" anchor="ctr"/>
          <a:lstStyle/>
          <a:p>
            <a:pPr marL="0" indent="0">
              <a:buNone/>
            </a:pPr>
            <a:r>
              <a:rPr lang="en-US" sz="1000" b="1">
                <a:solidFill>
                  <a:srgbClr val="8A6A25"/>
                </a:solidFill>
                <a:latin typeface="Calibri" pitchFamily="34" charset="0"/>
                <a:ea typeface="Calibri" pitchFamily="34" charset="-122"/>
                <a:cs typeface="Calibri" pitchFamily="34" charset="-120"/>
              </a:rPr>
              <a:t>W1–16</a:t>
            </a:r>
            <a:endParaRPr lang="en-US" sz="1000"/>
          </a:p>
        </p:txBody>
      </p:sp>
      <p:sp>
        <p:nvSpPr>
          <p:cNvPr id="19" name="Text 17">
            <a:extLst>
              <a:ext uri="{FF2B5EF4-FFF2-40B4-BE49-F238E27FC236}">
                <a16:creationId xmlns:a16="http://schemas.microsoft.com/office/drawing/2014/main" id="{39DFAA4C-33B6-174E-980A-B4F75F512D53}"/>
              </a:ext>
            </a:extLst>
          </p:cNvPr>
          <p:cNvSpPr/>
          <p:nvPr/>
        </p:nvSpPr>
        <p:spPr>
          <a:xfrm>
            <a:off x="6675120" y="2305660"/>
            <a:ext cx="4754880" cy="420744"/>
          </a:xfrm>
          <a:prstGeom prst="rect">
            <a:avLst/>
          </a:prstGeom>
          <a:noFill/>
          <a:ln/>
        </p:spPr>
        <p:txBody>
          <a:bodyPr wrap="square" lIns="0" tIns="0" rIns="0" bIns="0" rtlCol="0" anchor="ctr"/>
          <a:lstStyle/>
          <a:p>
            <a:pPr marL="0" indent="0">
              <a:buNone/>
            </a:pPr>
            <a:r>
              <a:rPr lang="en-US" sz="1000">
                <a:solidFill>
                  <a:srgbClr val="1F2937"/>
                </a:solidFill>
                <a:latin typeface="Calibri" pitchFamily="34" charset="0"/>
                <a:ea typeface="Calibri" pitchFamily="34" charset="-122"/>
                <a:cs typeface="Calibri" pitchFamily="34" charset="-120"/>
              </a:rPr>
              <a:t>Agent core, routing, guardrails design; Responsible AI lead</a:t>
            </a:r>
            <a:endParaRPr lang="en-US" sz="1000"/>
          </a:p>
        </p:txBody>
      </p:sp>
      <p:sp>
        <p:nvSpPr>
          <p:cNvPr id="20" name="Shape 18">
            <a:extLst>
              <a:ext uri="{FF2B5EF4-FFF2-40B4-BE49-F238E27FC236}">
                <a16:creationId xmlns:a16="http://schemas.microsoft.com/office/drawing/2014/main" id="{69C7AC23-7262-449C-0063-F0E09FC0D265}"/>
              </a:ext>
            </a:extLst>
          </p:cNvPr>
          <p:cNvSpPr/>
          <p:nvPr/>
        </p:nvSpPr>
        <p:spPr>
          <a:xfrm>
            <a:off x="548640" y="2797948"/>
            <a:ext cx="11064240" cy="420744"/>
          </a:xfrm>
          <a:prstGeom prst="rect">
            <a:avLst/>
          </a:prstGeom>
          <a:solidFill>
            <a:srgbClr val="FFFFFF"/>
          </a:solidFill>
          <a:ln w="6350">
            <a:solidFill>
              <a:srgbClr val="E5E7EB"/>
            </a:solidFill>
            <a:prstDash val="solid"/>
          </a:ln>
        </p:spPr>
        <p:txBody>
          <a:bodyPr/>
          <a:lstStyle/>
          <a:p>
            <a:endParaRPr lang="en-IN" sz="1000"/>
          </a:p>
        </p:txBody>
      </p:sp>
      <p:sp>
        <p:nvSpPr>
          <p:cNvPr id="21" name="Text 19">
            <a:extLst>
              <a:ext uri="{FF2B5EF4-FFF2-40B4-BE49-F238E27FC236}">
                <a16:creationId xmlns:a16="http://schemas.microsoft.com/office/drawing/2014/main" id="{91486B02-D56C-4CBF-0529-F823A2777736}"/>
              </a:ext>
            </a:extLst>
          </p:cNvPr>
          <p:cNvSpPr/>
          <p:nvPr/>
        </p:nvSpPr>
        <p:spPr>
          <a:xfrm>
            <a:off x="777240" y="2797948"/>
            <a:ext cx="3931920" cy="420744"/>
          </a:xfrm>
          <a:prstGeom prst="rect">
            <a:avLst/>
          </a:prstGeom>
          <a:noFill/>
          <a:ln/>
        </p:spPr>
        <p:txBody>
          <a:bodyPr wrap="square" lIns="0" tIns="0" rIns="0" bIns="0" rtlCol="0" anchor="ctr"/>
          <a:lstStyle/>
          <a:p>
            <a:pPr marL="0" indent="0">
              <a:buNone/>
            </a:pPr>
            <a:r>
              <a:rPr lang="en-US" sz="1000" b="1">
                <a:solidFill>
                  <a:srgbClr val="0A1628"/>
                </a:solidFill>
                <a:latin typeface="Calibri" pitchFamily="34" charset="0"/>
                <a:ea typeface="Calibri" pitchFamily="34" charset="-122"/>
                <a:cs typeface="Calibri" pitchFamily="34" charset="-120"/>
              </a:rPr>
              <a:t>Fabric / Data Architect  ·  10–12 yrs</a:t>
            </a:r>
            <a:endParaRPr lang="en-US" sz="1000"/>
          </a:p>
        </p:txBody>
      </p:sp>
      <p:sp>
        <p:nvSpPr>
          <p:cNvPr id="22" name="Text 20">
            <a:extLst>
              <a:ext uri="{FF2B5EF4-FFF2-40B4-BE49-F238E27FC236}">
                <a16:creationId xmlns:a16="http://schemas.microsoft.com/office/drawing/2014/main" id="{BF314DFE-F0FD-7F89-A659-2B459432FC2F}"/>
              </a:ext>
            </a:extLst>
          </p:cNvPr>
          <p:cNvSpPr/>
          <p:nvPr/>
        </p:nvSpPr>
        <p:spPr>
          <a:xfrm>
            <a:off x="4846320" y="2797948"/>
            <a:ext cx="1737360" cy="420744"/>
          </a:xfrm>
          <a:prstGeom prst="rect">
            <a:avLst/>
          </a:prstGeom>
          <a:noFill/>
          <a:ln/>
        </p:spPr>
        <p:txBody>
          <a:bodyPr wrap="square" lIns="0" tIns="0" rIns="0" bIns="0" rtlCol="0" anchor="ctr"/>
          <a:lstStyle/>
          <a:p>
            <a:pPr marL="0" indent="0">
              <a:buNone/>
            </a:pPr>
            <a:r>
              <a:rPr lang="en-US" sz="1000" b="1">
                <a:solidFill>
                  <a:srgbClr val="8A6A25"/>
                </a:solidFill>
                <a:latin typeface="Calibri" pitchFamily="34" charset="0"/>
                <a:ea typeface="Calibri" pitchFamily="34" charset="-122"/>
                <a:cs typeface="Calibri" pitchFamily="34" charset="-120"/>
              </a:rPr>
              <a:t>W1–10</a:t>
            </a:r>
            <a:endParaRPr lang="en-US" sz="1000"/>
          </a:p>
        </p:txBody>
      </p:sp>
      <p:sp>
        <p:nvSpPr>
          <p:cNvPr id="23" name="Text 21">
            <a:extLst>
              <a:ext uri="{FF2B5EF4-FFF2-40B4-BE49-F238E27FC236}">
                <a16:creationId xmlns:a16="http://schemas.microsoft.com/office/drawing/2014/main" id="{6B0D763B-31B8-F56F-55A0-16E289B5581B}"/>
              </a:ext>
            </a:extLst>
          </p:cNvPr>
          <p:cNvSpPr/>
          <p:nvPr/>
        </p:nvSpPr>
        <p:spPr>
          <a:xfrm>
            <a:off x="6675120" y="2797948"/>
            <a:ext cx="4754880" cy="420744"/>
          </a:xfrm>
          <a:prstGeom prst="rect">
            <a:avLst/>
          </a:prstGeom>
          <a:noFill/>
          <a:ln/>
        </p:spPr>
        <p:txBody>
          <a:bodyPr wrap="square" lIns="0" tIns="0" rIns="0" bIns="0" rtlCol="0" anchor="ctr"/>
          <a:lstStyle/>
          <a:p>
            <a:pPr marL="0" indent="0">
              <a:buNone/>
            </a:pPr>
            <a:r>
              <a:rPr lang="en-US" sz="1000">
                <a:solidFill>
                  <a:srgbClr val="1F2937"/>
                </a:solidFill>
                <a:latin typeface="Calibri" pitchFamily="34" charset="0"/>
                <a:ea typeface="Calibri" pitchFamily="34" charset="-122"/>
                <a:cs typeface="Calibri" pitchFamily="34" charset="-120"/>
              </a:rPr>
              <a:t>Semantic binding, Fabric data agent, Gold-layer interfaces — continuity from the AS-IS review; architecture review through W16 gates</a:t>
            </a:r>
            <a:endParaRPr lang="en-US" sz="1000"/>
          </a:p>
        </p:txBody>
      </p:sp>
      <p:sp>
        <p:nvSpPr>
          <p:cNvPr id="24" name="Shape 22">
            <a:extLst>
              <a:ext uri="{FF2B5EF4-FFF2-40B4-BE49-F238E27FC236}">
                <a16:creationId xmlns:a16="http://schemas.microsoft.com/office/drawing/2014/main" id="{6A0E1685-D054-D97C-0D9B-CECB3DDEF2CC}"/>
              </a:ext>
            </a:extLst>
          </p:cNvPr>
          <p:cNvSpPr/>
          <p:nvPr/>
        </p:nvSpPr>
        <p:spPr>
          <a:xfrm>
            <a:off x="548640" y="3284013"/>
            <a:ext cx="11064240" cy="420744"/>
          </a:xfrm>
          <a:prstGeom prst="rect">
            <a:avLst/>
          </a:prstGeom>
          <a:solidFill>
            <a:srgbClr val="F8F7F3"/>
          </a:solidFill>
          <a:ln w="6350">
            <a:solidFill>
              <a:srgbClr val="E5E7EB"/>
            </a:solidFill>
            <a:prstDash val="solid"/>
          </a:ln>
        </p:spPr>
        <p:txBody>
          <a:bodyPr/>
          <a:lstStyle/>
          <a:p>
            <a:endParaRPr lang="en-IN" sz="1000"/>
          </a:p>
        </p:txBody>
      </p:sp>
      <p:sp>
        <p:nvSpPr>
          <p:cNvPr id="25" name="Text 23">
            <a:extLst>
              <a:ext uri="{FF2B5EF4-FFF2-40B4-BE49-F238E27FC236}">
                <a16:creationId xmlns:a16="http://schemas.microsoft.com/office/drawing/2014/main" id="{AC2588BB-F635-AF9A-2797-79EB38321968}"/>
              </a:ext>
            </a:extLst>
          </p:cNvPr>
          <p:cNvSpPr/>
          <p:nvPr/>
        </p:nvSpPr>
        <p:spPr>
          <a:xfrm>
            <a:off x="777240" y="3284013"/>
            <a:ext cx="3931920" cy="420744"/>
          </a:xfrm>
          <a:prstGeom prst="rect">
            <a:avLst/>
          </a:prstGeom>
          <a:noFill/>
          <a:ln/>
        </p:spPr>
        <p:txBody>
          <a:bodyPr wrap="square" lIns="0" tIns="0" rIns="0" bIns="0" rtlCol="0" anchor="ctr"/>
          <a:lstStyle/>
          <a:p>
            <a:pPr marL="0" indent="0">
              <a:buNone/>
            </a:pPr>
            <a:r>
              <a:rPr lang="en-US" sz="1000" b="1">
                <a:solidFill>
                  <a:srgbClr val="0A1628"/>
                </a:solidFill>
                <a:latin typeface="Calibri" pitchFamily="34" charset="0"/>
                <a:ea typeface="Calibri" pitchFamily="34" charset="-122"/>
                <a:cs typeface="Calibri" pitchFamily="34" charset="-120"/>
              </a:rPr>
              <a:t>AI Engineer #1  ·  4–6 yrs</a:t>
            </a:r>
            <a:endParaRPr lang="en-US" sz="1000"/>
          </a:p>
        </p:txBody>
      </p:sp>
      <p:sp>
        <p:nvSpPr>
          <p:cNvPr id="26" name="Text 24">
            <a:extLst>
              <a:ext uri="{FF2B5EF4-FFF2-40B4-BE49-F238E27FC236}">
                <a16:creationId xmlns:a16="http://schemas.microsoft.com/office/drawing/2014/main" id="{F607235B-2E8B-E376-0251-292E7B48AA8C}"/>
              </a:ext>
            </a:extLst>
          </p:cNvPr>
          <p:cNvSpPr/>
          <p:nvPr/>
        </p:nvSpPr>
        <p:spPr>
          <a:xfrm>
            <a:off x="4846320" y="3284013"/>
            <a:ext cx="1737360" cy="420744"/>
          </a:xfrm>
          <a:prstGeom prst="rect">
            <a:avLst/>
          </a:prstGeom>
          <a:noFill/>
          <a:ln/>
        </p:spPr>
        <p:txBody>
          <a:bodyPr wrap="square" lIns="0" tIns="0" rIns="0" bIns="0" rtlCol="0" anchor="ctr"/>
          <a:lstStyle/>
          <a:p>
            <a:pPr marL="0" indent="0">
              <a:buNone/>
            </a:pPr>
            <a:r>
              <a:rPr lang="en-US" sz="1000" b="1">
                <a:solidFill>
                  <a:srgbClr val="8A6A25"/>
                </a:solidFill>
                <a:latin typeface="Calibri" pitchFamily="34" charset="0"/>
                <a:ea typeface="Calibri" pitchFamily="34" charset="-122"/>
                <a:cs typeface="Calibri" pitchFamily="34" charset="-120"/>
              </a:rPr>
              <a:t>W3–16</a:t>
            </a:r>
            <a:endParaRPr lang="en-US" sz="1000"/>
          </a:p>
        </p:txBody>
      </p:sp>
      <p:sp>
        <p:nvSpPr>
          <p:cNvPr id="27" name="Text 25">
            <a:extLst>
              <a:ext uri="{FF2B5EF4-FFF2-40B4-BE49-F238E27FC236}">
                <a16:creationId xmlns:a16="http://schemas.microsoft.com/office/drawing/2014/main" id="{9863BD9B-F5B7-AA80-9778-881DA50B23A8}"/>
              </a:ext>
            </a:extLst>
          </p:cNvPr>
          <p:cNvSpPr/>
          <p:nvPr/>
        </p:nvSpPr>
        <p:spPr>
          <a:xfrm>
            <a:off x="6675120" y="3284013"/>
            <a:ext cx="4754880" cy="420744"/>
          </a:xfrm>
          <a:prstGeom prst="rect">
            <a:avLst/>
          </a:prstGeom>
          <a:noFill/>
          <a:ln/>
        </p:spPr>
        <p:txBody>
          <a:bodyPr wrap="square" lIns="0" tIns="0" rIns="0" bIns="0" rtlCol="0" anchor="ctr"/>
          <a:lstStyle/>
          <a:p>
            <a:pPr marL="0" indent="0">
              <a:buNone/>
            </a:pPr>
            <a:r>
              <a:rPr lang="en-US" sz="1000">
                <a:solidFill>
                  <a:srgbClr val="1F2937"/>
                </a:solidFill>
                <a:latin typeface="Calibri" pitchFamily="34" charset="0"/>
                <a:ea typeface="Calibri" pitchFamily="34" charset="-122"/>
                <a:cs typeface="Calibri" pitchFamily="34" charset="-120"/>
              </a:rPr>
              <a:t>Query planner, composer, trend tools, Slack app</a:t>
            </a:r>
            <a:endParaRPr lang="en-US" sz="1000"/>
          </a:p>
        </p:txBody>
      </p:sp>
      <p:sp>
        <p:nvSpPr>
          <p:cNvPr id="28" name="Shape 26">
            <a:extLst>
              <a:ext uri="{FF2B5EF4-FFF2-40B4-BE49-F238E27FC236}">
                <a16:creationId xmlns:a16="http://schemas.microsoft.com/office/drawing/2014/main" id="{1BA412F3-1072-A2A9-6DCD-E4B9E0E3FB9E}"/>
              </a:ext>
            </a:extLst>
          </p:cNvPr>
          <p:cNvSpPr/>
          <p:nvPr/>
        </p:nvSpPr>
        <p:spPr>
          <a:xfrm>
            <a:off x="548640" y="3770081"/>
            <a:ext cx="11064240" cy="420744"/>
          </a:xfrm>
          <a:prstGeom prst="rect">
            <a:avLst/>
          </a:prstGeom>
          <a:solidFill>
            <a:srgbClr val="FFFFFF"/>
          </a:solidFill>
          <a:ln w="6350">
            <a:solidFill>
              <a:srgbClr val="E5E7EB"/>
            </a:solidFill>
            <a:prstDash val="solid"/>
          </a:ln>
        </p:spPr>
        <p:txBody>
          <a:bodyPr/>
          <a:lstStyle/>
          <a:p>
            <a:endParaRPr lang="en-IN" sz="1000"/>
          </a:p>
        </p:txBody>
      </p:sp>
      <p:sp>
        <p:nvSpPr>
          <p:cNvPr id="29" name="Text 27">
            <a:extLst>
              <a:ext uri="{FF2B5EF4-FFF2-40B4-BE49-F238E27FC236}">
                <a16:creationId xmlns:a16="http://schemas.microsoft.com/office/drawing/2014/main" id="{997520C8-DC79-AC79-493F-2CEDC4E03477}"/>
              </a:ext>
            </a:extLst>
          </p:cNvPr>
          <p:cNvSpPr/>
          <p:nvPr/>
        </p:nvSpPr>
        <p:spPr>
          <a:xfrm>
            <a:off x="777240" y="3770081"/>
            <a:ext cx="3931920" cy="420744"/>
          </a:xfrm>
          <a:prstGeom prst="rect">
            <a:avLst/>
          </a:prstGeom>
          <a:noFill/>
          <a:ln/>
        </p:spPr>
        <p:txBody>
          <a:bodyPr wrap="square" lIns="0" tIns="0" rIns="0" bIns="0" rtlCol="0" anchor="ctr"/>
          <a:lstStyle/>
          <a:p>
            <a:pPr marL="0" indent="0">
              <a:buNone/>
            </a:pPr>
            <a:r>
              <a:rPr lang="en-US" sz="1000" b="1">
                <a:solidFill>
                  <a:srgbClr val="0A1628"/>
                </a:solidFill>
                <a:latin typeface="Calibri" pitchFamily="34" charset="0"/>
                <a:ea typeface="Calibri" pitchFamily="34" charset="-122"/>
                <a:cs typeface="Calibri" pitchFamily="34" charset="-120"/>
              </a:rPr>
              <a:t>AI Engineer #2  ·  4–6 yrs</a:t>
            </a:r>
            <a:endParaRPr lang="en-US" sz="1000"/>
          </a:p>
        </p:txBody>
      </p:sp>
      <p:sp>
        <p:nvSpPr>
          <p:cNvPr id="30" name="Text 28">
            <a:extLst>
              <a:ext uri="{FF2B5EF4-FFF2-40B4-BE49-F238E27FC236}">
                <a16:creationId xmlns:a16="http://schemas.microsoft.com/office/drawing/2014/main" id="{E980CC5F-A64B-9217-EF62-2661C7B5B5F0}"/>
              </a:ext>
            </a:extLst>
          </p:cNvPr>
          <p:cNvSpPr/>
          <p:nvPr/>
        </p:nvSpPr>
        <p:spPr>
          <a:xfrm>
            <a:off x="4846320" y="3770081"/>
            <a:ext cx="1737360" cy="420744"/>
          </a:xfrm>
          <a:prstGeom prst="rect">
            <a:avLst/>
          </a:prstGeom>
          <a:noFill/>
          <a:ln/>
        </p:spPr>
        <p:txBody>
          <a:bodyPr wrap="square" lIns="0" tIns="0" rIns="0" bIns="0" rtlCol="0" anchor="ctr"/>
          <a:lstStyle/>
          <a:p>
            <a:pPr marL="0" indent="0">
              <a:buNone/>
            </a:pPr>
            <a:r>
              <a:rPr lang="en-US" sz="1000" b="1">
                <a:solidFill>
                  <a:srgbClr val="8A6A25"/>
                </a:solidFill>
                <a:latin typeface="Calibri" pitchFamily="34" charset="0"/>
                <a:ea typeface="Calibri" pitchFamily="34" charset="-122"/>
                <a:cs typeface="Calibri" pitchFamily="34" charset="-120"/>
              </a:rPr>
              <a:t>W3–16</a:t>
            </a:r>
            <a:endParaRPr lang="en-US" sz="1000"/>
          </a:p>
        </p:txBody>
      </p:sp>
      <p:sp>
        <p:nvSpPr>
          <p:cNvPr id="31" name="Text 29">
            <a:extLst>
              <a:ext uri="{FF2B5EF4-FFF2-40B4-BE49-F238E27FC236}">
                <a16:creationId xmlns:a16="http://schemas.microsoft.com/office/drawing/2014/main" id="{6CFF4F0A-C35B-1D3E-7AF3-3557C5524FEA}"/>
              </a:ext>
            </a:extLst>
          </p:cNvPr>
          <p:cNvSpPr/>
          <p:nvPr/>
        </p:nvSpPr>
        <p:spPr>
          <a:xfrm>
            <a:off x="6675120" y="3770081"/>
            <a:ext cx="4754880" cy="420744"/>
          </a:xfrm>
          <a:prstGeom prst="rect">
            <a:avLst/>
          </a:prstGeom>
          <a:noFill/>
          <a:ln/>
        </p:spPr>
        <p:txBody>
          <a:bodyPr wrap="square" lIns="0" tIns="0" rIns="0" bIns="0" rtlCol="0" anchor="ctr"/>
          <a:lstStyle/>
          <a:p>
            <a:pPr marL="0" indent="0">
              <a:buNone/>
            </a:pPr>
            <a:r>
              <a:rPr lang="en-US" sz="1000">
                <a:solidFill>
                  <a:srgbClr val="1F2937"/>
                </a:solidFill>
                <a:latin typeface="Calibri" pitchFamily="34" charset="0"/>
                <a:ea typeface="Calibri" pitchFamily="34" charset="-122"/>
                <a:cs typeface="Calibri" pitchFamily="34" charset="-120"/>
              </a:rPr>
              <a:t>Admin console, voice channel, chat client, router</a:t>
            </a:r>
            <a:endParaRPr lang="en-US" sz="1000"/>
          </a:p>
        </p:txBody>
      </p:sp>
      <p:sp>
        <p:nvSpPr>
          <p:cNvPr id="32" name="Shape 30">
            <a:extLst>
              <a:ext uri="{FF2B5EF4-FFF2-40B4-BE49-F238E27FC236}">
                <a16:creationId xmlns:a16="http://schemas.microsoft.com/office/drawing/2014/main" id="{1BEDC376-F8B5-CD9D-F7C7-183002676735}"/>
              </a:ext>
            </a:extLst>
          </p:cNvPr>
          <p:cNvSpPr/>
          <p:nvPr/>
        </p:nvSpPr>
        <p:spPr>
          <a:xfrm>
            <a:off x="548640" y="4256149"/>
            <a:ext cx="11064240" cy="420744"/>
          </a:xfrm>
          <a:prstGeom prst="rect">
            <a:avLst/>
          </a:prstGeom>
          <a:solidFill>
            <a:srgbClr val="F8F7F3"/>
          </a:solidFill>
          <a:ln w="6350">
            <a:solidFill>
              <a:srgbClr val="E5E7EB"/>
            </a:solidFill>
            <a:prstDash val="solid"/>
          </a:ln>
        </p:spPr>
        <p:txBody>
          <a:bodyPr/>
          <a:lstStyle/>
          <a:p>
            <a:endParaRPr lang="en-IN" sz="1000"/>
          </a:p>
        </p:txBody>
      </p:sp>
      <p:sp>
        <p:nvSpPr>
          <p:cNvPr id="33" name="Text 31">
            <a:extLst>
              <a:ext uri="{FF2B5EF4-FFF2-40B4-BE49-F238E27FC236}">
                <a16:creationId xmlns:a16="http://schemas.microsoft.com/office/drawing/2014/main" id="{5F266606-59E8-E745-1969-68674AC386D8}"/>
              </a:ext>
            </a:extLst>
          </p:cNvPr>
          <p:cNvSpPr/>
          <p:nvPr/>
        </p:nvSpPr>
        <p:spPr>
          <a:xfrm>
            <a:off x="777240" y="4256149"/>
            <a:ext cx="3931920" cy="420744"/>
          </a:xfrm>
          <a:prstGeom prst="rect">
            <a:avLst/>
          </a:prstGeom>
          <a:noFill/>
          <a:ln/>
        </p:spPr>
        <p:txBody>
          <a:bodyPr wrap="square" lIns="0" tIns="0" rIns="0" bIns="0" rtlCol="0" anchor="ctr"/>
          <a:lstStyle/>
          <a:p>
            <a:pPr marL="0" indent="0">
              <a:buNone/>
            </a:pPr>
            <a:r>
              <a:rPr lang="en-US" sz="1000" b="1">
                <a:solidFill>
                  <a:srgbClr val="0A1628"/>
                </a:solidFill>
                <a:latin typeface="Calibri" pitchFamily="34" charset="0"/>
                <a:ea typeface="Calibri" pitchFamily="34" charset="-122"/>
                <a:cs typeface="Calibri" pitchFamily="34" charset="-120"/>
              </a:rPr>
              <a:t>Data Engineer (ML)  ·  5–7 yrs</a:t>
            </a:r>
            <a:endParaRPr lang="en-US" sz="1000"/>
          </a:p>
        </p:txBody>
      </p:sp>
      <p:sp>
        <p:nvSpPr>
          <p:cNvPr id="34" name="Text 32">
            <a:extLst>
              <a:ext uri="{FF2B5EF4-FFF2-40B4-BE49-F238E27FC236}">
                <a16:creationId xmlns:a16="http://schemas.microsoft.com/office/drawing/2014/main" id="{6BC42D89-E694-8D72-E231-72E7AF52C7C9}"/>
              </a:ext>
            </a:extLst>
          </p:cNvPr>
          <p:cNvSpPr/>
          <p:nvPr/>
        </p:nvSpPr>
        <p:spPr>
          <a:xfrm>
            <a:off x="4846320" y="4256149"/>
            <a:ext cx="1737360" cy="420744"/>
          </a:xfrm>
          <a:prstGeom prst="rect">
            <a:avLst/>
          </a:prstGeom>
          <a:noFill/>
          <a:ln/>
        </p:spPr>
        <p:txBody>
          <a:bodyPr wrap="square" lIns="0" tIns="0" rIns="0" bIns="0" rtlCol="0" anchor="ctr"/>
          <a:lstStyle/>
          <a:p>
            <a:pPr marL="0" indent="0">
              <a:buNone/>
            </a:pPr>
            <a:r>
              <a:rPr lang="en-US" sz="1000" b="1">
                <a:solidFill>
                  <a:srgbClr val="8A6A25"/>
                </a:solidFill>
                <a:latin typeface="Calibri" pitchFamily="34" charset="0"/>
                <a:ea typeface="Calibri" pitchFamily="34" charset="-122"/>
                <a:cs typeface="Calibri" pitchFamily="34" charset="-120"/>
              </a:rPr>
              <a:t>W3–16</a:t>
            </a:r>
            <a:endParaRPr lang="en-US" sz="1000"/>
          </a:p>
        </p:txBody>
      </p:sp>
      <p:sp>
        <p:nvSpPr>
          <p:cNvPr id="35" name="Text 33">
            <a:extLst>
              <a:ext uri="{FF2B5EF4-FFF2-40B4-BE49-F238E27FC236}">
                <a16:creationId xmlns:a16="http://schemas.microsoft.com/office/drawing/2014/main" id="{11ACBE19-21B0-6F3D-3426-F3086C4AD91B}"/>
              </a:ext>
            </a:extLst>
          </p:cNvPr>
          <p:cNvSpPr/>
          <p:nvPr/>
        </p:nvSpPr>
        <p:spPr>
          <a:xfrm>
            <a:off x="6675120" y="4256149"/>
            <a:ext cx="4754880" cy="420744"/>
          </a:xfrm>
          <a:prstGeom prst="rect">
            <a:avLst/>
          </a:prstGeom>
          <a:noFill/>
          <a:ln/>
        </p:spPr>
        <p:txBody>
          <a:bodyPr wrap="square" lIns="0" tIns="0" rIns="0" bIns="0" rtlCol="0" anchor="ctr"/>
          <a:lstStyle/>
          <a:p>
            <a:pPr marL="0" indent="0">
              <a:buNone/>
            </a:pPr>
            <a:r>
              <a:rPr lang="en-US" sz="1000">
                <a:solidFill>
                  <a:srgbClr val="1F2937"/>
                </a:solidFill>
                <a:latin typeface="Calibri" pitchFamily="34" charset="0"/>
                <a:ea typeface="Calibri" pitchFamily="34" charset="-122"/>
                <a:cs typeface="Calibri" pitchFamily="34" charset="-120"/>
              </a:rPr>
              <a:t>Feature pipelines, predictive models, MLflow, scoring to Gold</a:t>
            </a:r>
            <a:endParaRPr lang="en-US" sz="1000"/>
          </a:p>
        </p:txBody>
      </p:sp>
      <p:sp>
        <p:nvSpPr>
          <p:cNvPr id="36" name="Shape 34">
            <a:extLst>
              <a:ext uri="{FF2B5EF4-FFF2-40B4-BE49-F238E27FC236}">
                <a16:creationId xmlns:a16="http://schemas.microsoft.com/office/drawing/2014/main" id="{D3B269FA-C905-E8F8-A060-9C8DC1DB2ACC}"/>
              </a:ext>
            </a:extLst>
          </p:cNvPr>
          <p:cNvSpPr/>
          <p:nvPr/>
        </p:nvSpPr>
        <p:spPr>
          <a:xfrm>
            <a:off x="585965" y="5238286"/>
            <a:ext cx="11064240" cy="420744"/>
          </a:xfrm>
          <a:prstGeom prst="rect">
            <a:avLst/>
          </a:prstGeom>
          <a:solidFill>
            <a:srgbClr val="F8F7F3"/>
          </a:solidFill>
          <a:ln w="6350">
            <a:solidFill>
              <a:srgbClr val="E5E7EB"/>
            </a:solidFill>
            <a:prstDash val="solid"/>
          </a:ln>
        </p:spPr>
        <p:txBody>
          <a:bodyPr/>
          <a:lstStyle/>
          <a:p>
            <a:endParaRPr lang="en-IN" sz="1000"/>
          </a:p>
        </p:txBody>
      </p:sp>
      <p:sp>
        <p:nvSpPr>
          <p:cNvPr id="37" name="Text 35">
            <a:extLst>
              <a:ext uri="{FF2B5EF4-FFF2-40B4-BE49-F238E27FC236}">
                <a16:creationId xmlns:a16="http://schemas.microsoft.com/office/drawing/2014/main" id="{C10D1D18-23FB-0529-D475-0E452847A651}"/>
              </a:ext>
            </a:extLst>
          </p:cNvPr>
          <p:cNvSpPr/>
          <p:nvPr/>
        </p:nvSpPr>
        <p:spPr>
          <a:xfrm>
            <a:off x="814565" y="5238286"/>
            <a:ext cx="3931920" cy="420744"/>
          </a:xfrm>
          <a:prstGeom prst="rect">
            <a:avLst/>
          </a:prstGeom>
          <a:noFill/>
          <a:ln/>
        </p:spPr>
        <p:txBody>
          <a:bodyPr wrap="square" lIns="0" tIns="0" rIns="0" bIns="0" rtlCol="0" anchor="ctr"/>
          <a:lstStyle/>
          <a:p>
            <a:pPr marL="0" indent="0">
              <a:buNone/>
            </a:pPr>
            <a:r>
              <a:rPr lang="en-US" sz="1000" b="1">
                <a:solidFill>
                  <a:srgbClr val="0A1628"/>
                </a:solidFill>
                <a:latin typeface="Calibri" pitchFamily="34" charset="0"/>
                <a:ea typeface="Calibri" pitchFamily="34" charset="-122"/>
                <a:cs typeface="Calibri" pitchFamily="34" charset="-120"/>
              </a:rPr>
              <a:t>Senior Quality Engineer  ·  5–7 yrs</a:t>
            </a:r>
            <a:endParaRPr lang="en-US" sz="1000"/>
          </a:p>
        </p:txBody>
      </p:sp>
      <p:sp>
        <p:nvSpPr>
          <p:cNvPr id="38" name="Text 36">
            <a:extLst>
              <a:ext uri="{FF2B5EF4-FFF2-40B4-BE49-F238E27FC236}">
                <a16:creationId xmlns:a16="http://schemas.microsoft.com/office/drawing/2014/main" id="{CCA64A11-0B3F-2E26-1AF2-504D009A2C71}"/>
              </a:ext>
            </a:extLst>
          </p:cNvPr>
          <p:cNvSpPr/>
          <p:nvPr/>
        </p:nvSpPr>
        <p:spPr>
          <a:xfrm>
            <a:off x="4883645" y="5238286"/>
            <a:ext cx="1737360" cy="420744"/>
          </a:xfrm>
          <a:prstGeom prst="rect">
            <a:avLst/>
          </a:prstGeom>
          <a:noFill/>
          <a:ln/>
        </p:spPr>
        <p:txBody>
          <a:bodyPr wrap="square" lIns="0" tIns="0" rIns="0" bIns="0" rtlCol="0" anchor="ctr"/>
          <a:lstStyle/>
          <a:p>
            <a:pPr marL="0" indent="0">
              <a:buNone/>
            </a:pPr>
            <a:r>
              <a:rPr lang="en-US" sz="1000" b="1">
                <a:solidFill>
                  <a:srgbClr val="8A6A25"/>
                </a:solidFill>
                <a:latin typeface="Calibri" pitchFamily="34" charset="0"/>
                <a:ea typeface="Calibri" pitchFamily="34" charset="-122"/>
                <a:cs typeface="Calibri" pitchFamily="34" charset="-120"/>
              </a:rPr>
              <a:t>W3–16</a:t>
            </a:r>
            <a:endParaRPr lang="en-US" sz="1000"/>
          </a:p>
        </p:txBody>
      </p:sp>
      <p:sp>
        <p:nvSpPr>
          <p:cNvPr id="39" name="Text 37">
            <a:extLst>
              <a:ext uri="{FF2B5EF4-FFF2-40B4-BE49-F238E27FC236}">
                <a16:creationId xmlns:a16="http://schemas.microsoft.com/office/drawing/2014/main" id="{57E6CAC3-33D4-8F7A-FFC8-9C5155298FD6}"/>
              </a:ext>
            </a:extLst>
          </p:cNvPr>
          <p:cNvSpPr/>
          <p:nvPr/>
        </p:nvSpPr>
        <p:spPr>
          <a:xfrm>
            <a:off x="6712445" y="5238286"/>
            <a:ext cx="4754880" cy="420744"/>
          </a:xfrm>
          <a:prstGeom prst="rect">
            <a:avLst/>
          </a:prstGeom>
          <a:noFill/>
          <a:ln/>
        </p:spPr>
        <p:txBody>
          <a:bodyPr wrap="square" lIns="0" tIns="0" rIns="0" bIns="0" rtlCol="0" anchor="ctr"/>
          <a:lstStyle/>
          <a:p>
            <a:pPr marL="0" indent="0">
              <a:buNone/>
            </a:pPr>
            <a:r>
              <a:rPr lang="en-US" sz="1000">
                <a:solidFill>
                  <a:srgbClr val="1F2937"/>
                </a:solidFill>
                <a:latin typeface="Calibri" pitchFamily="34" charset="0"/>
                <a:ea typeface="Calibri" pitchFamily="34" charset="-122"/>
                <a:cs typeface="Calibri" pitchFamily="34" charset="-120"/>
              </a:rPr>
              <a:t>Baseline validation harness, what-if testing, PII red-team — joins Week 4, not Week 12</a:t>
            </a:r>
            <a:endParaRPr lang="en-US" sz="1000"/>
          </a:p>
        </p:txBody>
      </p:sp>
      <p:sp>
        <p:nvSpPr>
          <p:cNvPr id="40" name="Text 38">
            <a:extLst>
              <a:ext uri="{FF2B5EF4-FFF2-40B4-BE49-F238E27FC236}">
                <a16:creationId xmlns:a16="http://schemas.microsoft.com/office/drawing/2014/main" id="{645ECFF0-C656-F5D4-232F-E8C03FE42B0C}"/>
              </a:ext>
            </a:extLst>
          </p:cNvPr>
          <p:cNvSpPr/>
          <p:nvPr/>
        </p:nvSpPr>
        <p:spPr>
          <a:xfrm>
            <a:off x="548640" y="5891602"/>
            <a:ext cx="11064240" cy="548640"/>
          </a:xfrm>
          <a:prstGeom prst="rect">
            <a:avLst/>
          </a:prstGeom>
          <a:noFill/>
          <a:ln/>
        </p:spPr>
        <p:txBody>
          <a:bodyPr wrap="square" lIns="0" tIns="0" rIns="0" bIns="0" rtlCol="0" anchor="ctr"/>
          <a:lstStyle/>
          <a:p>
            <a:pPr marL="0" indent="0">
              <a:buNone/>
            </a:pPr>
            <a:r>
              <a:rPr lang="en-US" sz="1050" i="1">
                <a:solidFill>
                  <a:srgbClr val="0A1628"/>
                </a:solidFill>
                <a:latin typeface="Calibri" pitchFamily="34" charset="0"/>
                <a:ea typeface="Calibri" pitchFamily="34" charset="-122"/>
                <a:cs typeface="Calibri" pitchFamily="34" charset="-120"/>
              </a:rPr>
              <a:t>Working rhythm: daily overlap window 8:00–9:30 AM PT · stand-up 8:30 AM PT (async option) · everything logged in the sprint board you can see any time · any blocker unresolved in 4 hours escalates to the engagement lead. Named individuals and bios in the appendix; references on request.</a:t>
            </a:r>
            <a:endParaRPr lang="en-US" sz="1050"/>
          </a:p>
        </p:txBody>
      </p:sp>
      <p:sp>
        <p:nvSpPr>
          <p:cNvPr id="41" name="Text 1">
            <a:extLst>
              <a:ext uri="{FF2B5EF4-FFF2-40B4-BE49-F238E27FC236}">
                <a16:creationId xmlns:a16="http://schemas.microsoft.com/office/drawing/2014/main" id="{AB5EC125-303D-D8E8-6372-B3CDAC99DFE8}"/>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29</a:t>
            </a:fld>
            <a:endParaRPr lang="en-US" sz="1000"/>
          </a:p>
        </p:txBody>
      </p:sp>
      <p:sp>
        <p:nvSpPr>
          <p:cNvPr id="2" name="Shape 30">
            <a:extLst>
              <a:ext uri="{FF2B5EF4-FFF2-40B4-BE49-F238E27FC236}">
                <a16:creationId xmlns:a16="http://schemas.microsoft.com/office/drawing/2014/main" id="{A7134904-517E-C1B9-D3D6-408BB10063E1}"/>
              </a:ext>
            </a:extLst>
          </p:cNvPr>
          <p:cNvSpPr/>
          <p:nvPr/>
        </p:nvSpPr>
        <p:spPr>
          <a:xfrm>
            <a:off x="566928" y="4752221"/>
            <a:ext cx="11064240" cy="420744"/>
          </a:xfrm>
          <a:prstGeom prst="rect">
            <a:avLst/>
          </a:prstGeom>
          <a:solidFill>
            <a:srgbClr val="FFFFFF"/>
          </a:solidFill>
          <a:ln w="6350">
            <a:solidFill>
              <a:srgbClr val="E5E7EB"/>
            </a:solidFill>
            <a:prstDash val="solid"/>
          </a:ln>
        </p:spPr>
        <p:txBody>
          <a:bodyPr/>
          <a:lstStyle/>
          <a:p>
            <a:endParaRPr lang="en-IN" sz="1000"/>
          </a:p>
        </p:txBody>
      </p:sp>
      <p:sp>
        <p:nvSpPr>
          <p:cNvPr id="3" name="Text 31">
            <a:extLst>
              <a:ext uri="{FF2B5EF4-FFF2-40B4-BE49-F238E27FC236}">
                <a16:creationId xmlns:a16="http://schemas.microsoft.com/office/drawing/2014/main" id="{72CAB634-8536-D863-E1DF-BBC98C44F3B9}"/>
              </a:ext>
            </a:extLst>
          </p:cNvPr>
          <p:cNvSpPr/>
          <p:nvPr/>
        </p:nvSpPr>
        <p:spPr>
          <a:xfrm>
            <a:off x="795528" y="4752221"/>
            <a:ext cx="3931920" cy="420744"/>
          </a:xfrm>
          <a:prstGeom prst="rect">
            <a:avLst/>
          </a:prstGeom>
          <a:noFill/>
          <a:ln/>
        </p:spPr>
        <p:txBody>
          <a:bodyPr wrap="square" lIns="0" tIns="0" rIns="0" bIns="0" rtlCol="0" anchor="ctr"/>
          <a:lstStyle/>
          <a:p>
            <a:pPr marL="0" indent="0">
              <a:buNone/>
            </a:pPr>
            <a:r>
              <a:rPr lang="en-US" sz="1000" b="1">
                <a:solidFill>
                  <a:srgbClr val="0A1628"/>
                </a:solidFill>
                <a:latin typeface="Calibri" pitchFamily="34" charset="0"/>
                <a:ea typeface="Calibri" pitchFamily="34" charset="-122"/>
                <a:cs typeface="Calibri" pitchFamily="34" charset="-120"/>
              </a:rPr>
              <a:t>PowerBI Developer  ·  4–6 yrs</a:t>
            </a:r>
            <a:endParaRPr lang="en-US" sz="1000"/>
          </a:p>
        </p:txBody>
      </p:sp>
      <p:sp>
        <p:nvSpPr>
          <p:cNvPr id="7" name="Text 32">
            <a:extLst>
              <a:ext uri="{FF2B5EF4-FFF2-40B4-BE49-F238E27FC236}">
                <a16:creationId xmlns:a16="http://schemas.microsoft.com/office/drawing/2014/main" id="{9426A428-BA8F-9C6F-EDD6-3E6E58488677}"/>
              </a:ext>
            </a:extLst>
          </p:cNvPr>
          <p:cNvSpPr/>
          <p:nvPr/>
        </p:nvSpPr>
        <p:spPr>
          <a:xfrm>
            <a:off x="4864608" y="4752221"/>
            <a:ext cx="1737360" cy="420744"/>
          </a:xfrm>
          <a:prstGeom prst="rect">
            <a:avLst/>
          </a:prstGeom>
          <a:noFill/>
          <a:ln/>
        </p:spPr>
        <p:txBody>
          <a:bodyPr wrap="square" lIns="0" tIns="0" rIns="0" bIns="0" rtlCol="0" anchor="ctr"/>
          <a:lstStyle/>
          <a:p>
            <a:pPr marL="0" indent="0">
              <a:buNone/>
            </a:pPr>
            <a:r>
              <a:rPr lang="en-US" sz="1000" b="1">
                <a:solidFill>
                  <a:srgbClr val="8A6A25"/>
                </a:solidFill>
                <a:latin typeface="Calibri" pitchFamily="34" charset="0"/>
                <a:ea typeface="Calibri" pitchFamily="34" charset="-122"/>
                <a:cs typeface="Calibri" pitchFamily="34" charset="-120"/>
              </a:rPr>
              <a:t>W3–16</a:t>
            </a:r>
            <a:endParaRPr lang="en-US" sz="1000"/>
          </a:p>
        </p:txBody>
      </p:sp>
      <p:sp>
        <p:nvSpPr>
          <p:cNvPr id="42" name="Text 33">
            <a:extLst>
              <a:ext uri="{FF2B5EF4-FFF2-40B4-BE49-F238E27FC236}">
                <a16:creationId xmlns:a16="http://schemas.microsoft.com/office/drawing/2014/main" id="{CFF0C2AB-BCCA-FB1F-D30B-322EDF746DF6}"/>
              </a:ext>
            </a:extLst>
          </p:cNvPr>
          <p:cNvSpPr/>
          <p:nvPr/>
        </p:nvSpPr>
        <p:spPr>
          <a:xfrm>
            <a:off x="6693408" y="4752221"/>
            <a:ext cx="4754880" cy="420744"/>
          </a:xfrm>
          <a:prstGeom prst="rect">
            <a:avLst/>
          </a:prstGeom>
          <a:noFill/>
          <a:ln/>
        </p:spPr>
        <p:txBody>
          <a:bodyPr wrap="square" lIns="0" tIns="0" rIns="0" bIns="0" rtlCol="0" anchor="ctr"/>
          <a:lstStyle/>
          <a:p>
            <a:pPr marL="0" indent="0">
              <a:buNone/>
            </a:pPr>
            <a:endParaRPr lang="en-US" sz="1000"/>
          </a:p>
        </p:txBody>
      </p:sp>
    </p:spTree>
    <p:extLst>
      <p:ext uri="{BB962C8B-B14F-4D97-AF65-F5344CB8AC3E}">
        <p14:creationId xmlns:p14="http://schemas.microsoft.com/office/powerpoint/2010/main" val="13433086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0" y="6473952"/>
            <a:ext cx="2496312" cy="274320"/>
          </a:xfrm>
          <a:prstGeom prst="rect">
            <a:avLst/>
          </a:prstGeom>
          <a:noFill/>
        </p:spPr>
        <p:txBody>
          <a:bodyPr wrap="square" lIns="0" tIns="0" rIns="0" bIns="0" anchor="t">
            <a:spAutoFit/>
          </a:bodyPr>
          <a:lstStyle/>
          <a:p>
            <a:pPr algn="r"/>
            <a:r>
              <a:rPr sz="850" b="1" i="0">
                <a:solidFill>
                  <a:srgbClr val="B8913B"/>
                </a:solidFill>
                <a:latin typeface="Georgia"/>
              </a:rPr>
              <a:t>ARTIZENT  ·  PROJECT ELEVATE</a:t>
            </a:r>
          </a:p>
        </p:txBody>
      </p:sp>
      <p:sp>
        <p:nvSpPr>
          <p:cNvPr id="3" name="TextBox 2"/>
          <p:cNvSpPr txBox="1"/>
          <p:nvPr/>
        </p:nvSpPr>
        <p:spPr>
          <a:xfrm>
            <a:off x="548640" y="201168"/>
            <a:ext cx="11064240" cy="237744"/>
          </a:xfrm>
          <a:prstGeom prst="rect">
            <a:avLst/>
          </a:prstGeom>
          <a:noFill/>
        </p:spPr>
        <p:txBody>
          <a:bodyPr wrap="square" lIns="0" tIns="0" rIns="0" bIns="0" anchor="t">
            <a:spAutoFit/>
          </a:bodyPr>
          <a:lstStyle/>
          <a:p>
            <a:pPr algn="l"/>
            <a:r>
              <a:rPr sz="1000" b="1" i="0">
                <a:solidFill>
                  <a:srgbClr val="B8913B"/>
                </a:solidFill>
                <a:latin typeface="Calibri"/>
              </a:rPr>
              <a:t>CLIENT QUESTION  ·  PREREQUISITES &amp; LICENSING</a:t>
            </a:r>
          </a:p>
        </p:txBody>
      </p:sp>
      <p:sp>
        <p:nvSpPr>
          <p:cNvPr id="4" name="TextBox 3"/>
          <p:cNvSpPr txBox="1"/>
          <p:nvPr/>
        </p:nvSpPr>
        <p:spPr>
          <a:xfrm>
            <a:off x="548640" y="438912"/>
            <a:ext cx="11064240" cy="502920"/>
          </a:xfrm>
          <a:prstGeom prst="rect">
            <a:avLst/>
          </a:prstGeom>
          <a:noFill/>
        </p:spPr>
        <p:txBody>
          <a:bodyPr wrap="square" lIns="0" tIns="0" rIns="0" bIns="0" anchor="t">
            <a:spAutoFit/>
          </a:bodyPr>
          <a:lstStyle/>
          <a:p>
            <a:pPr algn="l"/>
            <a:r>
              <a:rPr sz="2300" b="1" i="0">
                <a:solidFill>
                  <a:srgbClr val="0A1628"/>
                </a:solidFill>
                <a:latin typeface="Georgia"/>
              </a:rPr>
              <a:t>Before Week 1: what you need — and what you don’t</a:t>
            </a:r>
          </a:p>
        </p:txBody>
      </p:sp>
      <p:sp>
        <p:nvSpPr>
          <p:cNvPr id="5" name="Rectangle 4"/>
          <p:cNvSpPr/>
          <p:nvPr/>
        </p:nvSpPr>
        <p:spPr>
          <a:xfrm>
            <a:off x="566928" y="960120"/>
            <a:ext cx="1371600" cy="32004"/>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024128"/>
            <a:ext cx="11064240" cy="292608"/>
          </a:xfrm>
          <a:prstGeom prst="rect">
            <a:avLst/>
          </a:prstGeom>
          <a:noFill/>
        </p:spPr>
        <p:txBody>
          <a:bodyPr wrap="square" lIns="0" tIns="0" rIns="0" bIns="0" anchor="t">
            <a:spAutoFit/>
          </a:bodyPr>
          <a:lstStyle/>
          <a:p>
            <a:pPr algn="l"/>
            <a:r>
              <a:rPr sz="1100" b="0" i="0">
                <a:solidFill>
                  <a:srgbClr val="1F6F7A"/>
                </a:solidFill>
                <a:latin typeface="Calibri"/>
              </a:rPr>
              <a:t>Mostly settings, not purchases. And no — you do not need Claude enterprise licenses.</a:t>
            </a:r>
          </a:p>
        </p:txBody>
      </p:sp>
      <p:sp>
        <p:nvSpPr>
          <p:cNvPr id="7" name="Rounded Rectangle 6"/>
          <p:cNvSpPr/>
          <p:nvPr/>
        </p:nvSpPr>
        <p:spPr>
          <a:xfrm>
            <a:off x="548640" y="1463040"/>
            <a:ext cx="3566160" cy="4892040"/>
          </a:xfrm>
          <a:prstGeom prst="roundRect">
            <a:avLst>
              <a:gd name="adj" fmla="val 8000"/>
            </a:avLst>
          </a:prstGeom>
          <a:solidFill>
            <a:srgbClr val="F8F7F3"/>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48640" y="1572768"/>
            <a:ext cx="64008" cy="4672583"/>
          </a:xfrm>
          <a:prstGeom prst="rect">
            <a:avLst/>
          </a:prstGeom>
          <a:solidFill>
            <a:srgbClr val="1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1591056"/>
            <a:ext cx="3200400" cy="566928"/>
          </a:xfrm>
          <a:prstGeom prst="rect">
            <a:avLst/>
          </a:prstGeom>
          <a:noFill/>
        </p:spPr>
        <p:txBody>
          <a:bodyPr wrap="square" lIns="0" tIns="0" rIns="0" bIns="0" anchor="t">
            <a:spAutoFit/>
          </a:bodyPr>
          <a:lstStyle/>
          <a:p>
            <a:pPr algn="l"/>
            <a:r>
              <a:rPr sz="1150" b="1" i="0">
                <a:solidFill>
                  <a:srgbClr val="0A1628"/>
                </a:solidFill>
                <a:latin typeface="Calibri"/>
              </a:rPr>
              <a:t>You already have
(nothing to buy)</a:t>
            </a:r>
          </a:p>
        </p:txBody>
      </p:sp>
      <p:sp>
        <p:nvSpPr>
          <p:cNvPr id="10" name="TextBox 9"/>
          <p:cNvSpPr txBox="1"/>
          <p:nvPr/>
        </p:nvSpPr>
        <p:spPr>
          <a:xfrm>
            <a:off x="749808" y="2240280"/>
            <a:ext cx="3246120" cy="4023360"/>
          </a:xfrm>
          <a:prstGeom prst="rect">
            <a:avLst/>
          </a:prstGeom>
          <a:noFill/>
        </p:spPr>
        <p:txBody>
          <a:bodyPr wrap="square" lIns="0" tIns="0" rIns="0" bIns="0">
            <a:spAutoFit/>
          </a:bodyPr>
          <a:lstStyle/>
          <a:p>
            <a:pPr marL="137160" indent="-137160">
              <a:spcAft>
                <a:spcPts val="800"/>
              </a:spcAft>
              <a:buChar char="•"/>
            </a:pPr>
            <a:r>
              <a:rPr sz="900" b="0">
                <a:solidFill>
                  <a:srgbClr val="1F2937"/>
                </a:solidFill>
                <a:latin typeface="Calibri"/>
              </a:rPr>
              <a:t>Microsoft Fabric capacity + OneLake — running today</a:t>
            </a:r>
          </a:p>
          <a:p>
            <a:pPr marL="137160" indent="-137160">
              <a:spcAft>
                <a:spcPts val="800"/>
              </a:spcAft>
              <a:buChar char="•"/>
            </a:pPr>
            <a:r>
              <a:rPr sz="900" b="0">
                <a:solidFill>
                  <a:srgbClr val="1F2937"/>
                </a:solidFill>
                <a:latin typeface="Calibri"/>
              </a:rPr>
              <a:t>Power BI and the semantic models</a:t>
            </a:r>
          </a:p>
          <a:p>
            <a:pPr marL="137160" indent="-137160">
              <a:spcAft>
                <a:spcPts val="800"/>
              </a:spcAft>
              <a:buChar char="•"/>
            </a:pPr>
            <a:r>
              <a:rPr sz="900" b="0">
                <a:solidFill>
                  <a:srgbClr val="1F2937"/>
                </a:solidFill>
                <a:latin typeface="Calibri"/>
              </a:rPr>
              <a:t>Microsoft Purview</a:t>
            </a:r>
          </a:p>
          <a:p>
            <a:pPr marL="137160" indent="-137160">
              <a:spcAft>
                <a:spcPts val="800"/>
              </a:spcAft>
              <a:buChar char="•"/>
            </a:pPr>
            <a:r>
              <a:rPr sz="900" b="0">
                <a:solidFill>
                  <a:srgbClr val="1F2937"/>
                </a:solidFill>
                <a:latin typeface="Calibri"/>
              </a:rPr>
              <a:t>Entra ID for sign-in and roles</a:t>
            </a:r>
          </a:p>
          <a:p>
            <a:pPr marL="137160" indent="-137160">
              <a:spcAft>
                <a:spcPts val="800"/>
              </a:spcAft>
              <a:buChar char="•"/>
            </a:pPr>
            <a:r>
              <a:rPr sz="900" b="0">
                <a:solidFill>
                  <a:srgbClr val="1F2937"/>
                </a:solidFill>
                <a:latin typeface="Calibri"/>
              </a:rPr>
              <a:t>Copilot licenses — used where they exist; this project needs no new seats</a:t>
            </a:r>
          </a:p>
          <a:p>
            <a:pPr marL="137160" indent="-137160">
              <a:spcAft>
                <a:spcPts val="800"/>
              </a:spcAft>
              <a:buChar char="•"/>
            </a:pPr>
            <a:r>
              <a:rPr sz="900" b="0">
                <a:solidFill>
                  <a:srgbClr val="1F2937"/>
                </a:solidFill>
                <a:latin typeface="Calibri"/>
              </a:rPr>
              <a:t>Slack workspace</a:t>
            </a:r>
          </a:p>
        </p:txBody>
      </p:sp>
      <p:sp>
        <p:nvSpPr>
          <p:cNvPr id="11" name="Rounded Rectangle 10"/>
          <p:cNvSpPr/>
          <p:nvPr/>
        </p:nvSpPr>
        <p:spPr>
          <a:xfrm>
            <a:off x="4343400" y="1463040"/>
            <a:ext cx="3566160" cy="4892040"/>
          </a:xfrm>
          <a:prstGeom prst="roundRect">
            <a:avLst>
              <a:gd name="adj" fmla="val 8000"/>
            </a:avLst>
          </a:prstGeom>
          <a:solidFill>
            <a:srgbClr val="F8F7F3"/>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43400" y="1572768"/>
            <a:ext cx="64008" cy="4672583"/>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44568" y="1591056"/>
            <a:ext cx="3200400" cy="566928"/>
          </a:xfrm>
          <a:prstGeom prst="rect">
            <a:avLst/>
          </a:prstGeom>
          <a:noFill/>
        </p:spPr>
        <p:txBody>
          <a:bodyPr wrap="square" lIns="0" tIns="0" rIns="0" bIns="0" anchor="t">
            <a:spAutoFit/>
          </a:bodyPr>
          <a:lstStyle/>
          <a:p>
            <a:pPr algn="l"/>
            <a:r>
              <a:rPr sz="1150" b="1" i="0">
                <a:solidFill>
                  <a:srgbClr val="0A1628"/>
                </a:solidFill>
                <a:latin typeface="Calibri"/>
              </a:rPr>
              <a:t>Enable before Week 1
(settings — pay-per-use, no new licenses)</a:t>
            </a:r>
          </a:p>
        </p:txBody>
      </p:sp>
      <p:sp>
        <p:nvSpPr>
          <p:cNvPr id="14" name="TextBox 13"/>
          <p:cNvSpPr txBox="1"/>
          <p:nvPr/>
        </p:nvSpPr>
        <p:spPr>
          <a:xfrm>
            <a:off x="4544568" y="2240280"/>
            <a:ext cx="3246120" cy="4023360"/>
          </a:xfrm>
          <a:prstGeom prst="rect">
            <a:avLst/>
          </a:prstGeom>
          <a:noFill/>
        </p:spPr>
        <p:txBody>
          <a:bodyPr wrap="square" lIns="0" tIns="0" rIns="0" bIns="0">
            <a:spAutoFit/>
          </a:bodyPr>
          <a:lstStyle/>
          <a:p>
            <a:pPr marL="137160" indent="-137160">
              <a:spcAft>
                <a:spcPts val="800"/>
              </a:spcAft>
              <a:buChar char="•"/>
            </a:pPr>
            <a:r>
              <a:rPr sz="900" b="0">
                <a:solidFill>
                  <a:srgbClr val="1F2937"/>
                </a:solidFill>
                <a:latin typeface="Calibri"/>
              </a:rPr>
              <a:t>Azure OpenAI resource in your tenant — one-time Microsoft access approval; usage billed per use on your Azure bill</a:t>
            </a:r>
          </a:p>
          <a:p>
            <a:pPr marL="137160" indent="-137160">
              <a:spcAft>
                <a:spcPts val="800"/>
              </a:spcAft>
              <a:buChar char="•"/>
            </a:pPr>
            <a:r>
              <a:rPr sz="900" b="0">
                <a:solidFill>
                  <a:srgbClr val="1F2937"/>
                </a:solidFill>
                <a:latin typeface="Calibri"/>
              </a:rPr>
              <a:t>Azure AI Speech resource (for voice) — same model: enable once, pay per minute</a:t>
            </a:r>
          </a:p>
          <a:p>
            <a:pPr marL="137160" indent="-137160">
              <a:spcAft>
                <a:spcPts val="800"/>
              </a:spcAft>
              <a:buChar char="•"/>
            </a:pPr>
            <a:r>
              <a:rPr sz="900" b="0">
                <a:solidFill>
                  <a:srgbClr val="1F2937"/>
                </a:solidFill>
                <a:latin typeface="Calibri"/>
              </a:rPr>
              <a:t>Dev / QA / Prod workspaces and team access — your §4.1 commitment</a:t>
            </a:r>
          </a:p>
          <a:p>
            <a:pPr marL="137160" indent="-137160">
              <a:spcAft>
                <a:spcPts val="800"/>
              </a:spcAft>
              <a:buChar char="•"/>
            </a:pPr>
            <a:r>
              <a:rPr sz="900" b="0">
                <a:solidFill>
                  <a:srgbClr val="1F2937"/>
                </a:solidFill>
                <a:latin typeface="Calibri"/>
              </a:rPr>
              <a:t>Slack app approval request submitted — typical 2-week review; not on the critical path</a:t>
            </a:r>
          </a:p>
        </p:txBody>
      </p:sp>
      <p:sp>
        <p:nvSpPr>
          <p:cNvPr id="15" name="Rounded Rectangle 14"/>
          <p:cNvSpPr/>
          <p:nvPr/>
        </p:nvSpPr>
        <p:spPr>
          <a:xfrm>
            <a:off x="8138160" y="1463040"/>
            <a:ext cx="3566160" cy="4892040"/>
          </a:xfrm>
          <a:prstGeom prst="roundRect">
            <a:avLst>
              <a:gd name="adj" fmla="val 8000"/>
            </a:avLst>
          </a:prstGeom>
          <a:solidFill>
            <a:srgbClr val="F4F1EA"/>
          </a:solidFill>
          <a:ln w="9525">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138160" y="1572768"/>
            <a:ext cx="64008" cy="4672583"/>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339328" y="1591056"/>
            <a:ext cx="3200400" cy="566928"/>
          </a:xfrm>
          <a:prstGeom prst="rect">
            <a:avLst/>
          </a:prstGeom>
          <a:noFill/>
        </p:spPr>
        <p:txBody>
          <a:bodyPr wrap="square" lIns="0" tIns="0" rIns="0" bIns="0" anchor="t">
            <a:spAutoFit/>
          </a:bodyPr>
          <a:lstStyle/>
          <a:p>
            <a:pPr algn="l"/>
            <a:r>
              <a:rPr sz="1150" b="1" i="0">
                <a:solidFill>
                  <a:srgbClr val="8A6A25"/>
                </a:solidFill>
                <a:latin typeface="Calibri"/>
              </a:rPr>
              <a:t>Not needed</a:t>
            </a:r>
          </a:p>
        </p:txBody>
      </p:sp>
      <p:sp>
        <p:nvSpPr>
          <p:cNvPr id="18" name="TextBox 17"/>
          <p:cNvSpPr txBox="1"/>
          <p:nvPr/>
        </p:nvSpPr>
        <p:spPr>
          <a:xfrm>
            <a:off x="8339328" y="2240280"/>
            <a:ext cx="3246120" cy="4023360"/>
          </a:xfrm>
          <a:prstGeom prst="rect">
            <a:avLst/>
          </a:prstGeom>
          <a:noFill/>
        </p:spPr>
        <p:txBody>
          <a:bodyPr wrap="square" lIns="0" tIns="0" rIns="0" bIns="0">
            <a:spAutoFit/>
          </a:bodyPr>
          <a:lstStyle/>
          <a:p>
            <a:pPr marL="137160" indent="-137160">
              <a:spcAft>
                <a:spcPts val="800"/>
              </a:spcAft>
              <a:buChar char="•"/>
            </a:pPr>
            <a:r>
              <a:rPr sz="900" b="1">
                <a:solidFill>
                  <a:srgbClr val="1F2937"/>
                </a:solidFill>
                <a:latin typeface="Calibri"/>
              </a:rPr>
              <a:t>Claude / Anthropic enterprise licenses — the whole solution runs on Azure OpenAI inside your Microsoft stack. (The router is model-agnostic, so other providers could be added later through Azure AI Foundry, pay-per-use — but nothing in this scope requires it.)</a:t>
            </a:r>
          </a:p>
          <a:p>
            <a:pPr marL="137160" indent="-137160">
              <a:spcAft>
                <a:spcPts val="800"/>
              </a:spcAft>
              <a:buChar char="•"/>
            </a:pPr>
            <a:r>
              <a:rPr sz="900" b="0">
                <a:solidFill>
                  <a:srgbClr val="1F2937"/>
                </a:solidFill>
                <a:latin typeface="Calibri"/>
              </a:rPr>
              <a:t>Per-user AI licenses — usage is metered by consumption, not by seat</a:t>
            </a:r>
          </a:p>
          <a:p>
            <a:pPr marL="137160" indent="-137160">
              <a:spcAft>
                <a:spcPts val="800"/>
              </a:spcAft>
              <a:buChar char="•"/>
            </a:pPr>
            <a:r>
              <a:rPr sz="900" b="0">
                <a:solidFill>
                  <a:srgbClr val="1F2937"/>
                </a:solidFill>
                <a:latin typeface="Calibri"/>
              </a:rPr>
              <a:t>A bigger Fabric SKU — not assumed; we measure AI headroom on your current capacity in Week 1 and flag it only if the numbers say so</a:t>
            </a:r>
          </a:p>
        </p:txBody>
      </p:sp>
      <p:sp>
        <p:nvSpPr>
          <p:cNvPr id="19" name="Rectangle 18"/>
          <p:cNvSpPr/>
          <p:nvPr/>
        </p:nvSpPr>
        <p:spPr>
          <a:xfrm>
            <a:off x="548640" y="6400800"/>
            <a:ext cx="11064240" cy="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48640" y="6382512"/>
            <a:ext cx="11064240" cy="274320"/>
          </a:xfrm>
          <a:prstGeom prst="rect">
            <a:avLst/>
          </a:prstGeom>
          <a:noFill/>
        </p:spPr>
        <p:txBody>
          <a:bodyPr wrap="square" lIns="0" tIns="0" rIns="0" bIns="0" anchor="t">
            <a:spAutoFit/>
          </a:bodyPr>
          <a:lstStyle/>
          <a:p>
            <a:pPr algn="l"/>
            <a:r>
              <a:rPr sz="900" b="0" i="1">
                <a:solidFill>
                  <a:srgbClr val="0A1628"/>
                </a:solidFill>
                <a:latin typeface="Calibri"/>
              </a:rPr>
              <a:t>Everything above is a line on the Week-0 checklist we bring to the prep session — walked through together, owner named per item.</a:t>
            </a:r>
          </a:p>
        </p:txBody>
      </p:sp>
      <p:sp>
        <p:nvSpPr>
          <p:cNvPr id="21" name="TextBox 20"/>
          <p:cNvSpPr txBox="1"/>
          <p:nvPr/>
        </p:nvSpPr>
        <p:spPr>
          <a:xfrm>
            <a:off x="548640" y="6473952"/>
            <a:ext cx="731520" cy="274320"/>
          </a:xfrm>
          <a:prstGeom prst="rect">
            <a:avLst/>
          </a:prstGeom>
          <a:noFill/>
        </p:spPr>
        <p:txBody>
          <a:bodyPr wrap="none" lIns="0" tIns="0">
            <a:spAutoFit/>
          </a:bodyPr>
          <a:lstStyle/>
          <a:p>
            <a:fld id="{B7A4F5C1-0000-4000-8000-000000000001}" type="slidenum">
              <a:rPr sz="900">
                <a:solidFill>
                  <a:srgbClr val="B9C0CB"/>
                </a:solidFill>
                <a:latin typeface="Calibri"/>
              </a:rPr>
              <a:t>30</a:t>
            </a:fld>
            <a:endParaRPr sz="900">
              <a:solidFill>
                <a:srgbClr val="B9C0CB"/>
              </a:solidFill>
              <a:latin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COMMERCIALS</a:t>
            </a:r>
            <a:endParaRPr lang="en-US" sz="1000"/>
          </a:p>
        </p:txBody>
      </p:sp>
      <p:sp>
        <p:nvSpPr>
          <p:cNvPr id="5" name="Text 3"/>
          <p:cNvSpPr/>
          <p:nvPr/>
        </p:nvSpPr>
        <p:spPr>
          <a:xfrm>
            <a:off x="548640" y="457200"/>
            <a:ext cx="11064240" cy="548640"/>
          </a:xfrm>
          <a:prstGeom prst="rect">
            <a:avLst/>
          </a:prstGeom>
          <a:noFill/>
          <a:ln/>
        </p:spPr>
        <p:txBody>
          <a:bodyPr wrap="square" lIns="0" tIns="0" rIns="0" bIns="0" rtlCol="0" anchor="ctr"/>
          <a:lstStyle/>
          <a:p>
            <a:pPr marL="0" indent="0">
              <a:buNone/>
            </a:pPr>
            <a:r>
              <a:rPr lang="en-IN" sz="2500" b="1">
                <a:solidFill>
                  <a:srgbClr val="0A1628"/>
                </a:solidFill>
                <a:latin typeface="Georgia" pitchFamily="34" charset="0"/>
              </a:rPr>
              <a:t>Commercials</a:t>
            </a:r>
            <a:endParaRPr lang="en-US" sz="2500"/>
          </a:p>
        </p:txBody>
      </p:sp>
      <p:sp>
        <p:nvSpPr>
          <p:cNvPr id="6" name="Shape 4"/>
          <p:cNvSpPr/>
          <p:nvPr/>
        </p:nvSpPr>
        <p:spPr>
          <a:xfrm>
            <a:off x="566928" y="1024128"/>
            <a:ext cx="1371600" cy="32004"/>
          </a:xfrm>
          <a:prstGeom prst="rect">
            <a:avLst/>
          </a:prstGeom>
          <a:solidFill>
            <a:srgbClr val="B8913B"/>
          </a:solidFill>
          <a:ln/>
        </p:spPr>
        <p:txBody>
          <a:bodyPr/>
          <a:lstStyle/>
          <a:p>
            <a:endParaRPr lang="en-IN"/>
          </a:p>
        </p:txBody>
      </p:sp>
      <p:sp>
        <p:nvSpPr>
          <p:cNvPr id="41" name="Text 1">
            <a:extLst>
              <a:ext uri="{FF2B5EF4-FFF2-40B4-BE49-F238E27FC236}">
                <a16:creationId xmlns:a16="http://schemas.microsoft.com/office/drawing/2014/main" id="{870B17CA-E478-FC7D-477B-12DA109871C7}"/>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31</a:t>
            </a:fld>
            <a:endParaRPr lang="en-US" sz="1000"/>
          </a:p>
        </p:txBody>
      </p:sp>
      <p:sp>
        <p:nvSpPr>
          <p:cNvPr id="44" name="Shape 6">
            <a:extLst>
              <a:ext uri="{FF2B5EF4-FFF2-40B4-BE49-F238E27FC236}">
                <a16:creationId xmlns:a16="http://schemas.microsoft.com/office/drawing/2014/main" id="{2AA1E330-DCE2-46CB-636B-AAA05EE3AAA9}"/>
              </a:ext>
            </a:extLst>
          </p:cNvPr>
          <p:cNvSpPr/>
          <p:nvPr/>
        </p:nvSpPr>
        <p:spPr>
          <a:xfrm>
            <a:off x="548640" y="1429330"/>
            <a:ext cx="11064240" cy="329184"/>
          </a:xfrm>
          <a:prstGeom prst="roundRect">
            <a:avLst>
              <a:gd name="adj" fmla="val 11111"/>
            </a:avLst>
          </a:prstGeom>
          <a:solidFill>
            <a:srgbClr val="0A1628"/>
          </a:solidFill>
          <a:ln/>
        </p:spPr>
        <p:txBody>
          <a:bodyPr/>
          <a:lstStyle/>
          <a:p>
            <a:endParaRPr lang="en-IN" sz="1100"/>
          </a:p>
        </p:txBody>
      </p:sp>
      <p:sp>
        <p:nvSpPr>
          <p:cNvPr id="46" name="Text 7">
            <a:extLst>
              <a:ext uri="{FF2B5EF4-FFF2-40B4-BE49-F238E27FC236}">
                <a16:creationId xmlns:a16="http://schemas.microsoft.com/office/drawing/2014/main" id="{DD5DD84A-B536-9A6E-902A-BE4E87116034}"/>
              </a:ext>
            </a:extLst>
          </p:cNvPr>
          <p:cNvSpPr/>
          <p:nvPr/>
        </p:nvSpPr>
        <p:spPr>
          <a:xfrm>
            <a:off x="746760" y="1429330"/>
            <a:ext cx="936000" cy="329184"/>
          </a:xfrm>
          <a:prstGeom prst="rect">
            <a:avLst/>
          </a:prstGeom>
          <a:noFill/>
          <a:ln/>
        </p:spPr>
        <p:txBody>
          <a:bodyPr wrap="square" lIns="0" tIns="0" rIns="0" bIns="0" rtlCol="0" anchor="ctr"/>
          <a:lstStyle/>
          <a:p>
            <a:pPr marL="0" indent="0" algn="ctr">
              <a:buNone/>
            </a:pPr>
            <a:r>
              <a:rPr lang="en-US" sz="1100" b="1" kern="0" spc="100">
                <a:solidFill>
                  <a:srgbClr val="FFFFFF"/>
                </a:solidFill>
                <a:latin typeface="Calibri" pitchFamily="34" charset="0"/>
                <a:ea typeface="Calibri" pitchFamily="34" charset="-122"/>
                <a:cs typeface="Calibri" pitchFamily="34" charset="-120"/>
              </a:rPr>
              <a:t>Milestones</a:t>
            </a:r>
            <a:endParaRPr lang="en-US" sz="1100"/>
          </a:p>
        </p:txBody>
      </p:sp>
      <p:sp>
        <p:nvSpPr>
          <p:cNvPr id="48" name="Text 8">
            <a:extLst>
              <a:ext uri="{FF2B5EF4-FFF2-40B4-BE49-F238E27FC236}">
                <a16:creationId xmlns:a16="http://schemas.microsoft.com/office/drawing/2014/main" id="{AF79B837-66E2-84CE-10D9-52A368E3908D}"/>
              </a:ext>
            </a:extLst>
          </p:cNvPr>
          <p:cNvSpPr/>
          <p:nvPr/>
        </p:nvSpPr>
        <p:spPr>
          <a:xfrm>
            <a:off x="1938528" y="1429330"/>
            <a:ext cx="6768000" cy="329184"/>
          </a:xfrm>
          <a:prstGeom prst="rect">
            <a:avLst/>
          </a:prstGeom>
          <a:noFill/>
          <a:ln/>
        </p:spPr>
        <p:txBody>
          <a:bodyPr wrap="square" lIns="0" tIns="0" rIns="0" bIns="0" rtlCol="0" anchor="ctr"/>
          <a:lstStyle/>
          <a:p>
            <a:pPr marL="0" indent="0">
              <a:buNone/>
            </a:pPr>
            <a:r>
              <a:rPr lang="en-US" sz="1100" b="1" kern="0" spc="100">
                <a:solidFill>
                  <a:srgbClr val="FFFFFF"/>
                </a:solidFill>
                <a:latin typeface="Calibri" pitchFamily="34" charset="0"/>
                <a:ea typeface="Calibri" pitchFamily="34" charset="-122"/>
                <a:cs typeface="Calibri" pitchFamily="34" charset="-120"/>
              </a:rPr>
              <a:t>Description</a:t>
            </a:r>
            <a:endParaRPr lang="en-US" sz="1100"/>
          </a:p>
        </p:txBody>
      </p:sp>
      <p:sp>
        <p:nvSpPr>
          <p:cNvPr id="50" name="Text 9">
            <a:extLst>
              <a:ext uri="{FF2B5EF4-FFF2-40B4-BE49-F238E27FC236}">
                <a16:creationId xmlns:a16="http://schemas.microsoft.com/office/drawing/2014/main" id="{3955EDC9-AFD6-34BD-6B0B-7130D4547AD2}"/>
              </a:ext>
            </a:extLst>
          </p:cNvPr>
          <p:cNvSpPr/>
          <p:nvPr/>
        </p:nvSpPr>
        <p:spPr>
          <a:xfrm>
            <a:off x="10078720" y="1429330"/>
            <a:ext cx="1296000" cy="329184"/>
          </a:xfrm>
          <a:prstGeom prst="rect">
            <a:avLst/>
          </a:prstGeom>
          <a:noFill/>
          <a:ln/>
        </p:spPr>
        <p:txBody>
          <a:bodyPr wrap="square" lIns="0" tIns="0" rIns="0" bIns="0" rtlCol="0" anchor="ctr"/>
          <a:lstStyle/>
          <a:p>
            <a:pPr marL="0" indent="0" algn="ctr">
              <a:buNone/>
            </a:pPr>
            <a:r>
              <a:rPr lang="en-IN" sz="1100" b="1" kern="0" spc="100">
                <a:solidFill>
                  <a:srgbClr val="FFFFFF"/>
                </a:solidFill>
                <a:latin typeface="Calibri" pitchFamily="34" charset="0"/>
                <a:ea typeface="Calibri" pitchFamily="34" charset="-122"/>
                <a:cs typeface="Calibri" pitchFamily="34" charset="-120"/>
              </a:rPr>
              <a:t>Price (USD)</a:t>
            </a:r>
            <a:endParaRPr lang="en-US" sz="1100"/>
          </a:p>
        </p:txBody>
      </p:sp>
      <p:sp>
        <p:nvSpPr>
          <p:cNvPr id="92" name="Text 9">
            <a:extLst>
              <a:ext uri="{FF2B5EF4-FFF2-40B4-BE49-F238E27FC236}">
                <a16:creationId xmlns:a16="http://schemas.microsoft.com/office/drawing/2014/main" id="{1EC80EDF-A18F-BBC8-E517-F1049BE6AC53}"/>
              </a:ext>
            </a:extLst>
          </p:cNvPr>
          <p:cNvSpPr/>
          <p:nvPr/>
        </p:nvSpPr>
        <p:spPr>
          <a:xfrm>
            <a:off x="8971280" y="1429330"/>
            <a:ext cx="936000" cy="329184"/>
          </a:xfrm>
          <a:prstGeom prst="rect">
            <a:avLst/>
          </a:prstGeom>
          <a:noFill/>
          <a:ln/>
        </p:spPr>
        <p:txBody>
          <a:bodyPr wrap="square" lIns="0" tIns="0" rIns="0" bIns="0" rtlCol="0" anchor="ctr"/>
          <a:lstStyle/>
          <a:p>
            <a:pPr marL="0" indent="0" algn="ctr">
              <a:buNone/>
            </a:pPr>
            <a:r>
              <a:rPr lang="en-IN" sz="1100" b="1" kern="0" spc="100">
                <a:solidFill>
                  <a:srgbClr val="FFFFFF"/>
                </a:solidFill>
                <a:latin typeface="Calibri" pitchFamily="34" charset="0"/>
                <a:ea typeface="Calibri" pitchFamily="34" charset="-122"/>
                <a:cs typeface="Calibri" pitchFamily="34" charset="-120"/>
              </a:rPr>
              <a:t>Date</a:t>
            </a:r>
            <a:endParaRPr lang="en-US" sz="1100"/>
          </a:p>
        </p:txBody>
      </p:sp>
      <p:grpSp>
        <p:nvGrpSpPr>
          <p:cNvPr id="107" name="Group 106">
            <a:extLst>
              <a:ext uri="{FF2B5EF4-FFF2-40B4-BE49-F238E27FC236}">
                <a16:creationId xmlns:a16="http://schemas.microsoft.com/office/drawing/2014/main" id="{C859BE77-319E-BA78-7390-421DDF32868A}"/>
              </a:ext>
            </a:extLst>
          </p:cNvPr>
          <p:cNvGrpSpPr/>
          <p:nvPr/>
        </p:nvGrpSpPr>
        <p:grpSpPr>
          <a:xfrm>
            <a:off x="548640" y="1819915"/>
            <a:ext cx="11064240" cy="576000"/>
            <a:chOff x="548640" y="1814262"/>
            <a:chExt cx="11064240" cy="576000"/>
          </a:xfrm>
        </p:grpSpPr>
        <p:sp>
          <p:nvSpPr>
            <p:cNvPr id="52" name="Shape 10">
              <a:extLst>
                <a:ext uri="{FF2B5EF4-FFF2-40B4-BE49-F238E27FC236}">
                  <a16:creationId xmlns:a16="http://schemas.microsoft.com/office/drawing/2014/main" id="{40C47E4B-8D57-26D7-F194-DD9403946B46}"/>
                </a:ext>
              </a:extLst>
            </p:cNvPr>
            <p:cNvSpPr/>
            <p:nvPr/>
          </p:nvSpPr>
          <p:spPr>
            <a:xfrm>
              <a:off x="548640" y="1814262"/>
              <a:ext cx="11064240" cy="576000"/>
            </a:xfrm>
            <a:prstGeom prst="rect">
              <a:avLst/>
            </a:prstGeom>
            <a:solidFill>
              <a:srgbClr val="FFFFFF"/>
            </a:solidFill>
            <a:ln w="6350">
              <a:solidFill>
                <a:srgbClr val="E5E7EB"/>
              </a:solidFill>
              <a:prstDash val="solid"/>
            </a:ln>
          </p:spPr>
          <p:txBody>
            <a:bodyPr/>
            <a:lstStyle/>
            <a:p>
              <a:endParaRPr lang="en-IN" sz="1100" b="1"/>
            </a:p>
          </p:txBody>
        </p:sp>
        <p:sp>
          <p:nvSpPr>
            <p:cNvPr id="54" name="Text 11">
              <a:extLst>
                <a:ext uri="{FF2B5EF4-FFF2-40B4-BE49-F238E27FC236}">
                  <a16:creationId xmlns:a16="http://schemas.microsoft.com/office/drawing/2014/main" id="{ABA7A058-3BA3-CEBE-F349-6F8B96983927}"/>
                </a:ext>
              </a:extLst>
            </p:cNvPr>
            <p:cNvSpPr/>
            <p:nvPr/>
          </p:nvSpPr>
          <p:spPr>
            <a:xfrm>
              <a:off x="746760" y="1891890"/>
              <a:ext cx="936000" cy="420744"/>
            </a:xfrm>
            <a:prstGeom prst="rect">
              <a:avLst/>
            </a:prstGeom>
            <a:noFill/>
            <a:ln/>
          </p:spPr>
          <p:txBody>
            <a:bodyPr wrap="square" lIns="0" tIns="0" rIns="0" bIns="0" rtlCol="0" anchor="ctr"/>
            <a:lstStyle/>
            <a:p>
              <a:pPr marL="0" indent="0" algn="ctr">
                <a:buNone/>
              </a:pPr>
              <a:r>
                <a:rPr lang="en-US" sz="1100" b="1">
                  <a:solidFill>
                    <a:srgbClr val="0A1628"/>
                  </a:solidFill>
                  <a:latin typeface="Calibri" pitchFamily="34" charset="0"/>
                  <a:ea typeface="Calibri" pitchFamily="34" charset="-122"/>
                  <a:cs typeface="Calibri" pitchFamily="34" charset="-120"/>
                </a:rPr>
                <a:t>M1</a:t>
              </a:r>
              <a:endParaRPr lang="en-US" sz="1100" b="1"/>
            </a:p>
          </p:txBody>
        </p:sp>
        <p:sp>
          <p:nvSpPr>
            <p:cNvPr id="56" name="Text 12">
              <a:extLst>
                <a:ext uri="{FF2B5EF4-FFF2-40B4-BE49-F238E27FC236}">
                  <a16:creationId xmlns:a16="http://schemas.microsoft.com/office/drawing/2014/main" id="{0EE3A18A-8AD7-B48D-3029-FE2C9A3E4E8E}"/>
                </a:ext>
              </a:extLst>
            </p:cNvPr>
            <p:cNvSpPr/>
            <p:nvPr/>
          </p:nvSpPr>
          <p:spPr>
            <a:xfrm>
              <a:off x="1938528" y="1891890"/>
              <a:ext cx="6768000" cy="420744"/>
            </a:xfrm>
            <a:prstGeom prst="rect">
              <a:avLst/>
            </a:prstGeom>
            <a:noFill/>
            <a:ln/>
          </p:spPr>
          <p:txBody>
            <a:bodyPr wrap="square" lIns="0" tIns="0" rIns="0" bIns="0" rtlCol="0" anchor="ctr"/>
            <a:lstStyle/>
            <a:p>
              <a:pPr marL="0" indent="0">
                <a:buNone/>
              </a:pPr>
              <a:r>
                <a:rPr lang="en-US" sz="1100" b="1">
                  <a:solidFill>
                    <a:srgbClr val="8A6A25"/>
                  </a:solidFill>
                  <a:latin typeface="Calibri" pitchFamily="34" charset="0"/>
                  <a:ea typeface="Calibri" pitchFamily="34" charset="-122"/>
                  <a:cs typeface="Calibri" pitchFamily="34" charset="-120"/>
                </a:rPr>
                <a:t>Conduct discovery workshops, assess the Gold layer, validate the semantic model, refine the data dictionary, reverse engineer existing Power BI reports, and finalize the AI solution architecture and implementation roadmap.</a:t>
              </a:r>
              <a:endParaRPr lang="en-US" sz="1100" b="1"/>
            </a:p>
          </p:txBody>
        </p:sp>
        <p:sp>
          <p:nvSpPr>
            <p:cNvPr id="58" name="Text 13">
              <a:extLst>
                <a:ext uri="{FF2B5EF4-FFF2-40B4-BE49-F238E27FC236}">
                  <a16:creationId xmlns:a16="http://schemas.microsoft.com/office/drawing/2014/main" id="{1E62100C-9BEA-15A3-F8DF-F57D86158E45}"/>
                </a:ext>
              </a:extLst>
            </p:cNvPr>
            <p:cNvSpPr/>
            <p:nvPr/>
          </p:nvSpPr>
          <p:spPr>
            <a:xfrm>
              <a:off x="10078720" y="1891890"/>
              <a:ext cx="1296000" cy="420744"/>
            </a:xfrm>
            <a:prstGeom prst="rect">
              <a:avLst/>
            </a:prstGeom>
            <a:noFill/>
            <a:ln/>
          </p:spPr>
          <p:txBody>
            <a:bodyPr wrap="square" lIns="0" tIns="0" rIns="0" bIns="0" rtlCol="0" anchor="ctr"/>
            <a:lstStyle/>
            <a:p>
              <a:pPr marL="0" indent="0" algn="ctr">
                <a:buNone/>
              </a:pPr>
              <a:r>
                <a:rPr lang="en-US" sz="1100" b="1">
                  <a:solidFill>
                    <a:srgbClr val="1F2937"/>
                  </a:solidFill>
                  <a:latin typeface="Calibri" pitchFamily="34" charset="0"/>
                  <a:ea typeface="Calibri" pitchFamily="34" charset="-122"/>
                  <a:cs typeface="Calibri" pitchFamily="34" charset="-120"/>
                </a:rPr>
                <a:t>$46,736</a:t>
              </a:r>
              <a:endParaRPr lang="en-US" sz="1100" b="1"/>
            </a:p>
          </p:txBody>
        </p:sp>
        <p:sp>
          <p:nvSpPr>
            <p:cNvPr id="94" name="Text 13">
              <a:extLst>
                <a:ext uri="{FF2B5EF4-FFF2-40B4-BE49-F238E27FC236}">
                  <a16:creationId xmlns:a16="http://schemas.microsoft.com/office/drawing/2014/main" id="{C8DD694E-014D-34B6-AA5D-46F4C782824C}"/>
                </a:ext>
              </a:extLst>
            </p:cNvPr>
            <p:cNvSpPr/>
            <p:nvPr/>
          </p:nvSpPr>
          <p:spPr>
            <a:xfrm>
              <a:off x="8971280" y="1891890"/>
              <a:ext cx="936000" cy="420744"/>
            </a:xfrm>
            <a:prstGeom prst="rect">
              <a:avLst/>
            </a:prstGeom>
            <a:noFill/>
            <a:ln/>
          </p:spPr>
          <p:txBody>
            <a:bodyPr wrap="square" lIns="0" tIns="0" rIns="0" bIns="0" rtlCol="0" anchor="ctr"/>
            <a:lstStyle/>
            <a:p>
              <a:pPr marL="0" indent="0" algn="ctr">
                <a:buNone/>
              </a:pPr>
              <a:r>
                <a:rPr lang="en-US" sz="1100" b="1">
                  <a:solidFill>
                    <a:srgbClr val="1F2937"/>
                  </a:solidFill>
                  <a:latin typeface="Calibri" pitchFamily="34" charset="0"/>
                  <a:ea typeface="Calibri" pitchFamily="34" charset="-122"/>
                  <a:cs typeface="Calibri" pitchFamily="34" charset="-120"/>
                </a:rPr>
                <a:t>Week 4</a:t>
              </a:r>
              <a:endParaRPr lang="en-US" sz="1100" b="1"/>
            </a:p>
          </p:txBody>
        </p:sp>
      </p:grpSp>
      <p:grpSp>
        <p:nvGrpSpPr>
          <p:cNvPr id="106" name="Group 105">
            <a:extLst>
              <a:ext uri="{FF2B5EF4-FFF2-40B4-BE49-F238E27FC236}">
                <a16:creationId xmlns:a16="http://schemas.microsoft.com/office/drawing/2014/main" id="{898928FB-C693-FF30-47AE-CEA6F3C45BD1}"/>
              </a:ext>
            </a:extLst>
          </p:cNvPr>
          <p:cNvGrpSpPr/>
          <p:nvPr/>
        </p:nvGrpSpPr>
        <p:grpSpPr>
          <a:xfrm>
            <a:off x="548640" y="2457316"/>
            <a:ext cx="11064240" cy="576000"/>
            <a:chOff x="548640" y="2519780"/>
            <a:chExt cx="11064240" cy="576000"/>
          </a:xfrm>
        </p:grpSpPr>
        <p:sp>
          <p:nvSpPr>
            <p:cNvPr id="60" name="Shape 14">
              <a:extLst>
                <a:ext uri="{FF2B5EF4-FFF2-40B4-BE49-F238E27FC236}">
                  <a16:creationId xmlns:a16="http://schemas.microsoft.com/office/drawing/2014/main" id="{14E46C60-39CD-11C7-7DD6-ACD48A7D86F8}"/>
                </a:ext>
              </a:extLst>
            </p:cNvPr>
            <p:cNvSpPr/>
            <p:nvPr/>
          </p:nvSpPr>
          <p:spPr>
            <a:xfrm>
              <a:off x="548640" y="2519780"/>
              <a:ext cx="11064240" cy="576000"/>
            </a:xfrm>
            <a:prstGeom prst="rect">
              <a:avLst/>
            </a:prstGeom>
            <a:solidFill>
              <a:srgbClr val="F8F7F3"/>
            </a:solidFill>
            <a:ln w="6350">
              <a:solidFill>
                <a:srgbClr val="E5E7EB"/>
              </a:solidFill>
              <a:prstDash val="solid"/>
            </a:ln>
          </p:spPr>
          <p:txBody>
            <a:bodyPr/>
            <a:lstStyle/>
            <a:p>
              <a:endParaRPr lang="en-IN" sz="1100" b="1"/>
            </a:p>
          </p:txBody>
        </p:sp>
        <p:sp>
          <p:nvSpPr>
            <p:cNvPr id="62" name="Text 15">
              <a:extLst>
                <a:ext uri="{FF2B5EF4-FFF2-40B4-BE49-F238E27FC236}">
                  <a16:creationId xmlns:a16="http://schemas.microsoft.com/office/drawing/2014/main" id="{918D934F-D778-800D-6BE6-330C812D53FA}"/>
                </a:ext>
              </a:extLst>
            </p:cNvPr>
            <p:cNvSpPr/>
            <p:nvPr/>
          </p:nvSpPr>
          <p:spPr>
            <a:xfrm>
              <a:off x="746760" y="2597408"/>
              <a:ext cx="936000" cy="420744"/>
            </a:xfrm>
            <a:prstGeom prst="rect">
              <a:avLst/>
            </a:prstGeom>
            <a:noFill/>
            <a:ln/>
          </p:spPr>
          <p:txBody>
            <a:bodyPr wrap="square" lIns="0" tIns="0" rIns="0" bIns="0" rtlCol="0" anchor="ctr"/>
            <a:lstStyle/>
            <a:p>
              <a:pPr marL="0" indent="0" algn="ctr">
                <a:buNone/>
              </a:pPr>
              <a:r>
                <a:rPr lang="en-US" sz="1100" b="1">
                  <a:solidFill>
                    <a:srgbClr val="0A1628"/>
                  </a:solidFill>
                  <a:latin typeface="Calibri" pitchFamily="34" charset="0"/>
                  <a:ea typeface="Calibri" pitchFamily="34" charset="-122"/>
                  <a:cs typeface="Calibri" pitchFamily="34" charset="-120"/>
                </a:rPr>
                <a:t>M2</a:t>
              </a:r>
              <a:endParaRPr lang="en-US" sz="1100" b="1"/>
            </a:p>
          </p:txBody>
        </p:sp>
        <p:sp>
          <p:nvSpPr>
            <p:cNvPr id="64" name="Text 16">
              <a:extLst>
                <a:ext uri="{FF2B5EF4-FFF2-40B4-BE49-F238E27FC236}">
                  <a16:creationId xmlns:a16="http://schemas.microsoft.com/office/drawing/2014/main" id="{643D4252-8D57-A028-AA33-7087620F8D43}"/>
                </a:ext>
              </a:extLst>
            </p:cNvPr>
            <p:cNvSpPr/>
            <p:nvPr/>
          </p:nvSpPr>
          <p:spPr>
            <a:xfrm>
              <a:off x="1938528" y="2597408"/>
              <a:ext cx="6768000" cy="420744"/>
            </a:xfrm>
            <a:prstGeom prst="rect">
              <a:avLst/>
            </a:prstGeom>
            <a:noFill/>
            <a:ln/>
          </p:spPr>
          <p:txBody>
            <a:bodyPr wrap="square" lIns="0" tIns="0" rIns="0" bIns="0" rtlCol="0" anchor="ctr"/>
            <a:lstStyle/>
            <a:p>
              <a:pPr marL="0" indent="0">
                <a:buNone/>
              </a:pPr>
              <a:r>
                <a:rPr lang="en-US" sz="1100" b="1">
                  <a:solidFill>
                    <a:srgbClr val="8A6A25"/>
                  </a:solidFill>
                  <a:latin typeface="Calibri" pitchFamily="34" charset="0"/>
                  <a:ea typeface="Calibri" pitchFamily="34" charset="-122"/>
                  <a:cs typeface="Calibri" pitchFamily="34" charset="-120"/>
                </a:rPr>
                <a:t>Build the core AI assistant with conversational NLQ capabilities while implementing governance, security, RBAC, responsible AI guardrails, and multi-channel interfaces.</a:t>
              </a:r>
              <a:endParaRPr lang="en-US" sz="1100" b="1"/>
            </a:p>
          </p:txBody>
        </p:sp>
        <p:sp>
          <p:nvSpPr>
            <p:cNvPr id="66" name="Text 17">
              <a:extLst>
                <a:ext uri="{FF2B5EF4-FFF2-40B4-BE49-F238E27FC236}">
                  <a16:creationId xmlns:a16="http://schemas.microsoft.com/office/drawing/2014/main" id="{F0A0682F-8655-BF0A-41F6-E351B3F69E9D}"/>
                </a:ext>
              </a:extLst>
            </p:cNvPr>
            <p:cNvSpPr/>
            <p:nvPr/>
          </p:nvSpPr>
          <p:spPr>
            <a:xfrm>
              <a:off x="10078720" y="2597408"/>
              <a:ext cx="1296000" cy="420744"/>
            </a:xfrm>
            <a:prstGeom prst="rect">
              <a:avLst/>
            </a:prstGeom>
            <a:noFill/>
            <a:ln/>
          </p:spPr>
          <p:txBody>
            <a:bodyPr wrap="square" lIns="0" tIns="0" rIns="0" bIns="0" rtlCol="0" anchor="ctr"/>
            <a:lstStyle/>
            <a:p>
              <a:pPr marL="0" indent="0" algn="ctr">
                <a:buNone/>
              </a:pPr>
              <a:r>
                <a:rPr lang="en-US" sz="1100" b="1">
                  <a:solidFill>
                    <a:srgbClr val="1F2937"/>
                  </a:solidFill>
                  <a:latin typeface="Calibri" pitchFamily="34" charset="0"/>
                  <a:ea typeface="Calibri" pitchFamily="34" charset="-122"/>
                  <a:cs typeface="Calibri" pitchFamily="34" charset="-120"/>
                </a:rPr>
                <a:t>$70,104</a:t>
              </a:r>
              <a:endParaRPr lang="en-US" sz="1100" b="1"/>
            </a:p>
          </p:txBody>
        </p:sp>
        <p:sp>
          <p:nvSpPr>
            <p:cNvPr id="96" name="Text 17">
              <a:extLst>
                <a:ext uri="{FF2B5EF4-FFF2-40B4-BE49-F238E27FC236}">
                  <a16:creationId xmlns:a16="http://schemas.microsoft.com/office/drawing/2014/main" id="{CE9DCA86-F69B-89E3-CF6A-9D5C1E6B0C34}"/>
                </a:ext>
              </a:extLst>
            </p:cNvPr>
            <p:cNvSpPr/>
            <p:nvPr/>
          </p:nvSpPr>
          <p:spPr>
            <a:xfrm>
              <a:off x="8971280" y="2597408"/>
              <a:ext cx="936000" cy="420744"/>
            </a:xfrm>
            <a:prstGeom prst="rect">
              <a:avLst/>
            </a:prstGeom>
            <a:noFill/>
            <a:ln/>
          </p:spPr>
          <p:txBody>
            <a:bodyPr wrap="square" lIns="0" tIns="0" rIns="0" bIns="0" rtlCol="0" anchor="ctr"/>
            <a:lstStyle/>
            <a:p>
              <a:pPr marL="0" indent="0" algn="ctr">
                <a:buNone/>
              </a:pPr>
              <a:r>
                <a:rPr lang="en-US" sz="1100" b="1">
                  <a:solidFill>
                    <a:srgbClr val="1F2937"/>
                  </a:solidFill>
                  <a:latin typeface="Calibri" pitchFamily="34" charset="0"/>
                  <a:ea typeface="Calibri" pitchFamily="34" charset="-122"/>
                  <a:cs typeface="Calibri" pitchFamily="34" charset="-120"/>
                </a:rPr>
                <a:t>Week 8</a:t>
              </a:r>
              <a:endParaRPr lang="en-US" sz="1100" b="1"/>
            </a:p>
          </p:txBody>
        </p:sp>
      </p:grpSp>
      <p:grpSp>
        <p:nvGrpSpPr>
          <p:cNvPr id="105" name="Group 104">
            <a:extLst>
              <a:ext uri="{FF2B5EF4-FFF2-40B4-BE49-F238E27FC236}">
                <a16:creationId xmlns:a16="http://schemas.microsoft.com/office/drawing/2014/main" id="{E403BCE4-E9FE-5573-CA15-CEC2426D918E}"/>
              </a:ext>
            </a:extLst>
          </p:cNvPr>
          <p:cNvGrpSpPr/>
          <p:nvPr/>
        </p:nvGrpSpPr>
        <p:grpSpPr>
          <a:xfrm>
            <a:off x="548640" y="3094717"/>
            <a:ext cx="11064240" cy="576000"/>
            <a:chOff x="548640" y="3224413"/>
            <a:chExt cx="11064240" cy="576000"/>
          </a:xfrm>
        </p:grpSpPr>
        <p:sp>
          <p:nvSpPr>
            <p:cNvPr id="68" name="Shape 18">
              <a:extLst>
                <a:ext uri="{FF2B5EF4-FFF2-40B4-BE49-F238E27FC236}">
                  <a16:creationId xmlns:a16="http://schemas.microsoft.com/office/drawing/2014/main" id="{95D4D9AB-AECB-D62D-7346-18F4F3348F89}"/>
                </a:ext>
              </a:extLst>
            </p:cNvPr>
            <p:cNvSpPr/>
            <p:nvPr/>
          </p:nvSpPr>
          <p:spPr>
            <a:xfrm>
              <a:off x="548640" y="3224413"/>
              <a:ext cx="11064240" cy="576000"/>
            </a:xfrm>
            <a:prstGeom prst="rect">
              <a:avLst/>
            </a:prstGeom>
            <a:solidFill>
              <a:srgbClr val="FFFFFF"/>
            </a:solidFill>
            <a:ln w="6350">
              <a:solidFill>
                <a:srgbClr val="E5E7EB"/>
              </a:solidFill>
              <a:prstDash val="solid"/>
            </a:ln>
          </p:spPr>
          <p:txBody>
            <a:bodyPr/>
            <a:lstStyle/>
            <a:p>
              <a:endParaRPr lang="en-IN" sz="1100" b="1"/>
            </a:p>
          </p:txBody>
        </p:sp>
        <p:sp>
          <p:nvSpPr>
            <p:cNvPr id="70" name="Text 19">
              <a:extLst>
                <a:ext uri="{FF2B5EF4-FFF2-40B4-BE49-F238E27FC236}">
                  <a16:creationId xmlns:a16="http://schemas.microsoft.com/office/drawing/2014/main" id="{CFF7CD41-D2D3-B16E-4BAD-71E4A6F027FA}"/>
                </a:ext>
              </a:extLst>
            </p:cNvPr>
            <p:cNvSpPr/>
            <p:nvPr/>
          </p:nvSpPr>
          <p:spPr>
            <a:xfrm>
              <a:off x="746760" y="3302041"/>
              <a:ext cx="936000" cy="420744"/>
            </a:xfrm>
            <a:prstGeom prst="rect">
              <a:avLst/>
            </a:prstGeom>
            <a:noFill/>
            <a:ln/>
          </p:spPr>
          <p:txBody>
            <a:bodyPr wrap="square" lIns="0" tIns="0" rIns="0" bIns="0" rtlCol="0" anchor="ctr"/>
            <a:lstStyle/>
            <a:p>
              <a:pPr marL="0" indent="0" algn="ctr">
                <a:buNone/>
              </a:pPr>
              <a:r>
                <a:rPr lang="en-US" sz="1100" b="1">
                  <a:solidFill>
                    <a:srgbClr val="0A1628"/>
                  </a:solidFill>
                  <a:latin typeface="Calibri" pitchFamily="34" charset="0"/>
                  <a:ea typeface="Calibri" pitchFamily="34" charset="-122"/>
                  <a:cs typeface="Calibri" pitchFamily="34" charset="-120"/>
                </a:rPr>
                <a:t>M3</a:t>
              </a:r>
              <a:endParaRPr lang="en-US" sz="1100" b="1"/>
            </a:p>
          </p:txBody>
        </p:sp>
        <p:sp>
          <p:nvSpPr>
            <p:cNvPr id="72" name="Text 20">
              <a:extLst>
                <a:ext uri="{FF2B5EF4-FFF2-40B4-BE49-F238E27FC236}">
                  <a16:creationId xmlns:a16="http://schemas.microsoft.com/office/drawing/2014/main" id="{891AA8EF-ECD0-987E-689B-ED912E0F2DA3}"/>
                </a:ext>
              </a:extLst>
            </p:cNvPr>
            <p:cNvSpPr/>
            <p:nvPr/>
          </p:nvSpPr>
          <p:spPr>
            <a:xfrm>
              <a:off x="1938528" y="3302041"/>
              <a:ext cx="6768000" cy="420744"/>
            </a:xfrm>
            <a:prstGeom prst="rect">
              <a:avLst/>
            </a:prstGeom>
            <a:noFill/>
            <a:ln/>
          </p:spPr>
          <p:txBody>
            <a:bodyPr wrap="square" lIns="0" tIns="0" rIns="0" bIns="0" rtlCol="0" anchor="ctr"/>
            <a:lstStyle/>
            <a:p>
              <a:pPr marL="0" indent="0">
                <a:buNone/>
              </a:pPr>
              <a:r>
                <a:rPr lang="en-US" sz="1100" b="1">
                  <a:solidFill>
                    <a:srgbClr val="8A6A25"/>
                  </a:solidFill>
                  <a:latin typeface="Calibri" pitchFamily="34" charset="0"/>
                  <a:ea typeface="Calibri" pitchFamily="34" charset="-122"/>
                  <a:cs typeface="Calibri" pitchFamily="34" charset="-120"/>
                </a:rPr>
                <a:t>Develop trend analysis, predictive insights, persona-based analytics, and implement model management with intelligent routing and cost optimization.</a:t>
              </a:r>
              <a:endParaRPr lang="en-US" sz="1100" b="1"/>
            </a:p>
          </p:txBody>
        </p:sp>
        <p:sp>
          <p:nvSpPr>
            <p:cNvPr id="74" name="Text 21">
              <a:extLst>
                <a:ext uri="{FF2B5EF4-FFF2-40B4-BE49-F238E27FC236}">
                  <a16:creationId xmlns:a16="http://schemas.microsoft.com/office/drawing/2014/main" id="{820AB25D-910D-2E44-4D3C-034F9F06B605}"/>
                </a:ext>
              </a:extLst>
            </p:cNvPr>
            <p:cNvSpPr/>
            <p:nvPr/>
          </p:nvSpPr>
          <p:spPr>
            <a:xfrm>
              <a:off x="10078720" y="3302041"/>
              <a:ext cx="1296000" cy="420744"/>
            </a:xfrm>
            <a:prstGeom prst="rect">
              <a:avLst/>
            </a:prstGeom>
            <a:noFill/>
            <a:ln/>
          </p:spPr>
          <p:txBody>
            <a:bodyPr wrap="square" lIns="0" tIns="0" rIns="0" bIns="0" rtlCol="0" anchor="ctr"/>
            <a:lstStyle/>
            <a:p>
              <a:pPr marL="0" indent="0" algn="ctr">
                <a:buNone/>
              </a:pPr>
              <a:r>
                <a:rPr lang="en-US" sz="1100" b="1">
                  <a:solidFill>
                    <a:srgbClr val="1F2937"/>
                  </a:solidFill>
                  <a:latin typeface="Calibri" pitchFamily="34" charset="0"/>
                  <a:ea typeface="Calibri" pitchFamily="34" charset="-122"/>
                  <a:cs typeface="Calibri" pitchFamily="34" charset="-120"/>
                </a:rPr>
                <a:t>$70,104</a:t>
              </a:r>
              <a:endParaRPr lang="en-US" sz="1100" b="1"/>
            </a:p>
          </p:txBody>
        </p:sp>
        <p:sp>
          <p:nvSpPr>
            <p:cNvPr id="98" name="Text 21">
              <a:extLst>
                <a:ext uri="{FF2B5EF4-FFF2-40B4-BE49-F238E27FC236}">
                  <a16:creationId xmlns:a16="http://schemas.microsoft.com/office/drawing/2014/main" id="{690F2AC2-1BC7-D379-B4DD-11F85F572C46}"/>
                </a:ext>
              </a:extLst>
            </p:cNvPr>
            <p:cNvSpPr/>
            <p:nvPr/>
          </p:nvSpPr>
          <p:spPr>
            <a:xfrm>
              <a:off x="8971280" y="3302041"/>
              <a:ext cx="936000" cy="420744"/>
            </a:xfrm>
            <a:prstGeom prst="rect">
              <a:avLst/>
            </a:prstGeom>
            <a:noFill/>
            <a:ln/>
          </p:spPr>
          <p:txBody>
            <a:bodyPr wrap="square" lIns="0" tIns="0" rIns="0" bIns="0" rtlCol="0" anchor="ctr"/>
            <a:lstStyle/>
            <a:p>
              <a:pPr marL="0" indent="0" algn="ctr">
                <a:buNone/>
              </a:pPr>
              <a:r>
                <a:rPr lang="en-US" sz="1100" b="1">
                  <a:solidFill>
                    <a:srgbClr val="1F2937"/>
                  </a:solidFill>
                  <a:latin typeface="Calibri" pitchFamily="34" charset="0"/>
                  <a:ea typeface="Calibri" pitchFamily="34" charset="-122"/>
                  <a:cs typeface="Calibri" pitchFamily="34" charset="-120"/>
                </a:rPr>
                <a:t>Week 12</a:t>
              </a:r>
              <a:endParaRPr lang="en-US" sz="1100" b="1"/>
            </a:p>
          </p:txBody>
        </p:sp>
      </p:grpSp>
      <p:grpSp>
        <p:nvGrpSpPr>
          <p:cNvPr id="104" name="Group 103">
            <a:extLst>
              <a:ext uri="{FF2B5EF4-FFF2-40B4-BE49-F238E27FC236}">
                <a16:creationId xmlns:a16="http://schemas.microsoft.com/office/drawing/2014/main" id="{F3E68B7C-A0AC-A771-BC1A-0A6BB5F910D9}"/>
              </a:ext>
            </a:extLst>
          </p:cNvPr>
          <p:cNvGrpSpPr/>
          <p:nvPr/>
        </p:nvGrpSpPr>
        <p:grpSpPr>
          <a:xfrm>
            <a:off x="548640" y="3732118"/>
            <a:ext cx="11064240" cy="576000"/>
            <a:chOff x="548640" y="3929046"/>
            <a:chExt cx="11064240" cy="576000"/>
          </a:xfrm>
        </p:grpSpPr>
        <p:sp>
          <p:nvSpPr>
            <p:cNvPr id="76" name="Shape 22">
              <a:extLst>
                <a:ext uri="{FF2B5EF4-FFF2-40B4-BE49-F238E27FC236}">
                  <a16:creationId xmlns:a16="http://schemas.microsoft.com/office/drawing/2014/main" id="{40417FDF-9E95-CD25-5081-2284E1EC3017}"/>
                </a:ext>
              </a:extLst>
            </p:cNvPr>
            <p:cNvSpPr/>
            <p:nvPr/>
          </p:nvSpPr>
          <p:spPr>
            <a:xfrm>
              <a:off x="548640" y="3929046"/>
              <a:ext cx="11064240" cy="576000"/>
            </a:xfrm>
            <a:prstGeom prst="rect">
              <a:avLst/>
            </a:prstGeom>
            <a:solidFill>
              <a:srgbClr val="F8F7F3"/>
            </a:solidFill>
            <a:ln w="6350">
              <a:solidFill>
                <a:srgbClr val="E5E7EB"/>
              </a:solidFill>
              <a:prstDash val="solid"/>
            </a:ln>
          </p:spPr>
          <p:txBody>
            <a:bodyPr/>
            <a:lstStyle/>
            <a:p>
              <a:endParaRPr lang="en-IN" sz="1100" b="1"/>
            </a:p>
          </p:txBody>
        </p:sp>
        <p:sp>
          <p:nvSpPr>
            <p:cNvPr id="78" name="Text 23">
              <a:extLst>
                <a:ext uri="{FF2B5EF4-FFF2-40B4-BE49-F238E27FC236}">
                  <a16:creationId xmlns:a16="http://schemas.microsoft.com/office/drawing/2014/main" id="{40E3BBCB-F3F4-CC33-9E33-7B832DBF6D70}"/>
                </a:ext>
              </a:extLst>
            </p:cNvPr>
            <p:cNvSpPr/>
            <p:nvPr/>
          </p:nvSpPr>
          <p:spPr>
            <a:xfrm>
              <a:off x="746760" y="4006674"/>
              <a:ext cx="936000" cy="420744"/>
            </a:xfrm>
            <a:prstGeom prst="rect">
              <a:avLst/>
            </a:prstGeom>
            <a:noFill/>
            <a:ln/>
          </p:spPr>
          <p:txBody>
            <a:bodyPr wrap="square" lIns="0" tIns="0" rIns="0" bIns="0" rtlCol="0" anchor="ctr"/>
            <a:lstStyle/>
            <a:p>
              <a:pPr marL="0" indent="0" algn="ctr">
                <a:buNone/>
              </a:pPr>
              <a:r>
                <a:rPr lang="en-US" sz="1100" b="1">
                  <a:solidFill>
                    <a:srgbClr val="0A1628"/>
                  </a:solidFill>
                  <a:latin typeface="Calibri" pitchFamily="34" charset="0"/>
                  <a:ea typeface="Calibri" pitchFamily="34" charset="-122"/>
                  <a:cs typeface="Calibri" pitchFamily="34" charset="-120"/>
                </a:rPr>
                <a:t>M4</a:t>
              </a:r>
              <a:endParaRPr lang="en-US" sz="1100" b="1"/>
            </a:p>
          </p:txBody>
        </p:sp>
        <p:sp>
          <p:nvSpPr>
            <p:cNvPr id="80" name="Text 24">
              <a:extLst>
                <a:ext uri="{FF2B5EF4-FFF2-40B4-BE49-F238E27FC236}">
                  <a16:creationId xmlns:a16="http://schemas.microsoft.com/office/drawing/2014/main" id="{52E67FF1-9C76-03C8-661C-9BE1903DCAE8}"/>
                </a:ext>
              </a:extLst>
            </p:cNvPr>
            <p:cNvSpPr/>
            <p:nvPr/>
          </p:nvSpPr>
          <p:spPr>
            <a:xfrm>
              <a:off x="1938528" y="4006674"/>
              <a:ext cx="6768000" cy="420744"/>
            </a:xfrm>
            <a:prstGeom prst="rect">
              <a:avLst/>
            </a:prstGeom>
            <a:noFill/>
            <a:ln/>
          </p:spPr>
          <p:txBody>
            <a:bodyPr wrap="square" lIns="0" tIns="0" rIns="0" bIns="0" rtlCol="0" anchor="ctr"/>
            <a:lstStyle/>
            <a:p>
              <a:pPr marL="0" indent="0">
                <a:buNone/>
              </a:pPr>
              <a:r>
                <a:rPr lang="en-US" sz="1100" b="1">
                  <a:solidFill>
                    <a:srgbClr val="8A6A25"/>
                  </a:solidFill>
                  <a:latin typeface="Calibri" pitchFamily="34" charset="0"/>
                  <a:ea typeface="Calibri" pitchFamily="34" charset="-122"/>
                  <a:cs typeface="Calibri" pitchFamily="34" charset="-120"/>
                </a:rPr>
                <a:t>Validate the solution against the predefined question bank, complete UAT, train business users, and deploy the AI assistant to production with </a:t>
              </a:r>
              <a:r>
                <a:rPr lang="en-US" sz="1100" b="1" err="1">
                  <a:solidFill>
                    <a:srgbClr val="8A6A25"/>
                  </a:solidFill>
                  <a:latin typeface="Calibri" pitchFamily="34" charset="0"/>
                  <a:ea typeface="Calibri" pitchFamily="34" charset="-122"/>
                  <a:cs typeface="Calibri" pitchFamily="34" charset="-120"/>
                </a:rPr>
                <a:t>hypercare</a:t>
              </a:r>
              <a:r>
                <a:rPr lang="en-US" sz="1100" b="1">
                  <a:solidFill>
                    <a:srgbClr val="8A6A25"/>
                  </a:solidFill>
                  <a:latin typeface="Calibri" pitchFamily="34" charset="0"/>
                  <a:ea typeface="Calibri" pitchFamily="34" charset="-122"/>
                  <a:cs typeface="Calibri" pitchFamily="34" charset="-120"/>
                </a:rPr>
                <a:t> support.</a:t>
              </a:r>
              <a:endParaRPr lang="en-US" sz="1100" b="1"/>
            </a:p>
          </p:txBody>
        </p:sp>
        <p:sp>
          <p:nvSpPr>
            <p:cNvPr id="82" name="Text 25">
              <a:extLst>
                <a:ext uri="{FF2B5EF4-FFF2-40B4-BE49-F238E27FC236}">
                  <a16:creationId xmlns:a16="http://schemas.microsoft.com/office/drawing/2014/main" id="{E9FF169F-4CFD-EB78-56A1-F5851DFE3C8B}"/>
                </a:ext>
              </a:extLst>
            </p:cNvPr>
            <p:cNvSpPr/>
            <p:nvPr/>
          </p:nvSpPr>
          <p:spPr>
            <a:xfrm>
              <a:off x="10078720" y="4006674"/>
              <a:ext cx="1296000" cy="420744"/>
            </a:xfrm>
            <a:prstGeom prst="rect">
              <a:avLst/>
            </a:prstGeom>
            <a:noFill/>
            <a:ln/>
          </p:spPr>
          <p:txBody>
            <a:bodyPr wrap="square" lIns="0" tIns="0" rIns="0" bIns="0" rtlCol="0" anchor="ctr"/>
            <a:lstStyle/>
            <a:p>
              <a:pPr algn="ctr"/>
              <a:r>
                <a:rPr lang="en-US" sz="1100" b="1">
                  <a:solidFill>
                    <a:srgbClr val="1F2937"/>
                  </a:solidFill>
                  <a:latin typeface="Calibri" pitchFamily="34" charset="0"/>
                  <a:ea typeface="Calibri" pitchFamily="34" charset="-122"/>
                  <a:cs typeface="Calibri" pitchFamily="34" charset="-120"/>
                </a:rPr>
                <a:t>$ 46,736</a:t>
              </a:r>
              <a:endParaRPr lang="en-US" sz="1100" b="1"/>
            </a:p>
          </p:txBody>
        </p:sp>
        <p:sp>
          <p:nvSpPr>
            <p:cNvPr id="100" name="Text 25">
              <a:extLst>
                <a:ext uri="{FF2B5EF4-FFF2-40B4-BE49-F238E27FC236}">
                  <a16:creationId xmlns:a16="http://schemas.microsoft.com/office/drawing/2014/main" id="{4E8A02D2-407B-212E-CE0E-682BC4F919B0}"/>
                </a:ext>
              </a:extLst>
            </p:cNvPr>
            <p:cNvSpPr/>
            <p:nvPr/>
          </p:nvSpPr>
          <p:spPr>
            <a:xfrm>
              <a:off x="8971280" y="4006674"/>
              <a:ext cx="936000" cy="420744"/>
            </a:xfrm>
            <a:prstGeom prst="rect">
              <a:avLst/>
            </a:prstGeom>
            <a:noFill/>
            <a:ln/>
          </p:spPr>
          <p:txBody>
            <a:bodyPr wrap="square" lIns="0" tIns="0" rIns="0" bIns="0" rtlCol="0" anchor="ctr"/>
            <a:lstStyle/>
            <a:p>
              <a:pPr marL="0" indent="0" algn="ctr">
                <a:buNone/>
              </a:pPr>
              <a:r>
                <a:rPr lang="en-US" sz="1100" b="1">
                  <a:solidFill>
                    <a:srgbClr val="1F2937"/>
                  </a:solidFill>
                  <a:latin typeface="Calibri" pitchFamily="34" charset="0"/>
                  <a:ea typeface="Calibri" pitchFamily="34" charset="-122"/>
                  <a:cs typeface="Calibri" pitchFamily="34" charset="-120"/>
                </a:rPr>
                <a:t>Week 16</a:t>
              </a:r>
              <a:endParaRPr lang="en-US" sz="1100" b="1"/>
            </a:p>
          </p:txBody>
        </p:sp>
      </p:grpSp>
      <p:grpSp>
        <p:nvGrpSpPr>
          <p:cNvPr id="103" name="Group 102">
            <a:extLst>
              <a:ext uri="{FF2B5EF4-FFF2-40B4-BE49-F238E27FC236}">
                <a16:creationId xmlns:a16="http://schemas.microsoft.com/office/drawing/2014/main" id="{540B43DB-24A3-24BB-DC83-7FF2CF41AE69}"/>
              </a:ext>
            </a:extLst>
          </p:cNvPr>
          <p:cNvGrpSpPr/>
          <p:nvPr/>
        </p:nvGrpSpPr>
        <p:grpSpPr>
          <a:xfrm>
            <a:off x="548640" y="4369521"/>
            <a:ext cx="11064240" cy="576000"/>
            <a:chOff x="548640" y="4633681"/>
            <a:chExt cx="11064240" cy="576000"/>
          </a:xfrm>
        </p:grpSpPr>
        <p:sp>
          <p:nvSpPr>
            <p:cNvPr id="84" name="Shape 26">
              <a:extLst>
                <a:ext uri="{FF2B5EF4-FFF2-40B4-BE49-F238E27FC236}">
                  <a16:creationId xmlns:a16="http://schemas.microsoft.com/office/drawing/2014/main" id="{68E1B002-A064-BBD0-E1EE-2CD7866AA289}"/>
                </a:ext>
              </a:extLst>
            </p:cNvPr>
            <p:cNvSpPr/>
            <p:nvPr/>
          </p:nvSpPr>
          <p:spPr>
            <a:xfrm>
              <a:off x="548640" y="4633681"/>
              <a:ext cx="11064240" cy="576000"/>
            </a:xfrm>
            <a:prstGeom prst="rect">
              <a:avLst/>
            </a:prstGeom>
            <a:solidFill>
              <a:srgbClr val="FFFFFF"/>
            </a:solidFill>
            <a:ln w="6350">
              <a:solidFill>
                <a:srgbClr val="E5E7EB"/>
              </a:solidFill>
              <a:prstDash val="solid"/>
            </a:ln>
          </p:spPr>
          <p:txBody>
            <a:bodyPr/>
            <a:lstStyle/>
            <a:p>
              <a:endParaRPr lang="en-IN" sz="1400" b="1"/>
            </a:p>
          </p:txBody>
        </p:sp>
        <p:sp>
          <p:nvSpPr>
            <p:cNvPr id="86" name="Text 27">
              <a:extLst>
                <a:ext uri="{FF2B5EF4-FFF2-40B4-BE49-F238E27FC236}">
                  <a16:creationId xmlns:a16="http://schemas.microsoft.com/office/drawing/2014/main" id="{4356F79D-BE0A-C16E-371D-2968DAFEFA46}"/>
                </a:ext>
              </a:extLst>
            </p:cNvPr>
            <p:cNvSpPr/>
            <p:nvPr/>
          </p:nvSpPr>
          <p:spPr>
            <a:xfrm>
              <a:off x="746760" y="4711309"/>
              <a:ext cx="936000" cy="420744"/>
            </a:xfrm>
            <a:prstGeom prst="rect">
              <a:avLst/>
            </a:prstGeom>
            <a:noFill/>
            <a:ln/>
          </p:spPr>
          <p:txBody>
            <a:bodyPr wrap="square" lIns="0" tIns="0" rIns="0" bIns="0" rtlCol="0" anchor="ctr"/>
            <a:lstStyle/>
            <a:p>
              <a:pPr marL="0" indent="0" algn="ctr">
                <a:buNone/>
              </a:pPr>
              <a:r>
                <a:rPr lang="en-US" sz="1400" b="1">
                  <a:solidFill>
                    <a:srgbClr val="0A1628"/>
                  </a:solidFill>
                  <a:latin typeface="Calibri" pitchFamily="34" charset="0"/>
                  <a:ea typeface="Calibri" pitchFamily="34" charset="-122"/>
                  <a:cs typeface="Calibri" pitchFamily="34" charset="-120"/>
                </a:rPr>
                <a:t>Total</a:t>
              </a:r>
              <a:endParaRPr lang="en-US" sz="1400" b="1"/>
            </a:p>
          </p:txBody>
        </p:sp>
        <p:sp>
          <p:nvSpPr>
            <p:cNvPr id="90" name="Text 29">
              <a:extLst>
                <a:ext uri="{FF2B5EF4-FFF2-40B4-BE49-F238E27FC236}">
                  <a16:creationId xmlns:a16="http://schemas.microsoft.com/office/drawing/2014/main" id="{DCA42499-6957-2169-C78D-9A170F524044}"/>
                </a:ext>
              </a:extLst>
            </p:cNvPr>
            <p:cNvSpPr/>
            <p:nvPr/>
          </p:nvSpPr>
          <p:spPr>
            <a:xfrm>
              <a:off x="10078720" y="4711309"/>
              <a:ext cx="1296000" cy="420744"/>
            </a:xfrm>
            <a:prstGeom prst="rect">
              <a:avLst/>
            </a:prstGeom>
            <a:noFill/>
            <a:ln/>
          </p:spPr>
          <p:txBody>
            <a:bodyPr wrap="square" lIns="0" tIns="0" rIns="0" bIns="0" rtlCol="0" anchor="ctr"/>
            <a:lstStyle/>
            <a:p>
              <a:pPr marL="0" indent="0" algn="ctr">
                <a:buNone/>
              </a:pPr>
              <a:r>
                <a:rPr lang="en-US" sz="1400" b="1">
                  <a:solidFill>
                    <a:srgbClr val="1F2937"/>
                  </a:solidFill>
                  <a:latin typeface="Calibri" pitchFamily="34" charset="0"/>
                  <a:ea typeface="Calibri" pitchFamily="34" charset="-122"/>
                  <a:cs typeface="Calibri" pitchFamily="34" charset="-120"/>
                </a:rPr>
                <a:t>$233,680</a:t>
              </a:r>
              <a:endParaRPr lang="en-US" sz="1400" b="1"/>
            </a:p>
          </p:txBody>
        </p:sp>
        <p:sp>
          <p:nvSpPr>
            <p:cNvPr id="102" name="Text 29">
              <a:extLst>
                <a:ext uri="{FF2B5EF4-FFF2-40B4-BE49-F238E27FC236}">
                  <a16:creationId xmlns:a16="http://schemas.microsoft.com/office/drawing/2014/main" id="{59A21E23-C314-AB57-67E6-CC1256720505}"/>
                </a:ext>
              </a:extLst>
            </p:cNvPr>
            <p:cNvSpPr/>
            <p:nvPr/>
          </p:nvSpPr>
          <p:spPr>
            <a:xfrm>
              <a:off x="8971280" y="4711309"/>
              <a:ext cx="936000" cy="420744"/>
            </a:xfrm>
            <a:prstGeom prst="rect">
              <a:avLst/>
            </a:prstGeom>
            <a:noFill/>
            <a:ln/>
          </p:spPr>
          <p:txBody>
            <a:bodyPr wrap="square" lIns="0" tIns="0" rIns="0" bIns="0" rtlCol="0" anchor="ctr"/>
            <a:lstStyle/>
            <a:p>
              <a:pPr marL="0" indent="0" algn="ctr">
                <a:buNone/>
              </a:pPr>
              <a:r>
                <a:rPr lang="en-IN" sz="1400" b="1"/>
                <a:t>-</a:t>
              </a:r>
              <a:endParaRPr lang="en-US" sz="1400" b="1"/>
            </a:p>
          </p:txBody>
        </p:sp>
      </p:grpSp>
      <p:sp>
        <p:nvSpPr>
          <p:cNvPr id="109" name="TextBox 108">
            <a:extLst>
              <a:ext uri="{FF2B5EF4-FFF2-40B4-BE49-F238E27FC236}">
                <a16:creationId xmlns:a16="http://schemas.microsoft.com/office/drawing/2014/main" id="{4291A5A8-16AF-540A-7EF3-C4CB007B20C5}"/>
              </a:ext>
            </a:extLst>
          </p:cNvPr>
          <p:cNvSpPr txBox="1"/>
          <p:nvPr/>
        </p:nvSpPr>
        <p:spPr>
          <a:xfrm>
            <a:off x="548640" y="5146449"/>
            <a:ext cx="11064240" cy="1277273"/>
          </a:xfrm>
          <a:prstGeom prst="rect">
            <a:avLst/>
          </a:prstGeom>
          <a:noFill/>
        </p:spPr>
        <p:txBody>
          <a:bodyPr wrap="square">
            <a:spAutoFit/>
          </a:bodyPr>
          <a:lstStyle/>
          <a:p>
            <a:r>
              <a:rPr lang="en-US" sz="1100" b="0" i="1" u="none" strike="noStrike" baseline="0">
                <a:solidFill>
                  <a:srgbClr val="0A1628"/>
                </a:solidFill>
              </a:rPr>
              <a:t>Terms &amp; Conditions: </a:t>
            </a:r>
          </a:p>
          <a:p>
            <a:pPr marL="171450" indent="-171450">
              <a:buFont typeface="Arial" panose="020B0604020202020204" pitchFamily="34" charset="0"/>
              <a:buChar char="•"/>
            </a:pPr>
            <a:r>
              <a:rPr lang="en-US" sz="1100" i="1">
                <a:solidFill>
                  <a:srgbClr val="0A1628"/>
                </a:solidFill>
              </a:rPr>
              <a:t>T</a:t>
            </a:r>
            <a:r>
              <a:rPr lang="en-US" sz="1100" b="0" i="1" u="none" strike="noStrike" baseline="0">
                <a:solidFill>
                  <a:srgbClr val="0A1628"/>
                </a:solidFill>
              </a:rPr>
              <a:t>he quoted price for the defined scope is in USD, and the project will be executed in a Fixed Bid Mode.</a:t>
            </a:r>
            <a:endParaRPr lang="en-US" sz="1100" b="0" i="0" u="none" strike="noStrike" baseline="0">
              <a:solidFill>
                <a:srgbClr val="0A1628"/>
              </a:solidFill>
            </a:endParaRPr>
          </a:p>
          <a:p>
            <a:pPr marL="171450" indent="-171450">
              <a:buFont typeface="Arial" panose="020B0604020202020204" pitchFamily="34" charset="0"/>
              <a:buChar char="•"/>
            </a:pPr>
            <a:r>
              <a:rPr lang="en-US" sz="1100" b="0" i="1" u="none" strike="noStrike" baseline="0">
                <a:solidFill>
                  <a:srgbClr val="0A1628"/>
                </a:solidFill>
              </a:rPr>
              <a:t>The cost estimates are based on the current understanding of the scope. Artizent will re-evaluate the effort and provide a revised estimate </a:t>
            </a:r>
            <a:r>
              <a:rPr lang="en-US" sz="1100" i="1">
                <a:solidFill>
                  <a:srgbClr val="0A1628"/>
                </a:solidFill>
              </a:rPr>
              <a:t>in case of scope or requirement changes</a:t>
            </a:r>
            <a:r>
              <a:rPr lang="en-US" sz="1100" b="0" i="1" u="none" strike="noStrike" baseline="0">
                <a:solidFill>
                  <a:srgbClr val="0A1628"/>
                </a:solidFill>
              </a:rPr>
              <a:t>.</a:t>
            </a:r>
            <a:endParaRPr lang="en-US" sz="1100" b="0" i="0" u="none" strike="noStrike" baseline="0">
              <a:solidFill>
                <a:srgbClr val="0A1628"/>
              </a:solidFill>
            </a:endParaRPr>
          </a:p>
          <a:p>
            <a:pPr marL="171450" indent="-171450">
              <a:buFont typeface="Arial" panose="020B0604020202020204" pitchFamily="34" charset="0"/>
              <a:buChar char="•"/>
            </a:pPr>
            <a:r>
              <a:rPr lang="en-US" sz="1100" b="0" i="1" u="none" strike="noStrike" baseline="0">
                <a:solidFill>
                  <a:srgbClr val="0A1628"/>
                </a:solidFill>
              </a:rPr>
              <a:t>The proposal is valid for 60 days from the date of proposal submission.</a:t>
            </a:r>
            <a:endParaRPr lang="en-US" sz="1100" b="0" i="0" u="none" strike="noStrike" baseline="0">
              <a:solidFill>
                <a:srgbClr val="0A1628"/>
              </a:solidFill>
            </a:endParaRPr>
          </a:p>
          <a:p>
            <a:pPr marL="171450" indent="-171450">
              <a:buFont typeface="Arial" panose="020B0604020202020204" pitchFamily="34" charset="0"/>
              <a:buChar char="•"/>
            </a:pPr>
            <a:r>
              <a:rPr lang="en-US" sz="1100" b="0" i="1" u="none" strike="noStrike" baseline="0">
                <a:solidFill>
                  <a:srgbClr val="0A1628"/>
                </a:solidFill>
              </a:rPr>
              <a:t>The commercials exclude any third-party/tool licensing costs.</a:t>
            </a:r>
            <a:endParaRPr lang="en-US" sz="1100" b="0" i="0" u="none" strike="noStrike" baseline="0">
              <a:solidFill>
                <a:srgbClr val="0A1628"/>
              </a:solidFill>
            </a:endParaRPr>
          </a:p>
          <a:p>
            <a:pPr marL="171450" indent="-171450">
              <a:buFont typeface="Arial" panose="020B0604020202020204" pitchFamily="34" charset="0"/>
              <a:buChar char="•"/>
            </a:pPr>
            <a:r>
              <a:rPr lang="en-US" sz="1100" b="0" i="1" u="none" strike="noStrike" baseline="0">
                <a:solidFill>
                  <a:srgbClr val="0A1628"/>
                </a:solidFill>
              </a:rPr>
              <a:t>AI tools will be leveraged for test case generation.</a:t>
            </a:r>
            <a:endParaRPr lang="en-US" sz="1100" b="0" i="0" u="none" strike="noStrike" baseline="0">
              <a:solidFill>
                <a:srgbClr val="0A1628"/>
              </a:solidFill>
            </a:endParaRPr>
          </a:p>
          <a:p>
            <a:pPr marL="171450" indent="-171450">
              <a:buFont typeface="Arial" panose="020B0604020202020204" pitchFamily="34" charset="0"/>
              <a:buChar char="•"/>
            </a:pPr>
            <a:r>
              <a:rPr lang="en-US" sz="1100" b="0" i="1" u="none" strike="noStrike" baseline="0">
                <a:solidFill>
                  <a:srgbClr val="0A1628"/>
                </a:solidFill>
              </a:rPr>
              <a:t>All AI tool licensing costs / subscription costs / token costs for the project will be provided and managed by Better Companies.</a:t>
            </a:r>
            <a:endParaRPr lang="en-US" sz="1100" b="0" i="0" u="none" strike="noStrike" baseline="0">
              <a:solidFill>
                <a:srgbClr val="0A1628"/>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484554"/>
            <a:ext cx="6126480" cy="274320"/>
          </a:xfrm>
          <a:prstGeom prst="rect">
            <a:avLst/>
          </a:prstGeom>
          <a:noFill/>
        </p:spPr>
        <p:txBody>
          <a:bodyPr wrap="square" lIns="36576" tIns="18288" rIns="36576" bIns="18288" anchor="t">
            <a:spAutoFit/>
          </a:bodyPr>
          <a:lstStyle/>
          <a:p>
            <a:pPr algn="l"/>
            <a:r>
              <a:rPr sz="1100" b="1" i="0">
                <a:solidFill>
                  <a:srgbClr val="B8913B"/>
                </a:solidFill>
                <a:latin typeface="Calibri"/>
              </a:rPr>
              <a:t>THE CHALLENGE</a:t>
            </a:r>
          </a:p>
        </p:txBody>
      </p:sp>
      <p:sp>
        <p:nvSpPr>
          <p:cNvPr id="7" name="TextBox 6"/>
          <p:cNvSpPr txBox="1"/>
          <p:nvPr/>
        </p:nvSpPr>
        <p:spPr>
          <a:xfrm>
            <a:off x="548640" y="1777162"/>
            <a:ext cx="6126480" cy="1097280"/>
          </a:xfrm>
          <a:prstGeom prst="rect">
            <a:avLst/>
          </a:prstGeom>
          <a:noFill/>
        </p:spPr>
        <p:txBody>
          <a:bodyPr wrap="square" lIns="36576" tIns="18288" rIns="36576" bIns="18288" anchor="t">
            <a:spAutoFit/>
          </a:bodyPr>
          <a:lstStyle/>
          <a:p>
            <a:pPr algn="l"/>
            <a:r>
              <a:rPr sz="1250" b="0" i="0">
                <a:solidFill>
                  <a:srgbClr val="1F2937"/>
                </a:solidFill>
                <a:latin typeface="Calibri"/>
              </a:rPr>
              <a:t>Business users needed plain-language access to data spread across many fact and dimension tables and several systems, with visibility into the generated SQL and no lock-in to a single vendor's ecosystem.</a:t>
            </a:r>
          </a:p>
        </p:txBody>
      </p:sp>
      <p:sp>
        <p:nvSpPr>
          <p:cNvPr id="8" name="TextBox 7"/>
          <p:cNvSpPr txBox="1"/>
          <p:nvPr/>
        </p:nvSpPr>
        <p:spPr>
          <a:xfrm>
            <a:off x="548640" y="3020746"/>
            <a:ext cx="6126480" cy="274320"/>
          </a:xfrm>
          <a:prstGeom prst="rect">
            <a:avLst/>
          </a:prstGeom>
          <a:noFill/>
        </p:spPr>
        <p:txBody>
          <a:bodyPr wrap="square" lIns="36576" tIns="18288" rIns="36576" bIns="18288" anchor="t">
            <a:spAutoFit/>
          </a:bodyPr>
          <a:lstStyle/>
          <a:p>
            <a:pPr algn="l"/>
            <a:r>
              <a:rPr sz="1100" b="1" i="0">
                <a:solidFill>
                  <a:srgbClr val="1F6F7A"/>
                </a:solidFill>
                <a:latin typeface="Calibri"/>
              </a:rPr>
              <a:t>HOW ARTIZENT DELIVERED</a:t>
            </a:r>
          </a:p>
        </p:txBody>
      </p:sp>
      <p:sp>
        <p:nvSpPr>
          <p:cNvPr id="9" name="TextBox 8"/>
          <p:cNvSpPr txBox="1"/>
          <p:nvPr/>
        </p:nvSpPr>
        <p:spPr>
          <a:xfrm>
            <a:off x="548640" y="3313354"/>
            <a:ext cx="6126480" cy="1645920"/>
          </a:xfrm>
          <a:prstGeom prst="rect">
            <a:avLst/>
          </a:prstGeom>
          <a:noFill/>
        </p:spPr>
        <p:txBody>
          <a:bodyPr wrap="square" lIns="18288" rIns="18288" anchor="t">
            <a:spAutoFit/>
          </a:bodyPr>
          <a:lstStyle/>
          <a:p>
            <a:pPr marL="155000" indent="-155000">
              <a:spcAft>
                <a:spcPts val="800"/>
              </a:spcAft>
            </a:pPr>
            <a:r>
              <a:rPr sz="1250" b="1">
                <a:solidFill>
                  <a:srgbClr val="1F6F7A"/>
                </a:solidFill>
                <a:latin typeface="Calibri"/>
              </a:rPr>
              <a:t>›  </a:t>
            </a:r>
            <a:r>
              <a:rPr sz="1250">
                <a:solidFill>
                  <a:srgbClr val="1F2937"/>
                </a:solidFill>
                <a:latin typeface="Calibri"/>
              </a:rPr>
              <a:t>Built a glossary, taxonomy, and knowledge graph over the contact-centre database.</a:t>
            </a:r>
          </a:p>
          <a:p>
            <a:pPr marL="155000" indent="-155000">
              <a:spcAft>
                <a:spcPts val="800"/>
              </a:spcAft>
            </a:pPr>
            <a:r>
              <a:rPr sz="1250" b="1">
                <a:solidFill>
                  <a:srgbClr val="1F6F7A"/>
                </a:solidFill>
                <a:latin typeface="Calibri"/>
              </a:rPr>
              <a:t>›  </a:t>
            </a:r>
            <a:r>
              <a:rPr sz="1250">
                <a:solidFill>
                  <a:srgbClr val="1F2937"/>
                </a:solidFill>
                <a:latin typeface="Calibri"/>
              </a:rPr>
              <a:t>Enabled natural-language queries across related fact and dimension tables, with the generated SQL exposed.</a:t>
            </a:r>
          </a:p>
          <a:p>
            <a:pPr marL="155000" indent="-155000">
              <a:spcAft>
                <a:spcPts val="800"/>
              </a:spcAft>
            </a:pPr>
            <a:r>
              <a:rPr sz="1250" b="1">
                <a:solidFill>
                  <a:srgbClr val="1F6F7A"/>
                </a:solidFill>
                <a:latin typeface="Calibri"/>
              </a:rPr>
              <a:t>›  </a:t>
            </a:r>
            <a:r>
              <a:rPr sz="1250">
                <a:solidFill>
                  <a:srgbClr val="1F2937"/>
                </a:solidFill>
                <a:latin typeface="Calibri"/>
              </a:rPr>
              <a:t>Designed a decoupled semantic layer that runs across SQL Server, Oracle, Databricks, and Microsoft Fabric.</a:t>
            </a:r>
          </a:p>
        </p:txBody>
      </p:sp>
      <p:sp>
        <p:nvSpPr>
          <p:cNvPr id="10" name="Rounded Rectangle 9"/>
          <p:cNvSpPr/>
          <p:nvPr/>
        </p:nvSpPr>
        <p:spPr>
          <a:xfrm>
            <a:off x="7086600" y="1484554"/>
            <a:ext cx="4556455" cy="1024128"/>
          </a:xfrm>
          <a:prstGeom prst="roundRect">
            <a:avLst/>
          </a:prstGeom>
          <a:solidFill>
            <a:srgbClr val="F8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42631" y="1722297"/>
            <a:ext cx="45720" cy="548640"/>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43800" y="1575994"/>
            <a:ext cx="3916375" cy="548640"/>
          </a:xfrm>
          <a:prstGeom prst="rect">
            <a:avLst/>
          </a:prstGeom>
          <a:noFill/>
        </p:spPr>
        <p:txBody>
          <a:bodyPr wrap="square" lIns="36576" tIns="18288" rIns="36576" bIns="18288" anchor="ctr">
            <a:spAutoFit/>
          </a:bodyPr>
          <a:lstStyle/>
          <a:p>
            <a:pPr algn="l"/>
            <a:r>
              <a:rPr sz="3000" b="1" i="0">
                <a:solidFill>
                  <a:srgbClr val="B8913B"/>
                </a:solidFill>
                <a:latin typeface="Cambria"/>
              </a:rPr>
              <a:t>NLQ</a:t>
            </a:r>
          </a:p>
        </p:txBody>
      </p:sp>
      <p:sp>
        <p:nvSpPr>
          <p:cNvPr id="13" name="TextBox 12"/>
          <p:cNvSpPr txBox="1"/>
          <p:nvPr/>
        </p:nvSpPr>
        <p:spPr>
          <a:xfrm>
            <a:off x="7543800" y="2069770"/>
            <a:ext cx="3916375" cy="365760"/>
          </a:xfrm>
          <a:prstGeom prst="rect">
            <a:avLst/>
          </a:prstGeom>
          <a:noFill/>
        </p:spPr>
        <p:txBody>
          <a:bodyPr wrap="square" lIns="36576" tIns="18288" rIns="36576" bIns="18288" anchor="ctr">
            <a:spAutoFit/>
          </a:bodyPr>
          <a:lstStyle/>
          <a:p>
            <a:pPr algn="l"/>
            <a:r>
              <a:rPr sz="1150" b="0" i="0">
                <a:solidFill>
                  <a:srgbClr val="1F2937"/>
                </a:solidFill>
                <a:latin typeface="Calibri"/>
              </a:rPr>
              <a:t>plain-language query, no SQL</a:t>
            </a:r>
          </a:p>
        </p:txBody>
      </p:sp>
      <p:sp>
        <p:nvSpPr>
          <p:cNvPr id="14" name="Rounded Rectangle 13"/>
          <p:cNvSpPr/>
          <p:nvPr/>
        </p:nvSpPr>
        <p:spPr>
          <a:xfrm>
            <a:off x="7086600" y="2664130"/>
            <a:ext cx="4556455" cy="1024128"/>
          </a:xfrm>
          <a:prstGeom prst="roundRect">
            <a:avLst/>
          </a:prstGeom>
          <a:solidFill>
            <a:srgbClr val="F8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342631" y="2901873"/>
            <a:ext cx="45720" cy="548640"/>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43800" y="2755570"/>
            <a:ext cx="3916375" cy="548640"/>
          </a:xfrm>
          <a:prstGeom prst="rect">
            <a:avLst/>
          </a:prstGeom>
          <a:noFill/>
        </p:spPr>
        <p:txBody>
          <a:bodyPr wrap="square" lIns="36576" tIns="18288" rIns="36576" bIns="18288" anchor="ctr">
            <a:spAutoFit/>
          </a:bodyPr>
          <a:lstStyle/>
          <a:p>
            <a:pPr algn="l"/>
            <a:r>
              <a:rPr sz="1800" b="1" i="0">
                <a:solidFill>
                  <a:srgbClr val="B8913B"/>
                </a:solidFill>
                <a:latin typeface="Cambria"/>
              </a:rPr>
              <a:t>Multi-source</a:t>
            </a:r>
          </a:p>
        </p:txBody>
      </p:sp>
      <p:sp>
        <p:nvSpPr>
          <p:cNvPr id="17" name="TextBox 16"/>
          <p:cNvSpPr txBox="1"/>
          <p:nvPr/>
        </p:nvSpPr>
        <p:spPr>
          <a:xfrm>
            <a:off x="7543800" y="3249345"/>
            <a:ext cx="3916375" cy="365760"/>
          </a:xfrm>
          <a:prstGeom prst="rect">
            <a:avLst/>
          </a:prstGeom>
          <a:noFill/>
        </p:spPr>
        <p:txBody>
          <a:bodyPr wrap="square" lIns="36576" tIns="18288" rIns="36576" bIns="18288" anchor="ctr">
            <a:spAutoFit/>
          </a:bodyPr>
          <a:lstStyle/>
          <a:p>
            <a:pPr algn="l"/>
            <a:r>
              <a:rPr sz="1150" b="0" i="0">
                <a:solidFill>
                  <a:srgbClr val="1F2937"/>
                </a:solidFill>
                <a:latin typeface="Calibri"/>
              </a:rPr>
              <a:t>runs across four database platforms</a:t>
            </a:r>
          </a:p>
        </p:txBody>
      </p:sp>
      <p:sp>
        <p:nvSpPr>
          <p:cNvPr id="18" name="Rounded Rectangle 17"/>
          <p:cNvSpPr/>
          <p:nvPr/>
        </p:nvSpPr>
        <p:spPr>
          <a:xfrm>
            <a:off x="7086600" y="3843706"/>
            <a:ext cx="4556455" cy="1024128"/>
          </a:xfrm>
          <a:prstGeom prst="roundRect">
            <a:avLst/>
          </a:prstGeom>
          <a:solidFill>
            <a:srgbClr val="F8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342631" y="4081450"/>
            <a:ext cx="45720" cy="548640"/>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43800" y="3935146"/>
            <a:ext cx="3916375" cy="548640"/>
          </a:xfrm>
          <a:prstGeom prst="rect">
            <a:avLst/>
          </a:prstGeom>
          <a:noFill/>
        </p:spPr>
        <p:txBody>
          <a:bodyPr wrap="square" lIns="36576" tIns="18288" rIns="36576" bIns="18288" anchor="ctr">
            <a:spAutoFit/>
          </a:bodyPr>
          <a:lstStyle/>
          <a:p>
            <a:pPr algn="l"/>
            <a:r>
              <a:rPr sz="1800" b="1" i="0">
                <a:solidFill>
                  <a:srgbClr val="B8913B"/>
                </a:solidFill>
                <a:latin typeface="Cambria"/>
              </a:rPr>
              <a:t>Knowledge graph</a:t>
            </a:r>
          </a:p>
        </p:txBody>
      </p:sp>
      <p:sp>
        <p:nvSpPr>
          <p:cNvPr id="21" name="TextBox 20"/>
          <p:cNvSpPr txBox="1"/>
          <p:nvPr/>
        </p:nvSpPr>
        <p:spPr>
          <a:xfrm>
            <a:off x="7543800" y="4428922"/>
            <a:ext cx="3916375" cy="365760"/>
          </a:xfrm>
          <a:prstGeom prst="rect">
            <a:avLst/>
          </a:prstGeom>
          <a:noFill/>
        </p:spPr>
        <p:txBody>
          <a:bodyPr wrap="square" lIns="36576" tIns="18288" rIns="36576" bIns="18288" anchor="ctr">
            <a:spAutoFit/>
          </a:bodyPr>
          <a:lstStyle/>
          <a:p>
            <a:pPr algn="l"/>
            <a:r>
              <a:rPr sz="1150" b="0" i="0">
                <a:solidFill>
                  <a:srgbClr val="1F2937"/>
                </a:solidFill>
                <a:latin typeface="Calibri"/>
              </a:rPr>
              <a:t>glossary, taxonomy, ontology</a:t>
            </a:r>
          </a:p>
        </p:txBody>
      </p:sp>
      <p:sp>
        <p:nvSpPr>
          <p:cNvPr id="22" name="Rounded Rectangle 21"/>
          <p:cNvSpPr/>
          <p:nvPr/>
        </p:nvSpPr>
        <p:spPr>
          <a:xfrm>
            <a:off x="548640" y="5050714"/>
            <a:ext cx="11094415" cy="658368"/>
          </a:xfrm>
          <a:prstGeom prst="round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4672" y="5050714"/>
            <a:ext cx="10582351" cy="658368"/>
          </a:xfrm>
          <a:prstGeom prst="rect">
            <a:avLst/>
          </a:prstGeom>
          <a:noFill/>
        </p:spPr>
        <p:txBody>
          <a:bodyPr wrap="square" lIns="36576" tIns="18288" rIns="36576" bIns="18288" anchor="ctr">
            <a:spAutoFit/>
          </a:bodyPr>
          <a:lstStyle/>
          <a:p>
            <a:pPr algn="l"/>
            <a:r>
              <a:rPr sz="1250" b="1" i="0">
                <a:solidFill>
                  <a:srgbClr val="B8913B"/>
                </a:solidFill>
                <a:latin typeface="Calibri"/>
              </a:rPr>
              <a:t>Business impact:   </a:t>
            </a:r>
            <a:r>
              <a:rPr sz="1250" b="0" i="0">
                <a:solidFill>
                  <a:srgbClr val="0A1628"/>
                </a:solidFill>
                <a:latin typeface="Calibri"/>
              </a:rPr>
              <a:t>Business users query governed data in plain language across systems, with transparent SQL and no vendor lock-in, validated through a proof of concept ahead of full rollout.</a:t>
            </a:r>
          </a:p>
        </p:txBody>
      </p:sp>
      <p:sp>
        <p:nvSpPr>
          <p:cNvPr id="27" name="Text 2">
            <a:extLst>
              <a:ext uri="{FF2B5EF4-FFF2-40B4-BE49-F238E27FC236}">
                <a16:creationId xmlns:a16="http://schemas.microsoft.com/office/drawing/2014/main" id="{9536756E-88FB-5C9D-4D0A-ACADC1590726}"/>
              </a:ext>
            </a:extLst>
          </p:cNvPr>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CASE STUDY  ·  INSURANCE</a:t>
            </a:r>
          </a:p>
        </p:txBody>
      </p:sp>
      <p:sp>
        <p:nvSpPr>
          <p:cNvPr id="29" name="Text 3">
            <a:extLst>
              <a:ext uri="{FF2B5EF4-FFF2-40B4-BE49-F238E27FC236}">
                <a16:creationId xmlns:a16="http://schemas.microsoft.com/office/drawing/2014/main" id="{D54D8F56-D970-0E1D-23E4-036B4355FBB5}"/>
              </a:ext>
            </a:extLst>
          </p:cNvPr>
          <p:cNvSpPr/>
          <p:nvPr/>
        </p:nvSpPr>
        <p:spPr>
          <a:xfrm>
            <a:off x="548640" y="457200"/>
            <a:ext cx="11064240" cy="548640"/>
          </a:xfrm>
          <a:prstGeom prst="rect">
            <a:avLst/>
          </a:prstGeom>
          <a:noFill/>
          <a:ln/>
        </p:spPr>
        <p:txBody>
          <a:bodyPr wrap="square" lIns="0" tIns="0" rIns="0" bIns="0" rtlCol="0" anchor="ctr"/>
          <a:lstStyle/>
          <a:p>
            <a:pPr marL="0" indent="0">
              <a:buNone/>
            </a:pPr>
            <a:r>
              <a:rPr lang="en-IN" sz="2000" b="1">
                <a:solidFill>
                  <a:srgbClr val="0A1628"/>
                </a:solidFill>
                <a:latin typeface="Georgia" pitchFamily="34" charset="0"/>
              </a:rPr>
              <a:t>Natural-language query over a contact-centre data estate, no SQL needed</a:t>
            </a:r>
          </a:p>
        </p:txBody>
      </p:sp>
      <p:sp>
        <p:nvSpPr>
          <p:cNvPr id="31" name="Shape 4">
            <a:extLst>
              <a:ext uri="{FF2B5EF4-FFF2-40B4-BE49-F238E27FC236}">
                <a16:creationId xmlns:a16="http://schemas.microsoft.com/office/drawing/2014/main" id="{9F23D31F-F19D-8C45-66E8-383621669F7A}"/>
              </a:ext>
            </a:extLst>
          </p:cNvPr>
          <p:cNvSpPr/>
          <p:nvPr/>
        </p:nvSpPr>
        <p:spPr>
          <a:xfrm>
            <a:off x="566928" y="1024128"/>
            <a:ext cx="1371600" cy="32004"/>
          </a:xfrm>
          <a:prstGeom prst="rect">
            <a:avLst/>
          </a:prstGeom>
          <a:solidFill>
            <a:srgbClr val="B8913B"/>
          </a:solidFill>
          <a:ln/>
        </p:spPr>
        <p:txBody>
          <a:bodyPr/>
          <a:lstStyle/>
          <a:p>
            <a:endParaRPr lang="en-IN"/>
          </a:p>
        </p:txBody>
      </p:sp>
      <p:sp>
        <p:nvSpPr>
          <p:cNvPr id="35" name="Text 1">
            <a:extLst>
              <a:ext uri="{FF2B5EF4-FFF2-40B4-BE49-F238E27FC236}">
                <a16:creationId xmlns:a16="http://schemas.microsoft.com/office/drawing/2014/main" id="{F6C2FCFA-787D-D987-A540-985641C0233F}"/>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32</a:t>
            </a:fld>
            <a:endParaRPr lang="en-US" sz="10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484554"/>
            <a:ext cx="6126480" cy="274320"/>
          </a:xfrm>
          <a:prstGeom prst="rect">
            <a:avLst/>
          </a:prstGeom>
          <a:noFill/>
        </p:spPr>
        <p:txBody>
          <a:bodyPr wrap="square" lIns="36576" tIns="18288" rIns="36576" bIns="18288" anchor="t">
            <a:spAutoFit/>
          </a:bodyPr>
          <a:lstStyle/>
          <a:p>
            <a:pPr algn="l"/>
            <a:r>
              <a:rPr sz="1100" b="1" i="0">
                <a:solidFill>
                  <a:srgbClr val="B8913B"/>
                </a:solidFill>
                <a:latin typeface="Calibri"/>
              </a:rPr>
              <a:t>THE CHALLENGE</a:t>
            </a:r>
          </a:p>
        </p:txBody>
      </p:sp>
      <p:sp>
        <p:nvSpPr>
          <p:cNvPr id="7" name="TextBox 6"/>
          <p:cNvSpPr txBox="1"/>
          <p:nvPr/>
        </p:nvSpPr>
        <p:spPr>
          <a:xfrm>
            <a:off x="548640" y="1777162"/>
            <a:ext cx="6126480" cy="1097280"/>
          </a:xfrm>
          <a:prstGeom prst="rect">
            <a:avLst/>
          </a:prstGeom>
          <a:noFill/>
        </p:spPr>
        <p:txBody>
          <a:bodyPr wrap="square" lIns="36576" tIns="18288" rIns="36576" bIns="18288" anchor="t">
            <a:spAutoFit/>
          </a:bodyPr>
          <a:lstStyle/>
          <a:p>
            <a:pPr algn="l"/>
            <a:r>
              <a:rPr sz="1250" b="0" i="0">
                <a:solidFill>
                  <a:srgbClr val="1F2937"/>
                </a:solidFill>
                <a:latin typeface="Calibri"/>
              </a:rPr>
              <a:t>Support teams read every ticket to set priority, rewrote answers from scratch, and had no structured way to reuse past resolutions.</a:t>
            </a:r>
          </a:p>
        </p:txBody>
      </p:sp>
      <p:sp>
        <p:nvSpPr>
          <p:cNvPr id="8" name="TextBox 7"/>
          <p:cNvSpPr txBox="1"/>
          <p:nvPr/>
        </p:nvSpPr>
        <p:spPr>
          <a:xfrm>
            <a:off x="548640" y="3020746"/>
            <a:ext cx="6126480" cy="274320"/>
          </a:xfrm>
          <a:prstGeom prst="rect">
            <a:avLst/>
          </a:prstGeom>
          <a:noFill/>
        </p:spPr>
        <p:txBody>
          <a:bodyPr wrap="square" lIns="36576" tIns="18288" rIns="36576" bIns="18288" anchor="t">
            <a:spAutoFit/>
          </a:bodyPr>
          <a:lstStyle/>
          <a:p>
            <a:pPr algn="l"/>
            <a:r>
              <a:rPr sz="1100" b="1" i="0">
                <a:solidFill>
                  <a:srgbClr val="1F6F7A"/>
                </a:solidFill>
                <a:latin typeface="Calibri"/>
              </a:rPr>
              <a:t>HOW ARTIZENT DELIVERED</a:t>
            </a:r>
          </a:p>
        </p:txBody>
      </p:sp>
      <p:sp>
        <p:nvSpPr>
          <p:cNvPr id="9" name="TextBox 8"/>
          <p:cNvSpPr txBox="1"/>
          <p:nvPr/>
        </p:nvSpPr>
        <p:spPr>
          <a:xfrm>
            <a:off x="548640" y="3313354"/>
            <a:ext cx="6126480" cy="1645920"/>
          </a:xfrm>
          <a:prstGeom prst="rect">
            <a:avLst/>
          </a:prstGeom>
          <a:noFill/>
        </p:spPr>
        <p:txBody>
          <a:bodyPr wrap="square" lIns="18288" rIns="18288" anchor="t">
            <a:spAutoFit/>
          </a:bodyPr>
          <a:lstStyle/>
          <a:p>
            <a:pPr marL="155000" indent="-155000">
              <a:spcAft>
                <a:spcPts val="800"/>
              </a:spcAft>
            </a:pPr>
            <a:r>
              <a:rPr sz="1250" b="1">
                <a:solidFill>
                  <a:srgbClr val="1F6F7A"/>
                </a:solidFill>
                <a:latin typeface="Calibri"/>
              </a:rPr>
              <a:t>›  </a:t>
            </a:r>
            <a:r>
              <a:rPr sz="1250">
                <a:solidFill>
                  <a:srgbClr val="1F2937"/>
                </a:solidFill>
                <a:latin typeface="Calibri"/>
              </a:rPr>
              <a:t>Classified every ticket by priority, category, and issue automatically.</a:t>
            </a:r>
          </a:p>
          <a:p>
            <a:pPr marL="155000" indent="-155000">
              <a:spcAft>
                <a:spcPts val="800"/>
              </a:spcAft>
            </a:pPr>
            <a:r>
              <a:rPr sz="1250" b="1">
                <a:solidFill>
                  <a:srgbClr val="1F6F7A"/>
                </a:solidFill>
                <a:latin typeface="Calibri"/>
              </a:rPr>
              <a:t>›  </a:t>
            </a:r>
            <a:r>
              <a:rPr sz="1250">
                <a:solidFill>
                  <a:srgbClr val="1F2937"/>
                </a:solidFill>
                <a:latin typeface="Calibri"/>
              </a:rPr>
              <a:t>Surfaced account context and the top similar past cases by semantic search.</a:t>
            </a:r>
          </a:p>
          <a:p>
            <a:pPr marL="155000" indent="-155000">
              <a:spcAft>
                <a:spcPts val="800"/>
              </a:spcAft>
            </a:pPr>
            <a:r>
              <a:rPr sz="1250" b="1">
                <a:solidFill>
                  <a:srgbClr val="1F6F7A"/>
                </a:solidFill>
                <a:latin typeface="Calibri"/>
              </a:rPr>
              <a:t>›  </a:t>
            </a:r>
            <a:r>
              <a:rPr sz="1250">
                <a:solidFill>
                  <a:srgbClr val="1F2937"/>
                </a:solidFill>
                <a:latin typeface="Calibri"/>
              </a:rPr>
              <a:t>Drafted recommended responses behind a human review gate.</a:t>
            </a:r>
          </a:p>
        </p:txBody>
      </p:sp>
      <p:sp>
        <p:nvSpPr>
          <p:cNvPr id="10" name="Rounded Rectangle 9"/>
          <p:cNvSpPr/>
          <p:nvPr/>
        </p:nvSpPr>
        <p:spPr>
          <a:xfrm>
            <a:off x="7086600" y="1484554"/>
            <a:ext cx="4556455" cy="1024128"/>
          </a:xfrm>
          <a:prstGeom prst="roundRect">
            <a:avLst/>
          </a:prstGeom>
          <a:solidFill>
            <a:srgbClr val="F8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42631" y="1722297"/>
            <a:ext cx="45720" cy="548640"/>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43800" y="1575994"/>
            <a:ext cx="3916375" cy="548640"/>
          </a:xfrm>
          <a:prstGeom prst="rect">
            <a:avLst/>
          </a:prstGeom>
          <a:noFill/>
        </p:spPr>
        <p:txBody>
          <a:bodyPr wrap="square" lIns="36576" tIns="18288" rIns="36576" bIns="18288" anchor="ctr">
            <a:spAutoFit/>
          </a:bodyPr>
          <a:lstStyle/>
          <a:p>
            <a:pPr algn="l"/>
            <a:r>
              <a:rPr sz="3000" b="1" i="0">
                <a:solidFill>
                  <a:srgbClr val="B8913B"/>
                </a:solidFill>
                <a:latin typeface="Cambria"/>
              </a:rPr>
              <a:t>Seconds</a:t>
            </a:r>
          </a:p>
        </p:txBody>
      </p:sp>
      <p:sp>
        <p:nvSpPr>
          <p:cNvPr id="13" name="TextBox 12"/>
          <p:cNvSpPr txBox="1"/>
          <p:nvPr/>
        </p:nvSpPr>
        <p:spPr>
          <a:xfrm>
            <a:off x="7543800" y="2069770"/>
            <a:ext cx="3916375" cy="365760"/>
          </a:xfrm>
          <a:prstGeom prst="rect">
            <a:avLst/>
          </a:prstGeom>
          <a:noFill/>
        </p:spPr>
        <p:txBody>
          <a:bodyPr wrap="square" lIns="36576" tIns="18288" rIns="36576" bIns="18288" anchor="ctr">
            <a:spAutoFit/>
          </a:bodyPr>
          <a:lstStyle/>
          <a:p>
            <a:pPr algn="l"/>
            <a:r>
              <a:rPr sz="1150" b="0" i="0">
                <a:solidFill>
                  <a:srgbClr val="1F2937"/>
                </a:solidFill>
                <a:latin typeface="Calibri"/>
              </a:rPr>
              <a:t>to triage every ticket</a:t>
            </a:r>
          </a:p>
        </p:txBody>
      </p:sp>
      <p:sp>
        <p:nvSpPr>
          <p:cNvPr id="14" name="Rounded Rectangle 13"/>
          <p:cNvSpPr/>
          <p:nvPr/>
        </p:nvSpPr>
        <p:spPr>
          <a:xfrm>
            <a:off x="7086600" y="2664130"/>
            <a:ext cx="4556455" cy="1024128"/>
          </a:xfrm>
          <a:prstGeom prst="roundRect">
            <a:avLst/>
          </a:prstGeom>
          <a:solidFill>
            <a:srgbClr val="F8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342631" y="2901873"/>
            <a:ext cx="45720" cy="548640"/>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43800" y="2755570"/>
            <a:ext cx="3916375" cy="548640"/>
          </a:xfrm>
          <a:prstGeom prst="rect">
            <a:avLst/>
          </a:prstGeom>
          <a:noFill/>
        </p:spPr>
        <p:txBody>
          <a:bodyPr wrap="square" lIns="36576" tIns="18288" rIns="36576" bIns="18288" anchor="ctr">
            <a:spAutoFit/>
          </a:bodyPr>
          <a:lstStyle/>
          <a:p>
            <a:pPr algn="l"/>
            <a:r>
              <a:rPr sz="3000" b="1" i="0">
                <a:solidFill>
                  <a:srgbClr val="B8913B"/>
                </a:solidFill>
                <a:latin typeface="Cambria"/>
              </a:rPr>
              <a:t>75%</a:t>
            </a:r>
          </a:p>
        </p:txBody>
      </p:sp>
      <p:sp>
        <p:nvSpPr>
          <p:cNvPr id="17" name="TextBox 16"/>
          <p:cNvSpPr txBox="1"/>
          <p:nvPr/>
        </p:nvSpPr>
        <p:spPr>
          <a:xfrm>
            <a:off x="7543800" y="3249345"/>
            <a:ext cx="3916375" cy="365760"/>
          </a:xfrm>
          <a:prstGeom prst="rect">
            <a:avLst/>
          </a:prstGeom>
          <a:noFill/>
        </p:spPr>
        <p:txBody>
          <a:bodyPr wrap="square" lIns="36576" tIns="18288" rIns="36576" bIns="18288" anchor="ctr">
            <a:spAutoFit/>
          </a:bodyPr>
          <a:lstStyle/>
          <a:p>
            <a:pPr algn="l"/>
            <a:r>
              <a:rPr sz="1150" b="0" i="0">
                <a:solidFill>
                  <a:srgbClr val="1F2937"/>
                </a:solidFill>
                <a:latin typeface="Calibri"/>
              </a:rPr>
              <a:t>auto-resolution confidence</a:t>
            </a:r>
          </a:p>
        </p:txBody>
      </p:sp>
      <p:sp>
        <p:nvSpPr>
          <p:cNvPr id="18" name="Rounded Rectangle 17"/>
          <p:cNvSpPr/>
          <p:nvPr/>
        </p:nvSpPr>
        <p:spPr>
          <a:xfrm>
            <a:off x="7086600" y="3843706"/>
            <a:ext cx="4556455" cy="1024128"/>
          </a:xfrm>
          <a:prstGeom prst="roundRect">
            <a:avLst/>
          </a:prstGeom>
          <a:solidFill>
            <a:srgbClr val="F8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342631" y="4081450"/>
            <a:ext cx="45720" cy="548640"/>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43800" y="3935146"/>
            <a:ext cx="3916375" cy="548640"/>
          </a:xfrm>
          <a:prstGeom prst="rect">
            <a:avLst/>
          </a:prstGeom>
          <a:noFill/>
        </p:spPr>
        <p:txBody>
          <a:bodyPr wrap="square" lIns="36576" tIns="18288" rIns="36576" bIns="18288" anchor="ctr">
            <a:spAutoFit/>
          </a:bodyPr>
          <a:lstStyle/>
          <a:p>
            <a:pPr algn="l"/>
            <a:r>
              <a:rPr sz="3000" b="1" i="0">
                <a:solidFill>
                  <a:srgbClr val="B8913B"/>
                </a:solidFill>
                <a:latin typeface="Cambria"/>
              </a:rPr>
              <a:t>Auto</a:t>
            </a:r>
          </a:p>
        </p:txBody>
      </p:sp>
      <p:sp>
        <p:nvSpPr>
          <p:cNvPr id="21" name="TextBox 20"/>
          <p:cNvSpPr txBox="1"/>
          <p:nvPr/>
        </p:nvSpPr>
        <p:spPr>
          <a:xfrm>
            <a:off x="7543800" y="4428922"/>
            <a:ext cx="3916375" cy="365760"/>
          </a:xfrm>
          <a:prstGeom prst="rect">
            <a:avLst/>
          </a:prstGeom>
          <a:noFill/>
        </p:spPr>
        <p:txBody>
          <a:bodyPr wrap="square" lIns="36576" tIns="18288" rIns="36576" bIns="18288" anchor="ctr">
            <a:spAutoFit/>
          </a:bodyPr>
          <a:lstStyle/>
          <a:p>
            <a:pPr algn="l"/>
            <a:r>
              <a:rPr sz="1150" b="0" i="0">
                <a:solidFill>
                  <a:srgbClr val="1F2937"/>
                </a:solidFill>
                <a:latin typeface="Calibri"/>
              </a:rPr>
              <a:t>priority on every ticket</a:t>
            </a:r>
          </a:p>
        </p:txBody>
      </p:sp>
      <p:sp>
        <p:nvSpPr>
          <p:cNvPr id="22" name="Rounded Rectangle 21"/>
          <p:cNvSpPr/>
          <p:nvPr/>
        </p:nvSpPr>
        <p:spPr>
          <a:xfrm>
            <a:off x="548640" y="5050714"/>
            <a:ext cx="11094415" cy="658368"/>
          </a:xfrm>
          <a:prstGeom prst="round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4672" y="5050714"/>
            <a:ext cx="10582351" cy="658368"/>
          </a:xfrm>
          <a:prstGeom prst="rect">
            <a:avLst/>
          </a:prstGeom>
          <a:noFill/>
        </p:spPr>
        <p:txBody>
          <a:bodyPr wrap="square" lIns="36576" tIns="18288" rIns="36576" bIns="18288" anchor="ctr">
            <a:spAutoFit/>
          </a:bodyPr>
          <a:lstStyle/>
          <a:p>
            <a:pPr algn="l"/>
            <a:r>
              <a:rPr sz="1250" b="1" i="0">
                <a:solidFill>
                  <a:srgbClr val="B8913B"/>
                </a:solidFill>
                <a:latin typeface="Calibri"/>
              </a:rPr>
              <a:t>Business impact:   </a:t>
            </a:r>
            <a:r>
              <a:rPr sz="1250" b="0" i="0">
                <a:solidFill>
                  <a:srgbClr val="0A1628"/>
                </a:solidFill>
                <a:latin typeface="Calibri"/>
              </a:rPr>
              <a:t>Tickets are triaged and enriched before a human touches them, with past resolutions surfaced at the point of need.</a:t>
            </a:r>
          </a:p>
        </p:txBody>
      </p:sp>
      <p:sp>
        <p:nvSpPr>
          <p:cNvPr id="27" name="Text 2">
            <a:extLst>
              <a:ext uri="{FF2B5EF4-FFF2-40B4-BE49-F238E27FC236}">
                <a16:creationId xmlns:a16="http://schemas.microsoft.com/office/drawing/2014/main" id="{CCEAF88C-9518-232C-4F14-7CD0BC0FB65E}"/>
              </a:ext>
            </a:extLst>
          </p:cNvPr>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CASE STUDY  ·  AUTOMOTIVE</a:t>
            </a:r>
          </a:p>
        </p:txBody>
      </p:sp>
      <p:sp>
        <p:nvSpPr>
          <p:cNvPr id="29" name="Text 1">
            <a:extLst>
              <a:ext uri="{FF2B5EF4-FFF2-40B4-BE49-F238E27FC236}">
                <a16:creationId xmlns:a16="http://schemas.microsoft.com/office/drawing/2014/main" id="{62808194-1613-50C1-2288-8C6080474532}"/>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33</a:t>
            </a:fld>
            <a:endParaRPr lang="en-US" sz="1000"/>
          </a:p>
        </p:txBody>
      </p:sp>
      <p:sp>
        <p:nvSpPr>
          <p:cNvPr id="31" name="Text 3">
            <a:extLst>
              <a:ext uri="{FF2B5EF4-FFF2-40B4-BE49-F238E27FC236}">
                <a16:creationId xmlns:a16="http://schemas.microsoft.com/office/drawing/2014/main" id="{3D5C38BF-5D94-653F-9604-D89FEEEE469E}"/>
              </a:ext>
            </a:extLst>
          </p:cNvPr>
          <p:cNvSpPr/>
          <p:nvPr/>
        </p:nvSpPr>
        <p:spPr>
          <a:xfrm>
            <a:off x="548640" y="457200"/>
            <a:ext cx="11064240" cy="548640"/>
          </a:xfrm>
          <a:prstGeom prst="rect">
            <a:avLst/>
          </a:prstGeom>
          <a:noFill/>
          <a:ln/>
        </p:spPr>
        <p:txBody>
          <a:bodyPr wrap="square" lIns="0" tIns="0" rIns="0" bIns="0" rtlCol="0" anchor="ctr"/>
          <a:lstStyle/>
          <a:p>
            <a:pPr marL="0" indent="0">
              <a:buNone/>
            </a:pPr>
            <a:r>
              <a:rPr lang="en-US" sz="2000" b="1">
                <a:solidFill>
                  <a:srgbClr val="0A1628"/>
                </a:solidFill>
                <a:latin typeface="Georgia" pitchFamily="34" charset="0"/>
              </a:rPr>
              <a:t>Support ticket triage in seconds for an automotive data provider</a:t>
            </a:r>
          </a:p>
        </p:txBody>
      </p:sp>
      <p:sp>
        <p:nvSpPr>
          <p:cNvPr id="33" name="Shape 4">
            <a:extLst>
              <a:ext uri="{FF2B5EF4-FFF2-40B4-BE49-F238E27FC236}">
                <a16:creationId xmlns:a16="http://schemas.microsoft.com/office/drawing/2014/main" id="{7E6C04AC-7D19-575E-8240-C8E864008F52}"/>
              </a:ext>
            </a:extLst>
          </p:cNvPr>
          <p:cNvSpPr/>
          <p:nvPr/>
        </p:nvSpPr>
        <p:spPr>
          <a:xfrm>
            <a:off x="566928" y="1024128"/>
            <a:ext cx="1371600" cy="32004"/>
          </a:xfrm>
          <a:prstGeom prst="rect">
            <a:avLst/>
          </a:prstGeom>
          <a:solidFill>
            <a:srgbClr val="B8913B"/>
          </a:solidFill>
          <a:ln/>
        </p:spPr>
        <p:txBody>
          <a:bodyPr/>
          <a:lstStyle/>
          <a:p>
            <a:endParaRPr lang="en-IN"/>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484554"/>
            <a:ext cx="6126480" cy="274320"/>
          </a:xfrm>
          <a:prstGeom prst="rect">
            <a:avLst/>
          </a:prstGeom>
          <a:noFill/>
        </p:spPr>
        <p:txBody>
          <a:bodyPr wrap="square" lIns="36576" tIns="18288" rIns="36576" bIns="18288" anchor="t">
            <a:spAutoFit/>
          </a:bodyPr>
          <a:lstStyle/>
          <a:p>
            <a:pPr algn="l"/>
            <a:r>
              <a:rPr sz="1100" b="1" i="0">
                <a:solidFill>
                  <a:srgbClr val="B8913B"/>
                </a:solidFill>
                <a:latin typeface="Calibri"/>
              </a:rPr>
              <a:t>THE CHALLENGE</a:t>
            </a:r>
          </a:p>
        </p:txBody>
      </p:sp>
      <p:sp>
        <p:nvSpPr>
          <p:cNvPr id="7" name="TextBox 6"/>
          <p:cNvSpPr txBox="1"/>
          <p:nvPr/>
        </p:nvSpPr>
        <p:spPr>
          <a:xfrm>
            <a:off x="548640" y="1777162"/>
            <a:ext cx="6126480" cy="1097280"/>
          </a:xfrm>
          <a:prstGeom prst="rect">
            <a:avLst/>
          </a:prstGeom>
          <a:noFill/>
        </p:spPr>
        <p:txBody>
          <a:bodyPr wrap="square" lIns="36576" tIns="18288" rIns="36576" bIns="18288" anchor="t">
            <a:spAutoFit/>
          </a:bodyPr>
          <a:lstStyle/>
          <a:p>
            <a:pPr algn="l"/>
            <a:r>
              <a:rPr sz="1250" b="0" i="0">
                <a:solidFill>
                  <a:srgbClr val="1F2937"/>
                </a:solidFill>
                <a:latin typeface="Calibri"/>
              </a:rPr>
              <a:t>Sales teams drafted proposals by hand from static templates, with no content library, no audit trail, and manual pricing across multi-year hospital contracts.</a:t>
            </a:r>
          </a:p>
        </p:txBody>
      </p:sp>
      <p:sp>
        <p:nvSpPr>
          <p:cNvPr id="8" name="TextBox 7"/>
          <p:cNvSpPr txBox="1"/>
          <p:nvPr/>
        </p:nvSpPr>
        <p:spPr>
          <a:xfrm>
            <a:off x="548640" y="3020746"/>
            <a:ext cx="6126480" cy="274320"/>
          </a:xfrm>
          <a:prstGeom prst="rect">
            <a:avLst/>
          </a:prstGeom>
          <a:noFill/>
        </p:spPr>
        <p:txBody>
          <a:bodyPr wrap="square" lIns="36576" tIns="18288" rIns="36576" bIns="18288" anchor="t">
            <a:spAutoFit/>
          </a:bodyPr>
          <a:lstStyle/>
          <a:p>
            <a:pPr algn="l"/>
            <a:r>
              <a:rPr sz="1100" b="1" i="0">
                <a:solidFill>
                  <a:srgbClr val="1F6F7A"/>
                </a:solidFill>
                <a:latin typeface="Calibri"/>
              </a:rPr>
              <a:t>HOW ARTIZENT DELIVERED</a:t>
            </a:r>
          </a:p>
        </p:txBody>
      </p:sp>
      <p:sp>
        <p:nvSpPr>
          <p:cNvPr id="9" name="TextBox 8"/>
          <p:cNvSpPr txBox="1"/>
          <p:nvPr/>
        </p:nvSpPr>
        <p:spPr>
          <a:xfrm>
            <a:off x="548640" y="3313354"/>
            <a:ext cx="6126480" cy="1645920"/>
          </a:xfrm>
          <a:prstGeom prst="rect">
            <a:avLst/>
          </a:prstGeom>
          <a:noFill/>
        </p:spPr>
        <p:txBody>
          <a:bodyPr wrap="square" lIns="18288" rIns="18288" anchor="t">
            <a:spAutoFit/>
          </a:bodyPr>
          <a:lstStyle/>
          <a:p>
            <a:pPr marL="155000" indent="-155000">
              <a:spcAft>
                <a:spcPts val="800"/>
              </a:spcAft>
            </a:pPr>
            <a:r>
              <a:rPr sz="1250" b="1">
                <a:solidFill>
                  <a:srgbClr val="1F6F7A"/>
                </a:solidFill>
                <a:latin typeface="Calibri"/>
              </a:rPr>
              <a:t>›  </a:t>
            </a:r>
            <a:r>
              <a:rPr sz="1250">
                <a:solidFill>
                  <a:srgbClr val="1F2937"/>
                </a:solidFill>
                <a:latin typeface="Calibri"/>
              </a:rPr>
              <a:t>Built four agents that carry proposals from CRM to customer-ready.</a:t>
            </a:r>
          </a:p>
          <a:p>
            <a:pPr marL="155000" indent="-155000">
              <a:spcAft>
                <a:spcPts val="800"/>
              </a:spcAft>
            </a:pPr>
            <a:r>
              <a:rPr sz="1250" b="1">
                <a:solidFill>
                  <a:srgbClr val="1F6F7A"/>
                </a:solidFill>
                <a:latin typeface="Calibri"/>
              </a:rPr>
              <a:t>›  </a:t>
            </a:r>
            <a:r>
              <a:rPr sz="1250">
                <a:solidFill>
                  <a:srgbClr val="1F2937"/>
                </a:solidFill>
                <a:latin typeface="Calibri"/>
              </a:rPr>
              <a:t>Grounded every draft in approved clinical language and brand rules.</a:t>
            </a:r>
          </a:p>
          <a:p>
            <a:pPr marL="155000" indent="-155000">
              <a:spcAft>
                <a:spcPts val="800"/>
              </a:spcAft>
            </a:pPr>
            <a:r>
              <a:rPr sz="1250" b="1">
                <a:solidFill>
                  <a:srgbClr val="1F6F7A"/>
                </a:solidFill>
                <a:latin typeface="Calibri"/>
              </a:rPr>
              <a:t>›  </a:t>
            </a:r>
            <a:r>
              <a:rPr sz="1250">
                <a:solidFill>
                  <a:srgbClr val="1F2937"/>
                </a:solidFill>
                <a:latin typeface="Calibri"/>
              </a:rPr>
              <a:t>Enforced human review gates with a full version audit trail.</a:t>
            </a:r>
          </a:p>
        </p:txBody>
      </p:sp>
      <p:sp>
        <p:nvSpPr>
          <p:cNvPr id="10" name="Rounded Rectangle 9"/>
          <p:cNvSpPr/>
          <p:nvPr/>
        </p:nvSpPr>
        <p:spPr>
          <a:xfrm>
            <a:off x="7086600" y="1484554"/>
            <a:ext cx="4556455" cy="1024128"/>
          </a:xfrm>
          <a:prstGeom prst="roundRect">
            <a:avLst/>
          </a:prstGeom>
          <a:solidFill>
            <a:srgbClr val="F8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42631" y="1722297"/>
            <a:ext cx="45720" cy="548640"/>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43800" y="1575994"/>
            <a:ext cx="3916375" cy="548640"/>
          </a:xfrm>
          <a:prstGeom prst="rect">
            <a:avLst/>
          </a:prstGeom>
          <a:noFill/>
        </p:spPr>
        <p:txBody>
          <a:bodyPr wrap="square" lIns="36576" tIns="18288" rIns="36576" bIns="18288" anchor="ctr">
            <a:spAutoFit/>
          </a:bodyPr>
          <a:lstStyle/>
          <a:p>
            <a:pPr algn="l"/>
            <a:r>
              <a:rPr sz="3000" b="1" i="0">
                <a:solidFill>
                  <a:srgbClr val="B8913B"/>
                </a:solidFill>
                <a:latin typeface="Cambria"/>
              </a:rPr>
              <a:t>40-60%</a:t>
            </a:r>
          </a:p>
        </p:txBody>
      </p:sp>
      <p:sp>
        <p:nvSpPr>
          <p:cNvPr id="13" name="TextBox 12"/>
          <p:cNvSpPr txBox="1"/>
          <p:nvPr/>
        </p:nvSpPr>
        <p:spPr>
          <a:xfrm>
            <a:off x="7543800" y="2069770"/>
            <a:ext cx="3916375" cy="365760"/>
          </a:xfrm>
          <a:prstGeom prst="rect">
            <a:avLst/>
          </a:prstGeom>
          <a:noFill/>
        </p:spPr>
        <p:txBody>
          <a:bodyPr wrap="square" lIns="36576" tIns="18288" rIns="36576" bIns="18288" anchor="ctr">
            <a:spAutoFit/>
          </a:bodyPr>
          <a:lstStyle/>
          <a:p>
            <a:pPr algn="l"/>
            <a:r>
              <a:rPr sz="1150" b="0" i="0">
                <a:solidFill>
                  <a:srgbClr val="1F2937"/>
                </a:solidFill>
                <a:latin typeface="Calibri"/>
              </a:rPr>
              <a:t>less proposal draft time</a:t>
            </a:r>
          </a:p>
        </p:txBody>
      </p:sp>
      <p:sp>
        <p:nvSpPr>
          <p:cNvPr id="14" name="Rounded Rectangle 13"/>
          <p:cNvSpPr/>
          <p:nvPr/>
        </p:nvSpPr>
        <p:spPr>
          <a:xfrm>
            <a:off x="7086600" y="2664130"/>
            <a:ext cx="4556455" cy="1024128"/>
          </a:xfrm>
          <a:prstGeom prst="roundRect">
            <a:avLst/>
          </a:prstGeom>
          <a:solidFill>
            <a:srgbClr val="F8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342631" y="2901873"/>
            <a:ext cx="45720" cy="548640"/>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43800" y="2755570"/>
            <a:ext cx="3916375" cy="548640"/>
          </a:xfrm>
          <a:prstGeom prst="rect">
            <a:avLst/>
          </a:prstGeom>
          <a:noFill/>
        </p:spPr>
        <p:txBody>
          <a:bodyPr wrap="square" lIns="36576" tIns="18288" rIns="36576" bIns="18288" anchor="ctr">
            <a:spAutoFit/>
          </a:bodyPr>
          <a:lstStyle/>
          <a:p>
            <a:pPr algn="l"/>
            <a:r>
              <a:rPr sz="3000" b="1" i="0">
                <a:solidFill>
                  <a:srgbClr val="B8913B"/>
                </a:solidFill>
                <a:latin typeface="Cambria"/>
              </a:rPr>
              <a:t>100%</a:t>
            </a:r>
          </a:p>
        </p:txBody>
      </p:sp>
      <p:sp>
        <p:nvSpPr>
          <p:cNvPr id="17" name="TextBox 16"/>
          <p:cNvSpPr txBox="1"/>
          <p:nvPr/>
        </p:nvSpPr>
        <p:spPr>
          <a:xfrm>
            <a:off x="7543800" y="3249345"/>
            <a:ext cx="3916375" cy="365760"/>
          </a:xfrm>
          <a:prstGeom prst="rect">
            <a:avLst/>
          </a:prstGeom>
          <a:noFill/>
        </p:spPr>
        <p:txBody>
          <a:bodyPr wrap="square" lIns="36576" tIns="18288" rIns="36576" bIns="18288" anchor="ctr">
            <a:spAutoFit/>
          </a:bodyPr>
          <a:lstStyle/>
          <a:p>
            <a:pPr algn="l"/>
            <a:r>
              <a:rPr sz="1150" b="0" i="0">
                <a:solidFill>
                  <a:srgbClr val="1F2937"/>
                </a:solidFill>
                <a:latin typeface="Calibri"/>
              </a:rPr>
              <a:t>version audit trail coverage</a:t>
            </a:r>
          </a:p>
        </p:txBody>
      </p:sp>
      <p:sp>
        <p:nvSpPr>
          <p:cNvPr id="18" name="Rounded Rectangle 17"/>
          <p:cNvSpPr/>
          <p:nvPr/>
        </p:nvSpPr>
        <p:spPr>
          <a:xfrm>
            <a:off x="7086600" y="3843706"/>
            <a:ext cx="4556455" cy="1024128"/>
          </a:xfrm>
          <a:prstGeom prst="roundRect">
            <a:avLst/>
          </a:prstGeom>
          <a:solidFill>
            <a:srgbClr val="F8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342631" y="4081450"/>
            <a:ext cx="45720" cy="548640"/>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43800" y="3935146"/>
            <a:ext cx="3916375" cy="548640"/>
          </a:xfrm>
          <a:prstGeom prst="rect">
            <a:avLst/>
          </a:prstGeom>
          <a:noFill/>
        </p:spPr>
        <p:txBody>
          <a:bodyPr wrap="square" lIns="36576" tIns="18288" rIns="36576" bIns="18288" anchor="ctr">
            <a:spAutoFit/>
          </a:bodyPr>
          <a:lstStyle/>
          <a:p>
            <a:pPr algn="l"/>
            <a:r>
              <a:rPr sz="3000" b="1" i="0">
                <a:solidFill>
                  <a:srgbClr val="B8913B"/>
                </a:solidFill>
                <a:latin typeface="Cambria"/>
              </a:rPr>
              <a:t>4</a:t>
            </a:r>
          </a:p>
        </p:txBody>
      </p:sp>
      <p:sp>
        <p:nvSpPr>
          <p:cNvPr id="21" name="TextBox 20"/>
          <p:cNvSpPr txBox="1"/>
          <p:nvPr/>
        </p:nvSpPr>
        <p:spPr>
          <a:xfrm>
            <a:off x="7543800" y="4428922"/>
            <a:ext cx="3916375" cy="365760"/>
          </a:xfrm>
          <a:prstGeom prst="rect">
            <a:avLst/>
          </a:prstGeom>
          <a:noFill/>
        </p:spPr>
        <p:txBody>
          <a:bodyPr wrap="square" lIns="36576" tIns="18288" rIns="36576" bIns="18288" anchor="ctr">
            <a:spAutoFit/>
          </a:bodyPr>
          <a:lstStyle/>
          <a:p>
            <a:pPr algn="l"/>
            <a:r>
              <a:rPr sz="1150" b="0" i="0">
                <a:solidFill>
                  <a:srgbClr val="1F2937"/>
                </a:solidFill>
                <a:latin typeface="Calibri"/>
              </a:rPr>
              <a:t>agents, CRM to customer-ready</a:t>
            </a:r>
          </a:p>
        </p:txBody>
      </p:sp>
      <p:sp>
        <p:nvSpPr>
          <p:cNvPr id="22" name="Rounded Rectangle 21"/>
          <p:cNvSpPr/>
          <p:nvPr/>
        </p:nvSpPr>
        <p:spPr>
          <a:xfrm>
            <a:off x="548640" y="5050714"/>
            <a:ext cx="11094415" cy="658368"/>
          </a:xfrm>
          <a:prstGeom prst="round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4672" y="5050714"/>
            <a:ext cx="10582351" cy="658368"/>
          </a:xfrm>
          <a:prstGeom prst="rect">
            <a:avLst/>
          </a:prstGeom>
          <a:noFill/>
        </p:spPr>
        <p:txBody>
          <a:bodyPr wrap="square" lIns="36576" tIns="18288" rIns="36576" bIns="18288" anchor="ctr">
            <a:spAutoFit/>
          </a:bodyPr>
          <a:lstStyle/>
          <a:p>
            <a:pPr algn="l"/>
            <a:r>
              <a:rPr sz="1250" b="1" i="0">
                <a:solidFill>
                  <a:srgbClr val="B8913B"/>
                </a:solidFill>
                <a:latin typeface="Calibri"/>
              </a:rPr>
              <a:t>Business impact:   </a:t>
            </a:r>
            <a:r>
              <a:rPr sz="1250" b="0" i="0">
                <a:solidFill>
                  <a:srgbClr val="0A1628"/>
                </a:solidFill>
                <a:latin typeface="Calibri"/>
              </a:rPr>
              <a:t>Reps get consistent, compliant, customer-ready proposals without manual assembly.</a:t>
            </a:r>
          </a:p>
        </p:txBody>
      </p:sp>
      <p:sp>
        <p:nvSpPr>
          <p:cNvPr id="27" name="Text 2">
            <a:extLst>
              <a:ext uri="{FF2B5EF4-FFF2-40B4-BE49-F238E27FC236}">
                <a16:creationId xmlns:a16="http://schemas.microsoft.com/office/drawing/2014/main" id="{C069227A-6128-D33F-B418-867FEDE9BA9E}"/>
              </a:ext>
            </a:extLst>
          </p:cNvPr>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CASE STUDY  ·  HEALTHCARE</a:t>
            </a:r>
          </a:p>
        </p:txBody>
      </p:sp>
      <p:sp>
        <p:nvSpPr>
          <p:cNvPr id="29" name="Text 1">
            <a:extLst>
              <a:ext uri="{FF2B5EF4-FFF2-40B4-BE49-F238E27FC236}">
                <a16:creationId xmlns:a16="http://schemas.microsoft.com/office/drawing/2014/main" id="{54E5F3E3-8341-D7A6-2217-501CE60BC7FC}"/>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34</a:t>
            </a:fld>
            <a:endParaRPr lang="en-US" sz="1000"/>
          </a:p>
        </p:txBody>
      </p:sp>
      <p:sp>
        <p:nvSpPr>
          <p:cNvPr id="31" name="Text 3">
            <a:extLst>
              <a:ext uri="{FF2B5EF4-FFF2-40B4-BE49-F238E27FC236}">
                <a16:creationId xmlns:a16="http://schemas.microsoft.com/office/drawing/2014/main" id="{06F6EE0B-FE70-F03E-47F5-A0CC9F9C8EF1}"/>
              </a:ext>
            </a:extLst>
          </p:cNvPr>
          <p:cNvSpPr/>
          <p:nvPr/>
        </p:nvSpPr>
        <p:spPr>
          <a:xfrm>
            <a:off x="548640" y="457200"/>
            <a:ext cx="11064240" cy="548640"/>
          </a:xfrm>
          <a:prstGeom prst="rect">
            <a:avLst/>
          </a:prstGeom>
          <a:noFill/>
          <a:ln/>
        </p:spPr>
        <p:txBody>
          <a:bodyPr wrap="square" lIns="0" tIns="0" rIns="0" bIns="0" rtlCol="0" anchor="ctr"/>
          <a:lstStyle/>
          <a:p>
            <a:pPr marL="0" indent="0">
              <a:buNone/>
            </a:pPr>
            <a:r>
              <a:rPr lang="en-US" sz="2000" b="1">
                <a:solidFill>
                  <a:srgbClr val="0A1628"/>
                </a:solidFill>
                <a:latin typeface="Georgia" pitchFamily="34" charset="0"/>
              </a:rPr>
              <a:t>Proposal draft time cut 40-60% for a clinical guidelines platform</a:t>
            </a:r>
          </a:p>
        </p:txBody>
      </p:sp>
      <p:sp>
        <p:nvSpPr>
          <p:cNvPr id="33" name="Shape 4">
            <a:extLst>
              <a:ext uri="{FF2B5EF4-FFF2-40B4-BE49-F238E27FC236}">
                <a16:creationId xmlns:a16="http://schemas.microsoft.com/office/drawing/2014/main" id="{D8F9AF5F-3CC4-A34A-075B-BDBC32C3D64D}"/>
              </a:ext>
            </a:extLst>
          </p:cNvPr>
          <p:cNvSpPr/>
          <p:nvPr/>
        </p:nvSpPr>
        <p:spPr>
          <a:xfrm>
            <a:off x="566928" y="1024128"/>
            <a:ext cx="1371600" cy="32004"/>
          </a:xfrm>
          <a:prstGeom prst="rect">
            <a:avLst/>
          </a:prstGeom>
          <a:solidFill>
            <a:srgbClr val="B8913B"/>
          </a:solidFill>
          <a:ln/>
        </p:spPr>
        <p:txBody>
          <a:bodyPr/>
          <a:lstStyle/>
          <a:p>
            <a:endParaRPr lang="en-I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484554"/>
            <a:ext cx="6126480" cy="274320"/>
          </a:xfrm>
          <a:prstGeom prst="rect">
            <a:avLst/>
          </a:prstGeom>
          <a:noFill/>
        </p:spPr>
        <p:txBody>
          <a:bodyPr wrap="square" lIns="36576" tIns="18288" rIns="36576" bIns="18288" anchor="t">
            <a:spAutoFit/>
          </a:bodyPr>
          <a:lstStyle/>
          <a:p>
            <a:pPr algn="l"/>
            <a:r>
              <a:rPr sz="1100" b="1" i="0">
                <a:solidFill>
                  <a:srgbClr val="B8913B"/>
                </a:solidFill>
                <a:latin typeface="Calibri"/>
              </a:rPr>
              <a:t>THE CHALLENGE</a:t>
            </a:r>
          </a:p>
        </p:txBody>
      </p:sp>
      <p:sp>
        <p:nvSpPr>
          <p:cNvPr id="7" name="TextBox 6"/>
          <p:cNvSpPr txBox="1"/>
          <p:nvPr/>
        </p:nvSpPr>
        <p:spPr>
          <a:xfrm>
            <a:off x="548640" y="1777162"/>
            <a:ext cx="6126480" cy="1097280"/>
          </a:xfrm>
          <a:prstGeom prst="rect">
            <a:avLst/>
          </a:prstGeom>
          <a:noFill/>
        </p:spPr>
        <p:txBody>
          <a:bodyPr wrap="square" lIns="36576" tIns="18288" rIns="36576" bIns="18288" anchor="t">
            <a:spAutoFit/>
          </a:bodyPr>
          <a:lstStyle/>
          <a:p>
            <a:pPr algn="l"/>
            <a:r>
              <a:rPr sz="1250" b="0" i="0">
                <a:solidFill>
                  <a:srgbClr val="1F2937"/>
                </a:solidFill>
                <a:latin typeface="Calibri"/>
              </a:rPr>
              <a:t>Manual policy and claims reporting across multiple systems caused slow analytics, high maintenance, and limited business visibility.</a:t>
            </a:r>
          </a:p>
        </p:txBody>
      </p:sp>
      <p:sp>
        <p:nvSpPr>
          <p:cNvPr id="8" name="TextBox 7"/>
          <p:cNvSpPr txBox="1"/>
          <p:nvPr/>
        </p:nvSpPr>
        <p:spPr>
          <a:xfrm>
            <a:off x="548640" y="3020746"/>
            <a:ext cx="6126480" cy="274320"/>
          </a:xfrm>
          <a:prstGeom prst="rect">
            <a:avLst/>
          </a:prstGeom>
          <a:noFill/>
        </p:spPr>
        <p:txBody>
          <a:bodyPr wrap="square" lIns="36576" tIns="18288" rIns="36576" bIns="18288" anchor="t">
            <a:spAutoFit/>
          </a:bodyPr>
          <a:lstStyle/>
          <a:p>
            <a:pPr algn="l"/>
            <a:r>
              <a:rPr sz="1100" b="1" i="0">
                <a:solidFill>
                  <a:srgbClr val="1F6F7A"/>
                </a:solidFill>
                <a:latin typeface="Calibri"/>
              </a:rPr>
              <a:t>HOW ARTIZENT DELIVERED</a:t>
            </a:r>
          </a:p>
        </p:txBody>
      </p:sp>
      <p:sp>
        <p:nvSpPr>
          <p:cNvPr id="9" name="TextBox 8"/>
          <p:cNvSpPr txBox="1"/>
          <p:nvPr/>
        </p:nvSpPr>
        <p:spPr>
          <a:xfrm>
            <a:off x="548640" y="3313354"/>
            <a:ext cx="6126480" cy="1645920"/>
          </a:xfrm>
          <a:prstGeom prst="rect">
            <a:avLst/>
          </a:prstGeom>
          <a:noFill/>
        </p:spPr>
        <p:txBody>
          <a:bodyPr wrap="square" lIns="18288" rIns="18288" anchor="t">
            <a:spAutoFit/>
          </a:bodyPr>
          <a:lstStyle/>
          <a:p>
            <a:pPr marL="155000" indent="-155000">
              <a:spcAft>
                <a:spcPts val="800"/>
              </a:spcAft>
            </a:pPr>
            <a:r>
              <a:rPr sz="1250" b="1">
                <a:solidFill>
                  <a:srgbClr val="1F6F7A"/>
                </a:solidFill>
                <a:latin typeface="Calibri"/>
              </a:rPr>
              <a:t>›  </a:t>
            </a:r>
            <a:r>
              <a:rPr sz="1250">
                <a:solidFill>
                  <a:srgbClr val="1F2937"/>
                </a:solidFill>
                <a:latin typeface="Calibri"/>
              </a:rPr>
              <a:t>Built a unified Microsoft Fabric platform.</a:t>
            </a:r>
          </a:p>
          <a:p>
            <a:pPr marL="155000" indent="-155000">
              <a:spcAft>
                <a:spcPts val="800"/>
              </a:spcAft>
            </a:pPr>
            <a:r>
              <a:rPr sz="1250" b="1">
                <a:solidFill>
                  <a:srgbClr val="1F6F7A"/>
                </a:solidFill>
                <a:latin typeface="Calibri"/>
              </a:rPr>
              <a:t>›  </a:t>
            </a:r>
            <a:r>
              <a:rPr sz="1250">
                <a:solidFill>
                  <a:srgbClr val="1F2937"/>
                </a:solidFill>
                <a:latin typeface="Calibri"/>
              </a:rPr>
              <a:t>Automated data integration across source systems.</a:t>
            </a:r>
          </a:p>
          <a:p>
            <a:pPr marL="155000" indent="-155000">
              <a:spcAft>
                <a:spcPts val="800"/>
              </a:spcAft>
            </a:pPr>
            <a:r>
              <a:rPr sz="1250" b="1">
                <a:solidFill>
                  <a:srgbClr val="1F6F7A"/>
                </a:solidFill>
                <a:latin typeface="Calibri"/>
              </a:rPr>
              <a:t>›  </a:t>
            </a:r>
            <a:r>
              <a:rPr sz="1250">
                <a:solidFill>
                  <a:srgbClr val="1F2937"/>
                </a:solidFill>
                <a:latin typeface="Calibri"/>
              </a:rPr>
              <a:t>Centralized models into one enterprise reporting layer.</a:t>
            </a:r>
          </a:p>
        </p:txBody>
      </p:sp>
      <p:sp>
        <p:nvSpPr>
          <p:cNvPr id="10" name="Rounded Rectangle 9"/>
          <p:cNvSpPr/>
          <p:nvPr/>
        </p:nvSpPr>
        <p:spPr>
          <a:xfrm>
            <a:off x="7086600" y="1484554"/>
            <a:ext cx="4556455" cy="1024128"/>
          </a:xfrm>
          <a:prstGeom prst="roundRect">
            <a:avLst/>
          </a:prstGeom>
          <a:solidFill>
            <a:srgbClr val="F8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42631" y="1722297"/>
            <a:ext cx="45720" cy="548640"/>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43800" y="1575994"/>
            <a:ext cx="3916375" cy="548640"/>
          </a:xfrm>
          <a:prstGeom prst="rect">
            <a:avLst/>
          </a:prstGeom>
          <a:noFill/>
        </p:spPr>
        <p:txBody>
          <a:bodyPr wrap="square" lIns="36576" tIns="18288" rIns="36576" bIns="18288" anchor="ctr">
            <a:spAutoFit/>
          </a:bodyPr>
          <a:lstStyle/>
          <a:p>
            <a:pPr algn="l"/>
            <a:r>
              <a:rPr sz="3000" b="1" i="0">
                <a:solidFill>
                  <a:srgbClr val="B8913B"/>
                </a:solidFill>
                <a:latin typeface="Cambria"/>
              </a:rPr>
              <a:t>&lt; 5 sec</a:t>
            </a:r>
          </a:p>
        </p:txBody>
      </p:sp>
      <p:sp>
        <p:nvSpPr>
          <p:cNvPr id="13" name="TextBox 12"/>
          <p:cNvSpPr txBox="1"/>
          <p:nvPr/>
        </p:nvSpPr>
        <p:spPr>
          <a:xfrm>
            <a:off x="7543800" y="2069770"/>
            <a:ext cx="3916375" cy="365760"/>
          </a:xfrm>
          <a:prstGeom prst="rect">
            <a:avLst/>
          </a:prstGeom>
          <a:noFill/>
        </p:spPr>
        <p:txBody>
          <a:bodyPr wrap="square" lIns="36576" tIns="18288" rIns="36576" bIns="18288" anchor="ctr">
            <a:spAutoFit/>
          </a:bodyPr>
          <a:lstStyle/>
          <a:p>
            <a:pPr algn="l"/>
            <a:r>
              <a:rPr sz="1150" b="0" i="0">
                <a:solidFill>
                  <a:srgbClr val="1F2937"/>
                </a:solidFill>
                <a:latin typeface="Calibri"/>
              </a:rPr>
              <a:t>queries, down from hours</a:t>
            </a:r>
          </a:p>
        </p:txBody>
      </p:sp>
      <p:sp>
        <p:nvSpPr>
          <p:cNvPr id="14" name="Rounded Rectangle 13"/>
          <p:cNvSpPr/>
          <p:nvPr/>
        </p:nvSpPr>
        <p:spPr>
          <a:xfrm>
            <a:off x="7086600" y="2664130"/>
            <a:ext cx="4556455" cy="1024128"/>
          </a:xfrm>
          <a:prstGeom prst="roundRect">
            <a:avLst/>
          </a:prstGeom>
          <a:solidFill>
            <a:srgbClr val="F8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342631" y="2901873"/>
            <a:ext cx="45720" cy="548640"/>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543800" y="2755570"/>
            <a:ext cx="3916375" cy="548640"/>
          </a:xfrm>
          <a:prstGeom prst="rect">
            <a:avLst/>
          </a:prstGeom>
          <a:noFill/>
        </p:spPr>
        <p:txBody>
          <a:bodyPr wrap="square" lIns="36576" tIns="18288" rIns="36576" bIns="18288" anchor="ctr">
            <a:spAutoFit/>
          </a:bodyPr>
          <a:lstStyle/>
          <a:p>
            <a:pPr algn="l"/>
            <a:r>
              <a:rPr sz="3000" b="1" i="0">
                <a:solidFill>
                  <a:srgbClr val="B8913B"/>
                </a:solidFill>
                <a:latin typeface="Cambria"/>
              </a:rPr>
              <a:t>50%</a:t>
            </a:r>
          </a:p>
        </p:txBody>
      </p:sp>
      <p:sp>
        <p:nvSpPr>
          <p:cNvPr id="17" name="TextBox 16"/>
          <p:cNvSpPr txBox="1"/>
          <p:nvPr/>
        </p:nvSpPr>
        <p:spPr>
          <a:xfrm>
            <a:off x="7543800" y="3249345"/>
            <a:ext cx="3916375" cy="365760"/>
          </a:xfrm>
          <a:prstGeom prst="rect">
            <a:avLst/>
          </a:prstGeom>
          <a:noFill/>
        </p:spPr>
        <p:txBody>
          <a:bodyPr wrap="square" lIns="36576" tIns="18288" rIns="36576" bIns="18288" anchor="ctr">
            <a:spAutoFit/>
          </a:bodyPr>
          <a:lstStyle/>
          <a:p>
            <a:pPr algn="l"/>
            <a:r>
              <a:rPr sz="1150" b="0" i="0">
                <a:solidFill>
                  <a:srgbClr val="1F2937"/>
                </a:solidFill>
                <a:latin typeface="Calibri"/>
              </a:rPr>
              <a:t>less maintenance effort</a:t>
            </a:r>
          </a:p>
        </p:txBody>
      </p:sp>
      <p:sp>
        <p:nvSpPr>
          <p:cNvPr id="18" name="Rounded Rectangle 17"/>
          <p:cNvSpPr/>
          <p:nvPr/>
        </p:nvSpPr>
        <p:spPr>
          <a:xfrm>
            <a:off x="7086600" y="3843706"/>
            <a:ext cx="4556455" cy="1024128"/>
          </a:xfrm>
          <a:prstGeom prst="roundRect">
            <a:avLst/>
          </a:prstGeom>
          <a:solidFill>
            <a:srgbClr val="F8F7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342631" y="4081450"/>
            <a:ext cx="45720" cy="548640"/>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543800" y="3935146"/>
            <a:ext cx="3916375" cy="548640"/>
          </a:xfrm>
          <a:prstGeom prst="rect">
            <a:avLst/>
          </a:prstGeom>
          <a:noFill/>
        </p:spPr>
        <p:txBody>
          <a:bodyPr wrap="square" lIns="36576" tIns="18288" rIns="36576" bIns="18288" anchor="ctr">
            <a:spAutoFit/>
          </a:bodyPr>
          <a:lstStyle/>
          <a:p>
            <a:pPr algn="l"/>
            <a:r>
              <a:rPr sz="3000" b="1" i="0">
                <a:solidFill>
                  <a:srgbClr val="B8913B"/>
                </a:solidFill>
                <a:latin typeface="Cambria"/>
              </a:rPr>
              <a:t>1</a:t>
            </a:r>
          </a:p>
        </p:txBody>
      </p:sp>
      <p:sp>
        <p:nvSpPr>
          <p:cNvPr id="21" name="TextBox 20"/>
          <p:cNvSpPr txBox="1"/>
          <p:nvPr/>
        </p:nvSpPr>
        <p:spPr>
          <a:xfrm>
            <a:off x="7543800" y="4428922"/>
            <a:ext cx="3916375" cy="365760"/>
          </a:xfrm>
          <a:prstGeom prst="rect">
            <a:avLst/>
          </a:prstGeom>
          <a:noFill/>
        </p:spPr>
        <p:txBody>
          <a:bodyPr wrap="square" lIns="36576" tIns="18288" rIns="36576" bIns="18288" anchor="ctr">
            <a:spAutoFit/>
          </a:bodyPr>
          <a:lstStyle/>
          <a:p>
            <a:pPr algn="l"/>
            <a:r>
              <a:rPr sz="1150" b="0" i="0">
                <a:solidFill>
                  <a:srgbClr val="1F2937"/>
                </a:solidFill>
                <a:latin typeface="Calibri"/>
              </a:rPr>
              <a:t>source of truth, policy and claims</a:t>
            </a:r>
          </a:p>
        </p:txBody>
      </p:sp>
      <p:sp>
        <p:nvSpPr>
          <p:cNvPr id="22" name="Rounded Rectangle 21"/>
          <p:cNvSpPr/>
          <p:nvPr/>
        </p:nvSpPr>
        <p:spPr>
          <a:xfrm>
            <a:off x="548640" y="5050714"/>
            <a:ext cx="11094415" cy="658368"/>
          </a:xfrm>
          <a:prstGeom prst="roundRect">
            <a:avLst/>
          </a:prstGeom>
          <a:solidFill>
            <a:srgbClr val="F4F1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04672" y="5050714"/>
            <a:ext cx="10582351" cy="658368"/>
          </a:xfrm>
          <a:prstGeom prst="rect">
            <a:avLst/>
          </a:prstGeom>
          <a:noFill/>
        </p:spPr>
        <p:txBody>
          <a:bodyPr wrap="square" lIns="36576" tIns="18288" rIns="36576" bIns="18288" anchor="ctr">
            <a:spAutoFit/>
          </a:bodyPr>
          <a:lstStyle/>
          <a:p>
            <a:pPr algn="l"/>
            <a:r>
              <a:rPr sz="1250" b="1" i="0">
                <a:solidFill>
                  <a:srgbClr val="B8913B"/>
                </a:solidFill>
                <a:latin typeface="Calibri"/>
              </a:rPr>
              <a:t>Business impact:   </a:t>
            </a:r>
            <a:r>
              <a:rPr sz="1250" b="0" i="0">
                <a:solidFill>
                  <a:srgbClr val="0A1628"/>
                </a:solidFill>
                <a:latin typeface="Calibri"/>
              </a:rPr>
              <a:t>Underwriting and claims decisions accelerate on a single, trusted source of truth.</a:t>
            </a:r>
          </a:p>
        </p:txBody>
      </p:sp>
      <p:sp>
        <p:nvSpPr>
          <p:cNvPr id="27" name="Text 2">
            <a:extLst>
              <a:ext uri="{FF2B5EF4-FFF2-40B4-BE49-F238E27FC236}">
                <a16:creationId xmlns:a16="http://schemas.microsoft.com/office/drawing/2014/main" id="{F0F708E1-4380-B85E-890F-B91E4658194E}"/>
              </a:ext>
            </a:extLst>
          </p:cNvPr>
          <p:cNvSpPr/>
          <p:nvPr/>
        </p:nvSpPr>
        <p:spPr>
          <a:xfrm>
            <a:off x="548640" y="201168"/>
            <a:ext cx="11064240" cy="237744"/>
          </a:xfrm>
          <a:prstGeom prst="rect">
            <a:avLst/>
          </a:prstGeom>
          <a:noFill/>
          <a:ln/>
        </p:spPr>
        <p:txBody>
          <a:bodyPr wrap="square" lIns="0" tIns="0" rIns="0" bIns="0" rtlCol="0" anchor="ctr"/>
          <a:lstStyle/>
          <a:p>
            <a:pPr marL="0" indent="0">
              <a:buNone/>
            </a:pPr>
            <a:r>
              <a:rPr lang="en-US" sz="1000" b="1" kern="0" spc="200">
                <a:solidFill>
                  <a:srgbClr val="B8913B"/>
                </a:solidFill>
                <a:latin typeface="Calibri" pitchFamily="34" charset="0"/>
                <a:ea typeface="Calibri" pitchFamily="34" charset="-122"/>
                <a:cs typeface="Calibri" pitchFamily="34" charset="-120"/>
              </a:rPr>
              <a:t>CASE STUDY  ·  INSURANCE</a:t>
            </a:r>
          </a:p>
        </p:txBody>
      </p:sp>
      <p:sp>
        <p:nvSpPr>
          <p:cNvPr id="29" name="Text 1">
            <a:extLst>
              <a:ext uri="{FF2B5EF4-FFF2-40B4-BE49-F238E27FC236}">
                <a16:creationId xmlns:a16="http://schemas.microsoft.com/office/drawing/2014/main" id="{B12A2DAB-BDC1-1342-6D74-66414EF1EB20}"/>
              </a:ext>
            </a:extLst>
          </p:cNvPr>
          <p:cNvSpPr/>
          <p:nvPr/>
        </p:nvSpPr>
        <p:spPr>
          <a:xfrm>
            <a:off x="548640" y="6473952"/>
            <a:ext cx="731520" cy="274320"/>
          </a:xfrm>
          <a:prstGeom prst="rect">
            <a:avLst/>
          </a:prstGeom>
          <a:noFill/>
          <a:ln/>
        </p:spPr>
        <p:txBody>
          <a:bodyPr wrap="square" lIns="0" tIns="0" rIns="0" bIns="0" rtlCol="0" anchor="ctr"/>
          <a:lstStyle/>
          <a:p>
            <a:pPr marL="0" indent="0">
              <a:buNone/>
            </a:pPr>
            <a:fld id="{4B245189-EE99-4049-82C4-5E877720DFD6}" type="slidenum">
              <a:rPr lang="en-US" sz="1000" smtClean="0">
                <a:solidFill>
                  <a:srgbClr val="B9C0CB"/>
                </a:solidFill>
                <a:latin typeface="Calibri" pitchFamily="34" charset="0"/>
                <a:ea typeface="Calibri" pitchFamily="34" charset="-122"/>
                <a:cs typeface="Calibri" pitchFamily="34" charset="-120"/>
              </a:rPr>
              <a:t>35</a:t>
            </a:fld>
            <a:endParaRPr lang="en-US" sz="1000"/>
          </a:p>
        </p:txBody>
      </p:sp>
      <p:sp>
        <p:nvSpPr>
          <p:cNvPr id="31" name="Text 3">
            <a:extLst>
              <a:ext uri="{FF2B5EF4-FFF2-40B4-BE49-F238E27FC236}">
                <a16:creationId xmlns:a16="http://schemas.microsoft.com/office/drawing/2014/main" id="{FDEF7924-3E28-D11D-AD29-03F916F28A35}"/>
              </a:ext>
            </a:extLst>
          </p:cNvPr>
          <p:cNvSpPr/>
          <p:nvPr/>
        </p:nvSpPr>
        <p:spPr>
          <a:xfrm>
            <a:off x="548640" y="457200"/>
            <a:ext cx="11064240" cy="548640"/>
          </a:xfrm>
          <a:prstGeom prst="rect">
            <a:avLst/>
          </a:prstGeom>
          <a:noFill/>
          <a:ln/>
        </p:spPr>
        <p:txBody>
          <a:bodyPr wrap="square" lIns="0" tIns="0" rIns="0" bIns="0" rtlCol="0" anchor="ctr"/>
          <a:lstStyle/>
          <a:p>
            <a:pPr marL="0" indent="0">
              <a:buNone/>
            </a:pPr>
            <a:r>
              <a:rPr lang="en-US" sz="2000" b="1">
                <a:solidFill>
                  <a:srgbClr val="0A1628"/>
                </a:solidFill>
                <a:latin typeface="Georgia" pitchFamily="34" charset="0"/>
              </a:rPr>
              <a:t>Query performance from hours to under five seconds</a:t>
            </a:r>
          </a:p>
        </p:txBody>
      </p:sp>
      <p:sp>
        <p:nvSpPr>
          <p:cNvPr id="33" name="Shape 4">
            <a:extLst>
              <a:ext uri="{FF2B5EF4-FFF2-40B4-BE49-F238E27FC236}">
                <a16:creationId xmlns:a16="http://schemas.microsoft.com/office/drawing/2014/main" id="{78431A24-A5CE-19FF-D234-EFA40479934B}"/>
              </a:ext>
            </a:extLst>
          </p:cNvPr>
          <p:cNvSpPr/>
          <p:nvPr/>
        </p:nvSpPr>
        <p:spPr>
          <a:xfrm>
            <a:off x="566928" y="1024128"/>
            <a:ext cx="1371600" cy="32004"/>
          </a:xfrm>
          <a:prstGeom prst="rect">
            <a:avLst/>
          </a:prstGeom>
          <a:solidFill>
            <a:srgbClr val="B8913B"/>
          </a:solidFill>
          <a:ln/>
        </p:spPr>
        <p:txBody>
          <a:bodyPr/>
          <a:lstStyle/>
          <a:p>
            <a:endParaRPr lang="en-I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a:p>
        </p:txBody>
      </p:sp>
      <p:sp>
        <p:nvSpPr>
          <p:cNvPr id="3" name="Subtitle 2"/>
          <p:cNvSpPr>
            <a:spLocks noGrp="1"/>
          </p:cNvSpPr>
          <p:nvPr>
            <p:ph type="subTitle" idx="1"/>
          </p:nvPr>
        </p:nvSpPr>
        <p:spPr/>
        <p:txBody>
          <a:bodyPr/>
          <a:lstStyle/>
          <a:p>
            <a:endParaRPr/>
          </a:p>
        </p:txBody>
      </p:sp>
      <p:sp>
        <p:nvSpPr>
          <p:cNvPr id="4" name="Rectangle 3"/>
          <p:cNvSpPr/>
          <p:nvPr/>
        </p:nvSpPr>
        <p:spPr>
          <a:xfrm>
            <a:off x="0" y="0"/>
            <a:ext cx="12191695" cy="6858000"/>
          </a:xfrm>
          <a:prstGeom prst="rect">
            <a:avLst/>
          </a:prstGeom>
          <a:solidFill>
            <a:srgbClr val="0A16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828800"/>
            <a:ext cx="10515600" cy="365760"/>
          </a:xfrm>
          <a:prstGeom prst="rect">
            <a:avLst/>
          </a:prstGeom>
          <a:noFill/>
        </p:spPr>
        <p:txBody>
          <a:bodyPr wrap="square" lIns="0" tIns="0" rIns="0" bIns="0" anchor="t">
            <a:spAutoFit/>
          </a:bodyPr>
          <a:lstStyle/>
          <a:p>
            <a:pPr algn="l"/>
            <a:r>
              <a:rPr sz="1300" b="1" i="0">
                <a:solidFill>
                  <a:srgbClr val="B8913B"/>
                </a:solidFill>
                <a:latin typeface="Calibri"/>
              </a:rPr>
              <a:t>APPENDIX</a:t>
            </a:r>
          </a:p>
        </p:txBody>
      </p:sp>
      <p:sp>
        <p:nvSpPr>
          <p:cNvPr id="6" name="TextBox 5"/>
          <p:cNvSpPr txBox="1"/>
          <p:nvPr/>
        </p:nvSpPr>
        <p:spPr>
          <a:xfrm>
            <a:off x="822960" y="2240280"/>
            <a:ext cx="10515600" cy="914400"/>
          </a:xfrm>
          <a:prstGeom prst="rect">
            <a:avLst/>
          </a:prstGeom>
          <a:noFill/>
        </p:spPr>
        <p:txBody>
          <a:bodyPr wrap="square" lIns="0" tIns="0" rIns="0" bIns="0" anchor="t">
            <a:spAutoFit/>
          </a:bodyPr>
          <a:lstStyle/>
          <a:p>
            <a:pPr algn="l"/>
            <a:r>
              <a:rPr sz="3000" b="1" i="0">
                <a:solidFill>
                  <a:srgbClr val="FFFFFF"/>
                </a:solidFill>
                <a:latin typeface="Georgia"/>
              </a:rPr>
              <a:t>Your questions, answered in engineering detail</a:t>
            </a:r>
          </a:p>
        </p:txBody>
      </p:sp>
      <p:sp>
        <p:nvSpPr>
          <p:cNvPr id="7" name="TextBox 6"/>
          <p:cNvSpPr txBox="1"/>
          <p:nvPr/>
        </p:nvSpPr>
        <p:spPr>
          <a:xfrm>
            <a:off x="868680" y="3383280"/>
            <a:ext cx="10424160" cy="384048"/>
          </a:xfrm>
          <a:prstGeom prst="rect">
            <a:avLst/>
          </a:prstGeom>
          <a:noFill/>
        </p:spPr>
        <p:txBody>
          <a:bodyPr wrap="square" lIns="0" tIns="0" rIns="0" bIns="0" anchor="t">
            <a:spAutoFit/>
          </a:bodyPr>
          <a:lstStyle/>
          <a:p>
            <a:pPr algn="l"/>
            <a:r>
              <a:rPr sz="1300" b="0" i="0">
                <a:solidFill>
                  <a:srgbClr val="D8DEE7"/>
                </a:solidFill>
                <a:latin typeface="Calibri"/>
              </a:rPr>
              <a:t>1  ·  How will voice be integrated into the solution?</a:t>
            </a:r>
          </a:p>
        </p:txBody>
      </p:sp>
      <p:sp>
        <p:nvSpPr>
          <p:cNvPr id="8" name="TextBox 7"/>
          <p:cNvSpPr txBox="1"/>
          <p:nvPr/>
        </p:nvSpPr>
        <p:spPr>
          <a:xfrm>
            <a:off x="868680" y="3840480"/>
            <a:ext cx="10424160" cy="384048"/>
          </a:xfrm>
          <a:prstGeom prst="rect">
            <a:avLst/>
          </a:prstGeom>
          <a:noFill/>
        </p:spPr>
        <p:txBody>
          <a:bodyPr wrap="square" lIns="0" tIns="0" rIns="0" bIns="0" anchor="t">
            <a:spAutoFit/>
          </a:bodyPr>
          <a:lstStyle/>
          <a:p>
            <a:pPr algn="l"/>
            <a:r>
              <a:rPr sz="1300" b="0" i="0">
                <a:solidFill>
                  <a:srgbClr val="D8DEE7"/>
                </a:solidFill>
                <a:latin typeface="Calibri"/>
              </a:rPr>
              <a:t>2  ·  Can the models be trained incorrectly — and how do we prevent it?</a:t>
            </a:r>
          </a:p>
        </p:txBody>
      </p:sp>
      <p:sp>
        <p:nvSpPr>
          <p:cNvPr id="9" name="TextBox 8"/>
          <p:cNvSpPr txBox="1"/>
          <p:nvPr/>
        </p:nvSpPr>
        <p:spPr>
          <a:xfrm>
            <a:off x="868680" y="4297680"/>
            <a:ext cx="10424160" cy="384048"/>
          </a:xfrm>
          <a:prstGeom prst="rect">
            <a:avLst/>
          </a:prstGeom>
          <a:noFill/>
        </p:spPr>
        <p:txBody>
          <a:bodyPr wrap="square" lIns="0" tIns="0" rIns="0" bIns="0" anchor="t">
            <a:spAutoFit/>
          </a:bodyPr>
          <a:lstStyle/>
          <a:p>
            <a:pPr algn="l"/>
            <a:r>
              <a:rPr sz="1300" b="0" i="0">
                <a:solidFill>
                  <a:srgbClr val="D8DEE7"/>
                </a:solidFill>
                <a:latin typeface="Calibri"/>
              </a:rPr>
              <a:t>3  ·  How is our data secured, inside our four walls?</a:t>
            </a:r>
          </a:p>
        </p:txBody>
      </p:sp>
      <p:sp>
        <p:nvSpPr>
          <p:cNvPr id="10" name="TextBox 9"/>
          <p:cNvSpPr txBox="1"/>
          <p:nvPr/>
        </p:nvSpPr>
        <p:spPr>
          <a:xfrm>
            <a:off x="868680" y="4754880"/>
            <a:ext cx="10424160" cy="384048"/>
          </a:xfrm>
          <a:prstGeom prst="rect">
            <a:avLst/>
          </a:prstGeom>
          <a:noFill/>
        </p:spPr>
        <p:txBody>
          <a:bodyPr wrap="square" lIns="0" tIns="0" rIns="0" bIns="0" anchor="t">
            <a:spAutoFit/>
          </a:bodyPr>
          <a:lstStyle/>
          <a:p>
            <a:pPr algn="l"/>
            <a:r>
              <a:rPr sz="1300" b="0" i="0">
                <a:solidFill>
                  <a:srgbClr val="D8DEE7"/>
                </a:solidFill>
                <a:latin typeface="Calibri"/>
              </a:rPr>
              <a:t>4  ·  How does the solution heal itself when something fails?</a:t>
            </a:r>
          </a:p>
        </p:txBody>
      </p:sp>
      <p:sp>
        <p:nvSpPr>
          <p:cNvPr id="11" name="TextBox 10"/>
          <p:cNvSpPr txBox="1"/>
          <p:nvPr/>
        </p:nvSpPr>
        <p:spPr>
          <a:xfrm>
            <a:off x="868680" y="5212080"/>
            <a:ext cx="10424160" cy="384048"/>
          </a:xfrm>
          <a:prstGeom prst="rect">
            <a:avLst/>
          </a:prstGeom>
          <a:noFill/>
        </p:spPr>
        <p:txBody>
          <a:bodyPr wrap="square" lIns="0" tIns="0" rIns="0" bIns="0" anchor="t">
            <a:spAutoFit/>
          </a:bodyPr>
          <a:lstStyle/>
          <a:p>
            <a:pPr algn="l"/>
            <a:r>
              <a:rPr sz="1300" b="0" i="0">
                <a:solidFill>
                  <a:srgbClr val="D8DEE7"/>
                </a:solidFill>
                <a:latin typeface="Calibri"/>
              </a:rPr>
              <a:t>5  ·  What are the prerequisites — and which licenses are (not) needed?</a:t>
            </a:r>
          </a:p>
        </p:txBody>
      </p:sp>
      <p:sp>
        <p:nvSpPr>
          <p:cNvPr id="12" name="TextBox 11"/>
          <p:cNvSpPr txBox="1"/>
          <p:nvPr/>
        </p:nvSpPr>
        <p:spPr>
          <a:xfrm>
            <a:off x="822960" y="5943600"/>
            <a:ext cx="10515600" cy="320040"/>
          </a:xfrm>
          <a:prstGeom prst="rect">
            <a:avLst/>
          </a:prstGeom>
          <a:noFill/>
        </p:spPr>
        <p:txBody>
          <a:bodyPr wrap="square" lIns="0" tIns="0" rIns="0" bIns="0" anchor="t">
            <a:spAutoFit/>
          </a:bodyPr>
          <a:lstStyle/>
          <a:p>
            <a:pPr algn="l"/>
            <a:r>
              <a:rPr sz="1000" b="0" i="1">
                <a:solidFill>
                  <a:srgbClr val="B8913B"/>
                </a:solidFill>
                <a:latin typeface="Calibri"/>
              </a:rPr>
              <a:t>Full engineering detail, latency budgets and failure catalogues: ELEVATE — Client Questions, Detailed Technical Responses (companion document).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a:p>
        </p:txBody>
      </p:sp>
      <p:sp>
        <p:nvSpPr>
          <p:cNvPr id="3" name="Subtitle 2"/>
          <p:cNvSpPr>
            <a:spLocks noGrp="1"/>
          </p:cNvSpPr>
          <p:nvPr>
            <p:ph type="subTitle" idx="1"/>
          </p:nvPr>
        </p:nvSpPr>
        <p:spPr/>
        <p:txBody>
          <a:bodyPr/>
          <a:lstStyle/>
          <a:p>
            <a:endParaRPr/>
          </a:p>
        </p:txBody>
      </p:sp>
      <p:sp>
        <p:nvSpPr>
          <p:cNvPr id="4" name="TextBox 3"/>
          <p:cNvSpPr txBox="1"/>
          <p:nvPr/>
        </p:nvSpPr>
        <p:spPr>
          <a:xfrm>
            <a:off x="548640" y="201168"/>
            <a:ext cx="11064240" cy="237744"/>
          </a:xfrm>
          <a:prstGeom prst="rect">
            <a:avLst/>
          </a:prstGeom>
          <a:noFill/>
        </p:spPr>
        <p:txBody>
          <a:bodyPr wrap="square" lIns="0" tIns="0" rIns="0" bIns="0" anchor="t">
            <a:spAutoFit/>
          </a:bodyPr>
          <a:lstStyle/>
          <a:p>
            <a:pPr algn="l"/>
            <a:r>
              <a:rPr sz="1000" b="1" i="0">
                <a:solidFill>
                  <a:srgbClr val="B8913B"/>
                </a:solidFill>
                <a:latin typeface="Calibri"/>
              </a:rPr>
              <a:t>CLIENT Q&amp;A  ·  QUESTION 1  ·  VOICE</a:t>
            </a:r>
          </a:p>
        </p:txBody>
      </p:sp>
      <p:sp>
        <p:nvSpPr>
          <p:cNvPr id="5" name="TextBox 4"/>
          <p:cNvSpPr txBox="1"/>
          <p:nvPr/>
        </p:nvSpPr>
        <p:spPr>
          <a:xfrm>
            <a:off x="9144000" y="6473952"/>
            <a:ext cx="2496312" cy="274320"/>
          </a:xfrm>
          <a:prstGeom prst="rect">
            <a:avLst/>
          </a:prstGeom>
          <a:noFill/>
        </p:spPr>
        <p:txBody>
          <a:bodyPr wrap="square" lIns="0" tIns="0" rIns="0" bIns="0" anchor="t">
            <a:spAutoFit/>
          </a:bodyPr>
          <a:lstStyle/>
          <a:p>
            <a:pPr algn="r"/>
            <a:r>
              <a:rPr sz="850" b="1" i="0">
                <a:solidFill>
                  <a:srgbClr val="B8913B"/>
                </a:solidFill>
                <a:latin typeface="Georgia"/>
              </a:rPr>
              <a:t>ARTIZENT  ·  PROJECT ELEVATE</a:t>
            </a:r>
          </a:p>
        </p:txBody>
      </p:sp>
      <p:sp>
        <p:nvSpPr>
          <p:cNvPr id="6" name="TextBox 5"/>
          <p:cNvSpPr txBox="1"/>
          <p:nvPr/>
        </p:nvSpPr>
        <p:spPr>
          <a:xfrm>
            <a:off x="548640" y="6473952"/>
            <a:ext cx="731520" cy="274320"/>
          </a:xfrm>
          <a:prstGeom prst="rect">
            <a:avLst/>
          </a:prstGeom>
          <a:noFill/>
        </p:spPr>
        <p:txBody>
          <a:bodyPr wrap="none" lIns="0" tIns="0">
            <a:spAutoFit/>
          </a:bodyPr>
          <a:lstStyle/>
          <a:p>
            <a:fld id="{B7A4F5C1-0000-4000-8000-00000000000A}" type="slidenum">
              <a:rPr sz="900">
                <a:solidFill>
                  <a:srgbClr val="B9C0CB"/>
                </a:solidFill>
                <a:latin typeface="Calibri"/>
              </a:rPr>
              <a:t>37</a:t>
            </a:fld>
            <a:endParaRPr sz="900">
              <a:solidFill>
                <a:srgbClr val="B9C0CB"/>
              </a:solidFill>
              <a:latin typeface="Calibri"/>
            </a:endParaRPr>
          </a:p>
        </p:txBody>
      </p:sp>
      <p:sp>
        <p:nvSpPr>
          <p:cNvPr id="7" name="TextBox 6"/>
          <p:cNvSpPr txBox="1"/>
          <p:nvPr/>
        </p:nvSpPr>
        <p:spPr>
          <a:xfrm>
            <a:off x="548640" y="438912"/>
            <a:ext cx="11064240" cy="502920"/>
          </a:xfrm>
          <a:prstGeom prst="rect">
            <a:avLst/>
          </a:prstGeom>
          <a:noFill/>
        </p:spPr>
        <p:txBody>
          <a:bodyPr wrap="square" lIns="0" tIns="0" rIns="0" bIns="0" anchor="t">
            <a:spAutoFit/>
          </a:bodyPr>
          <a:lstStyle/>
          <a:p>
            <a:pPr algn="l"/>
            <a:r>
              <a:rPr sz="2200" b="1" i="0">
                <a:solidFill>
                  <a:srgbClr val="0A1628"/>
                </a:solidFill>
                <a:latin typeface="Georgia"/>
              </a:rPr>
              <a:t>Voice: two components in, the same governed core</a:t>
            </a:r>
          </a:p>
        </p:txBody>
      </p:sp>
      <p:sp>
        <p:nvSpPr>
          <p:cNvPr id="8" name="Rectangle 7"/>
          <p:cNvSpPr/>
          <p:nvPr/>
        </p:nvSpPr>
        <p:spPr>
          <a:xfrm>
            <a:off x="566928" y="969264"/>
            <a:ext cx="1371600" cy="32004"/>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1170432"/>
            <a:ext cx="45720" cy="457200"/>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170432"/>
            <a:ext cx="10881360" cy="457200"/>
          </a:xfrm>
          <a:prstGeom prst="rect">
            <a:avLst/>
          </a:prstGeom>
          <a:noFill/>
        </p:spPr>
        <p:txBody>
          <a:bodyPr wrap="square" lIns="0" tIns="0" rIns="0" bIns="0" anchor="ctr">
            <a:spAutoFit/>
          </a:bodyPr>
          <a:lstStyle/>
          <a:p>
            <a:pPr algn="l"/>
            <a:r>
              <a:rPr sz="1100" b="0" i="1">
                <a:solidFill>
                  <a:srgbClr val="0A1628"/>
                </a:solidFill>
                <a:latin typeface="Calibri"/>
              </a:rPr>
              <a:t>“How will Voice be integrated into our solution? Right now it incorporates Data and Text.”</a:t>
            </a:r>
          </a:p>
        </p:txBody>
      </p:sp>
      <p:sp>
        <p:nvSpPr>
          <p:cNvPr id="11" name="TextBox 10"/>
          <p:cNvSpPr txBox="1"/>
          <p:nvPr/>
        </p:nvSpPr>
        <p:spPr>
          <a:xfrm>
            <a:off x="566928" y="1755648"/>
            <a:ext cx="11064240" cy="777240"/>
          </a:xfrm>
          <a:prstGeom prst="rect">
            <a:avLst/>
          </a:prstGeom>
          <a:noFill/>
        </p:spPr>
        <p:txBody>
          <a:bodyPr wrap="square" lIns="0" tIns="0" rIns="0" bIns="0" anchor="t">
            <a:spAutoFit/>
          </a:bodyPr>
          <a:lstStyle/>
          <a:p>
            <a:pPr algn="l"/>
            <a:r>
              <a:rPr sz="1050" b="0" i="0">
                <a:solidFill>
                  <a:srgbClr val="1F2937"/>
                </a:solidFill>
                <a:latin typeface="Calibri"/>
              </a:rPr>
              <a:t>Speech-to-text on the way in, text-to-speech on the way out — wrapped around the agent core that already serves data and text. Identity precedes audio, so RBAC, PII masking and audit apply to a spoken question automatically. Target ~2s to first spoken words; telephony/IVR explicitly out of scope (A6).</a:t>
            </a:r>
          </a:p>
        </p:txBody>
      </p:sp>
      <p:pic>
        <p:nvPicPr>
          <p:cNvPr id="12" name="Picture 11" descr="D1_voice.png"/>
          <p:cNvPicPr>
            <a:picLocks noChangeAspect="1"/>
          </p:cNvPicPr>
          <p:nvPr/>
        </p:nvPicPr>
        <p:blipFill>
          <a:blip r:embed="rId2"/>
          <a:stretch>
            <a:fillRect/>
          </a:stretch>
        </p:blipFill>
        <p:spPr>
          <a:xfrm>
            <a:off x="2116995" y="2606040"/>
            <a:ext cx="7957704" cy="379476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a:p>
        </p:txBody>
      </p:sp>
      <p:sp>
        <p:nvSpPr>
          <p:cNvPr id="3" name="Subtitle 2"/>
          <p:cNvSpPr>
            <a:spLocks noGrp="1"/>
          </p:cNvSpPr>
          <p:nvPr>
            <p:ph type="subTitle" idx="1"/>
          </p:nvPr>
        </p:nvSpPr>
        <p:spPr/>
        <p:txBody>
          <a:bodyPr/>
          <a:lstStyle/>
          <a:p>
            <a:endParaRPr/>
          </a:p>
        </p:txBody>
      </p:sp>
      <p:sp>
        <p:nvSpPr>
          <p:cNvPr id="4" name="TextBox 3"/>
          <p:cNvSpPr txBox="1"/>
          <p:nvPr/>
        </p:nvSpPr>
        <p:spPr>
          <a:xfrm>
            <a:off x="548640" y="201168"/>
            <a:ext cx="11064240" cy="237744"/>
          </a:xfrm>
          <a:prstGeom prst="rect">
            <a:avLst/>
          </a:prstGeom>
          <a:noFill/>
        </p:spPr>
        <p:txBody>
          <a:bodyPr wrap="square" lIns="0" tIns="0" rIns="0" bIns="0" anchor="t">
            <a:spAutoFit/>
          </a:bodyPr>
          <a:lstStyle/>
          <a:p>
            <a:pPr algn="l"/>
            <a:r>
              <a:rPr sz="1000" b="1" i="0">
                <a:solidFill>
                  <a:srgbClr val="B8913B"/>
                </a:solidFill>
                <a:latin typeface="Calibri"/>
              </a:rPr>
              <a:t>CLIENT Q&amp;A  ·  QUESTION 2  ·  MODEL TRAINING</a:t>
            </a:r>
          </a:p>
        </p:txBody>
      </p:sp>
      <p:sp>
        <p:nvSpPr>
          <p:cNvPr id="5" name="TextBox 4"/>
          <p:cNvSpPr txBox="1"/>
          <p:nvPr/>
        </p:nvSpPr>
        <p:spPr>
          <a:xfrm>
            <a:off x="9144000" y="6473952"/>
            <a:ext cx="2496312" cy="274320"/>
          </a:xfrm>
          <a:prstGeom prst="rect">
            <a:avLst/>
          </a:prstGeom>
          <a:noFill/>
        </p:spPr>
        <p:txBody>
          <a:bodyPr wrap="square" lIns="0" tIns="0" rIns="0" bIns="0" anchor="t">
            <a:spAutoFit/>
          </a:bodyPr>
          <a:lstStyle/>
          <a:p>
            <a:pPr algn="r"/>
            <a:r>
              <a:rPr sz="850" b="1" i="0">
                <a:solidFill>
                  <a:srgbClr val="B8913B"/>
                </a:solidFill>
                <a:latin typeface="Georgia"/>
              </a:rPr>
              <a:t>ARTIZENT  ·  PROJECT ELEVATE</a:t>
            </a:r>
          </a:p>
        </p:txBody>
      </p:sp>
      <p:sp>
        <p:nvSpPr>
          <p:cNvPr id="6" name="TextBox 5"/>
          <p:cNvSpPr txBox="1"/>
          <p:nvPr/>
        </p:nvSpPr>
        <p:spPr>
          <a:xfrm>
            <a:off x="548640" y="6473952"/>
            <a:ext cx="731520" cy="274320"/>
          </a:xfrm>
          <a:prstGeom prst="rect">
            <a:avLst/>
          </a:prstGeom>
          <a:noFill/>
        </p:spPr>
        <p:txBody>
          <a:bodyPr wrap="none" lIns="0" tIns="0">
            <a:spAutoFit/>
          </a:bodyPr>
          <a:lstStyle/>
          <a:p>
            <a:fld id="{B7A4F5C1-0000-4000-8000-00000000000A}" type="slidenum">
              <a:rPr sz="900">
                <a:solidFill>
                  <a:srgbClr val="B9C0CB"/>
                </a:solidFill>
                <a:latin typeface="Calibri"/>
              </a:rPr>
              <a:t>38</a:t>
            </a:fld>
            <a:endParaRPr sz="900">
              <a:solidFill>
                <a:srgbClr val="B9C0CB"/>
              </a:solidFill>
              <a:latin typeface="Calibri"/>
            </a:endParaRPr>
          </a:p>
        </p:txBody>
      </p:sp>
      <p:sp>
        <p:nvSpPr>
          <p:cNvPr id="7" name="TextBox 6"/>
          <p:cNvSpPr txBox="1"/>
          <p:nvPr/>
        </p:nvSpPr>
        <p:spPr>
          <a:xfrm>
            <a:off x="548640" y="438912"/>
            <a:ext cx="11064240" cy="502920"/>
          </a:xfrm>
          <a:prstGeom prst="rect">
            <a:avLst/>
          </a:prstGeom>
          <a:noFill/>
        </p:spPr>
        <p:txBody>
          <a:bodyPr wrap="square" lIns="0" tIns="0" rIns="0" bIns="0" anchor="t">
            <a:spAutoFit/>
          </a:bodyPr>
          <a:lstStyle/>
          <a:p>
            <a:pPr algn="l"/>
            <a:r>
              <a:rPr sz="2200" b="1" i="0">
                <a:solidFill>
                  <a:srgbClr val="0A1628"/>
                </a:solidFill>
                <a:latin typeface="Georgia"/>
              </a:rPr>
              <a:t>The models cannot be mis-trained — here is why</a:t>
            </a:r>
          </a:p>
        </p:txBody>
      </p:sp>
      <p:sp>
        <p:nvSpPr>
          <p:cNvPr id="8" name="Rectangle 7"/>
          <p:cNvSpPr/>
          <p:nvPr/>
        </p:nvSpPr>
        <p:spPr>
          <a:xfrm>
            <a:off x="566928" y="969264"/>
            <a:ext cx="1371600" cy="32004"/>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1170432"/>
            <a:ext cx="45720" cy="457200"/>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170432"/>
            <a:ext cx="10881360" cy="457200"/>
          </a:xfrm>
          <a:prstGeom prst="rect">
            <a:avLst/>
          </a:prstGeom>
          <a:noFill/>
        </p:spPr>
        <p:txBody>
          <a:bodyPr wrap="square" lIns="0" tIns="0" rIns="0" bIns="0" anchor="ctr">
            <a:spAutoFit/>
          </a:bodyPr>
          <a:lstStyle/>
          <a:p>
            <a:pPr algn="l"/>
            <a:r>
              <a:rPr sz="1100" b="0" i="1">
                <a:solidFill>
                  <a:srgbClr val="0A1628"/>
                </a:solidFill>
                <a:latin typeface="Calibri"/>
              </a:rPr>
              <a:t>“Can the models be trained incorrectly? How do we prevent that?”</a:t>
            </a:r>
          </a:p>
        </p:txBody>
      </p:sp>
      <p:sp>
        <p:nvSpPr>
          <p:cNvPr id="11" name="TextBox 10"/>
          <p:cNvSpPr txBox="1"/>
          <p:nvPr/>
        </p:nvSpPr>
        <p:spPr>
          <a:xfrm>
            <a:off x="566928" y="1755648"/>
            <a:ext cx="11064240" cy="777240"/>
          </a:xfrm>
          <a:prstGeom prst="rect">
            <a:avLst/>
          </a:prstGeom>
          <a:noFill/>
        </p:spPr>
        <p:txBody>
          <a:bodyPr wrap="square" lIns="0" tIns="0" rIns="0" bIns="0" anchor="t">
            <a:spAutoFit/>
          </a:bodyPr>
          <a:lstStyle/>
          <a:p>
            <a:pPr algn="l"/>
            <a:r>
              <a:rPr sz="1050" b="0" i="0">
                <a:solidFill>
                  <a:srgbClr val="1F2937"/>
                </a:solidFill>
                <a:latin typeface="Calibri"/>
              </a:rPr>
              <a:t>The language models are never trained on your data by anyone — parameters never change; only per-request context does, and grounding removes the answer-from-memory risk. The two forecasting models we do train pass six controls: agreed data, temporal holdout, back-testing in business units, a human promotion gate, monthly drift watch, and instant versioned rollback.</a:t>
            </a:r>
          </a:p>
        </p:txBody>
      </p:sp>
      <p:pic>
        <p:nvPicPr>
          <p:cNvPr id="12" name="Picture 11" descr="D2_training.png"/>
          <p:cNvPicPr>
            <a:picLocks noChangeAspect="1"/>
          </p:cNvPicPr>
          <p:nvPr/>
        </p:nvPicPr>
        <p:blipFill>
          <a:blip r:embed="rId2"/>
          <a:stretch>
            <a:fillRect/>
          </a:stretch>
        </p:blipFill>
        <p:spPr>
          <a:xfrm>
            <a:off x="2592825" y="2606040"/>
            <a:ext cx="7006043" cy="379476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a:p>
        </p:txBody>
      </p:sp>
      <p:sp>
        <p:nvSpPr>
          <p:cNvPr id="3" name="Subtitle 2"/>
          <p:cNvSpPr>
            <a:spLocks noGrp="1"/>
          </p:cNvSpPr>
          <p:nvPr>
            <p:ph type="subTitle" idx="1"/>
          </p:nvPr>
        </p:nvSpPr>
        <p:spPr/>
        <p:txBody>
          <a:bodyPr/>
          <a:lstStyle/>
          <a:p>
            <a:endParaRPr/>
          </a:p>
        </p:txBody>
      </p:sp>
      <p:sp>
        <p:nvSpPr>
          <p:cNvPr id="4" name="TextBox 3"/>
          <p:cNvSpPr txBox="1"/>
          <p:nvPr/>
        </p:nvSpPr>
        <p:spPr>
          <a:xfrm>
            <a:off x="548640" y="201168"/>
            <a:ext cx="11064240" cy="237744"/>
          </a:xfrm>
          <a:prstGeom prst="rect">
            <a:avLst/>
          </a:prstGeom>
          <a:noFill/>
        </p:spPr>
        <p:txBody>
          <a:bodyPr wrap="square" lIns="0" tIns="0" rIns="0" bIns="0" anchor="t">
            <a:spAutoFit/>
          </a:bodyPr>
          <a:lstStyle/>
          <a:p>
            <a:pPr algn="l"/>
            <a:r>
              <a:rPr sz="1000" b="1" i="0">
                <a:solidFill>
                  <a:srgbClr val="B8913B"/>
                </a:solidFill>
                <a:latin typeface="Calibri"/>
              </a:rPr>
              <a:t>CLIENT Q&amp;A  ·  QUESTION 3  ·  SECURITY OF DATA</a:t>
            </a:r>
          </a:p>
        </p:txBody>
      </p:sp>
      <p:sp>
        <p:nvSpPr>
          <p:cNvPr id="5" name="TextBox 4"/>
          <p:cNvSpPr txBox="1"/>
          <p:nvPr/>
        </p:nvSpPr>
        <p:spPr>
          <a:xfrm>
            <a:off x="9144000" y="6473952"/>
            <a:ext cx="2496312" cy="274320"/>
          </a:xfrm>
          <a:prstGeom prst="rect">
            <a:avLst/>
          </a:prstGeom>
          <a:noFill/>
        </p:spPr>
        <p:txBody>
          <a:bodyPr wrap="square" lIns="0" tIns="0" rIns="0" bIns="0" anchor="t">
            <a:spAutoFit/>
          </a:bodyPr>
          <a:lstStyle/>
          <a:p>
            <a:pPr algn="r"/>
            <a:r>
              <a:rPr sz="850" b="1" i="0">
                <a:solidFill>
                  <a:srgbClr val="B8913B"/>
                </a:solidFill>
                <a:latin typeface="Georgia"/>
              </a:rPr>
              <a:t>ARTIZENT  ·  PROJECT ELEVATE</a:t>
            </a:r>
          </a:p>
        </p:txBody>
      </p:sp>
      <p:sp>
        <p:nvSpPr>
          <p:cNvPr id="6" name="TextBox 5"/>
          <p:cNvSpPr txBox="1"/>
          <p:nvPr/>
        </p:nvSpPr>
        <p:spPr>
          <a:xfrm>
            <a:off x="548640" y="6473952"/>
            <a:ext cx="731520" cy="274320"/>
          </a:xfrm>
          <a:prstGeom prst="rect">
            <a:avLst/>
          </a:prstGeom>
          <a:noFill/>
        </p:spPr>
        <p:txBody>
          <a:bodyPr wrap="none" lIns="0" tIns="0">
            <a:spAutoFit/>
          </a:bodyPr>
          <a:lstStyle/>
          <a:p>
            <a:fld id="{B7A4F5C1-0000-4000-8000-00000000000A}" type="slidenum">
              <a:rPr sz="900">
                <a:solidFill>
                  <a:srgbClr val="B9C0CB"/>
                </a:solidFill>
                <a:latin typeface="Calibri"/>
              </a:rPr>
              <a:t>39</a:t>
            </a:fld>
            <a:endParaRPr sz="900">
              <a:solidFill>
                <a:srgbClr val="B9C0CB"/>
              </a:solidFill>
              <a:latin typeface="Calibri"/>
            </a:endParaRPr>
          </a:p>
        </p:txBody>
      </p:sp>
      <p:sp>
        <p:nvSpPr>
          <p:cNvPr id="7" name="TextBox 6"/>
          <p:cNvSpPr txBox="1"/>
          <p:nvPr/>
        </p:nvSpPr>
        <p:spPr>
          <a:xfrm>
            <a:off x="548640" y="438912"/>
            <a:ext cx="11064240" cy="502920"/>
          </a:xfrm>
          <a:prstGeom prst="rect">
            <a:avLst/>
          </a:prstGeom>
          <a:noFill/>
        </p:spPr>
        <p:txBody>
          <a:bodyPr wrap="square" lIns="0" tIns="0" rIns="0" bIns="0" anchor="t">
            <a:spAutoFit/>
          </a:bodyPr>
          <a:lstStyle/>
          <a:p>
            <a:pPr algn="l"/>
            <a:r>
              <a:rPr sz="2200" b="1" i="0">
                <a:solidFill>
                  <a:srgbClr val="0A1628"/>
                </a:solidFill>
                <a:latin typeface="Georgia"/>
              </a:rPr>
              <a:t>Inside your four walls, start to finish</a:t>
            </a:r>
          </a:p>
        </p:txBody>
      </p:sp>
      <p:sp>
        <p:nvSpPr>
          <p:cNvPr id="8" name="Rectangle 7"/>
          <p:cNvSpPr/>
          <p:nvPr/>
        </p:nvSpPr>
        <p:spPr>
          <a:xfrm>
            <a:off x="566928" y="969264"/>
            <a:ext cx="1371600" cy="32004"/>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1170432"/>
            <a:ext cx="45720" cy="457200"/>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170432"/>
            <a:ext cx="10881360" cy="457200"/>
          </a:xfrm>
          <a:prstGeom prst="rect">
            <a:avLst/>
          </a:prstGeom>
          <a:noFill/>
        </p:spPr>
        <p:txBody>
          <a:bodyPr wrap="square" lIns="0" tIns="0" rIns="0" bIns="0" anchor="ctr">
            <a:spAutoFit/>
          </a:bodyPr>
          <a:lstStyle/>
          <a:p>
            <a:pPr algn="l"/>
            <a:r>
              <a:rPr sz="1100" b="0" i="1">
                <a:solidFill>
                  <a:srgbClr val="0A1628"/>
                </a:solidFill>
                <a:latin typeface="Calibri"/>
              </a:rPr>
              <a:t>“Ensuring ALL our data ALWAYS stays within our four walls and is not used to train others outside.”</a:t>
            </a:r>
          </a:p>
        </p:txBody>
      </p:sp>
      <p:sp>
        <p:nvSpPr>
          <p:cNvPr id="11" name="TextBox 10"/>
          <p:cNvSpPr txBox="1"/>
          <p:nvPr/>
        </p:nvSpPr>
        <p:spPr>
          <a:xfrm>
            <a:off x="566928" y="1755648"/>
            <a:ext cx="11064240" cy="777240"/>
          </a:xfrm>
          <a:prstGeom prst="rect">
            <a:avLst/>
          </a:prstGeom>
          <a:noFill/>
        </p:spPr>
        <p:txBody>
          <a:bodyPr wrap="square" lIns="0" tIns="0" rIns="0" bIns="0" anchor="t">
            <a:spAutoFit/>
          </a:bodyPr>
          <a:lstStyle/>
          <a:p>
            <a:pPr algn="l"/>
            <a:r>
              <a:rPr sz="1050" b="0" i="0">
                <a:solidFill>
                  <a:srgbClr val="1F2937"/>
                </a:solidFill>
                <a:latin typeface="Calibri"/>
              </a:rPr>
              <a:t>Everything runs in your Azure tenant — data, AI, logs, code; no vendor copy exists. Microsoft's Azure OpenAI terms state your prompts and outputs are not used to train models and are not shared. Artizent works inside your tenant under your revocable access. Switch us off tomorrow: everything stays.</a:t>
            </a:r>
          </a:p>
        </p:txBody>
      </p:sp>
      <p:pic>
        <p:nvPicPr>
          <p:cNvPr id="12" name="Picture 11" descr="D3_security.png"/>
          <p:cNvPicPr>
            <a:picLocks noChangeAspect="1"/>
          </p:cNvPicPr>
          <p:nvPr/>
        </p:nvPicPr>
        <p:blipFill>
          <a:blip r:embed="rId2"/>
          <a:stretch>
            <a:fillRect/>
          </a:stretch>
        </p:blipFill>
        <p:spPr>
          <a:xfrm>
            <a:off x="2693576" y="2606040"/>
            <a:ext cx="6804541" cy="3794759"/>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a:p>
        </p:txBody>
      </p:sp>
      <p:sp>
        <p:nvSpPr>
          <p:cNvPr id="3" name="Subtitle 2"/>
          <p:cNvSpPr>
            <a:spLocks noGrp="1"/>
          </p:cNvSpPr>
          <p:nvPr>
            <p:ph type="subTitle" idx="1"/>
          </p:nvPr>
        </p:nvSpPr>
        <p:spPr/>
        <p:txBody>
          <a:bodyPr/>
          <a:lstStyle/>
          <a:p>
            <a:endParaRPr/>
          </a:p>
        </p:txBody>
      </p:sp>
      <p:sp>
        <p:nvSpPr>
          <p:cNvPr id="4" name="TextBox 3"/>
          <p:cNvSpPr txBox="1"/>
          <p:nvPr/>
        </p:nvSpPr>
        <p:spPr>
          <a:xfrm>
            <a:off x="548640" y="201168"/>
            <a:ext cx="11064240" cy="237744"/>
          </a:xfrm>
          <a:prstGeom prst="rect">
            <a:avLst/>
          </a:prstGeom>
          <a:noFill/>
        </p:spPr>
        <p:txBody>
          <a:bodyPr wrap="square" lIns="0" tIns="0" rIns="0" bIns="0" anchor="t">
            <a:spAutoFit/>
          </a:bodyPr>
          <a:lstStyle/>
          <a:p>
            <a:pPr algn="l"/>
            <a:r>
              <a:rPr sz="1000" b="1" i="0">
                <a:solidFill>
                  <a:srgbClr val="B8913B"/>
                </a:solidFill>
                <a:latin typeface="Calibri"/>
              </a:rPr>
              <a:t>CLIENT Q&amp;A  ·  QUESTION 4  ·  SELF-HEALING</a:t>
            </a:r>
          </a:p>
        </p:txBody>
      </p:sp>
      <p:sp>
        <p:nvSpPr>
          <p:cNvPr id="5" name="TextBox 4"/>
          <p:cNvSpPr txBox="1"/>
          <p:nvPr/>
        </p:nvSpPr>
        <p:spPr>
          <a:xfrm>
            <a:off x="9144000" y="6473952"/>
            <a:ext cx="2496312" cy="274320"/>
          </a:xfrm>
          <a:prstGeom prst="rect">
            <a:avLst/>
          </a:prstGeom>
          <a:noFill/>
        </p:spPr>
        <p:txBody>
          <a:bodyPr wrap="square" lIns="0" tIns="0" rIns="0" bIns="0" anchor="t">
            <a:spAutoFit/>
          </a:bodyPr>
          <a:lstStyle/>
          <a:p>
            <a:pPr algn="r"/>
            <a:r>
              <a:rPr sz="850" b="1" i="0">
                <a:solidFill>
                  <a:srgbClr val="B8913B"/>
                </a:solidFill>
                <a:latin typeface="Georgia"/>
              </a:rPr>
              <a:t>ARTIZENT  ·  PROJECT ELEVATE</a:t>
            </a:r>
          </a:p>
        </p:txBody>
      </p:sp>
      <p:sp>
        <p:nvSpPr>
          <p:cNvPr id="6" name="TextBox 5"/>
          <p:cNvSpPr txBox="1"/>
          <p:nvPr/>
        </p:nvSpPr>
        <p:spPr>
          <a:xfrm>
            <a:off x="548640" y="6473952"/>
            <a:ext cx="731520" cy="274320"/>
          </a:xfrm>
          <a:prstGeom prst="rect">
            <a:avLst/>
          </a:prstGeom>
          <a:noFill/>
        </p:spPr>
        <p:txBody>
          <a:bodyPr wrap="none" lIns="0" tIns="0">
            <a:spAutoFit/>
          </a:bodyPr>
          <a:lstStyle/>
          <a:p>
            <a:fld id="{B7A4F5C1-0000-4000-8000-00000000000A}" type="slidenum">
              <a:rPr sz="900">
                <a:solidFill>
                  <a:srgbClr val="B9C0CB"/>
                </a:solidFill>
                <a:latin typeface="Calibri"/>
              </a:rPr>
              <a:t>40</a:t>
            </a:fld>
            <a:endParaRPr sz="900">
              <a:solidFill>
                <a:srgbClr val="B9C0CB"/>
              </a:solidFill>
              <a:latin typeface="Calibri"/>
            </a:endParaRPr>
          </a:p>
        </p:txBody>
      </p:sp>
      <p:sp>
        <p:nvSpPr>
          <p:cNvPr id="7" name="TextBox 6"/>
          <p:cNvSpPr txBox="1"/>
          <p:nvPr/>
        </p:nvSpPr>
        <p:spPr>
          <a:xfrm>
            <a:off x="548640" y="438912"/>
            <a:ext cx="11064240" cy="502920"/>
          </a:xfrm>
          <a:prstGeom prst="rect">
            <a:avLst/>
          </a:prstGeom>
          <a:noFill/>
        </p:spPr>
        <p:txBody>
          <a:bodyPr wrap="square" lIns="0" tIns="0" rIns="0" bIns="0" anchor="t">
            <a:spAutoFit/>
          </a:bodyPr>
          <a:lstStyle/>
          <a:p>
            <a:pPr algn="l"/>
            <a:r>
              <a:rPr sz="2200" b="1" i="0">
                <a:solidFill>
                  <a:srgbClr val="0A1628"/>
                </a:solidFill>
                <a:latin typeface="Georgia"/>
              </a:rPr>
              <a:t>When something breaks, it fixes itself first</a:t>
            </a:r>
          </a:p>
        </p:txBody>
      </p:sp>
      <p:sp>
        <p:nvSpPr>
          <p:cNvPr id="8" name="Rectangle 7"/>
          <p:cNvSpPr/>
          <p:nvPr/>
        </p:nvSpPr>
        <p:spPr>
          <a:xfrm>
            <a:off x="566928" y="969264"/>
            <a:ext cx="1371600" cy="32004"/>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1170432"/>
            <a:ext cx="45720" cy="457200"/>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170432"/>
            <a:ext cx="10881360" cy="457200"/>
          </a:xfrm>
          <a:prstGeom prst="rect">
            <a:avLst/>
          </a:prstGeom>
          <a:noFill/>
        </p:spPr>
        <p:txBody>
          <a:bodyPr wrap="square" lIns="0" tIns="0" rIns="0" bIns="0" anchor="ctr">
            <a:spAutoFit/>
          </a:bodyPr>
          <a:lstStyle/>
          <a:p>
            <a:pPr algn="l"/>
            <a:r>
              <a:rPr sz="1100" b="0" i="1">
                <a:solidFill>
                  <a:srgbClr val="0A1628"/>
                </a:solidFill>
                <a:latin typeface="Calibri"/>
              </a:rPr>
              <a:t>“Self-healing — how does the solution recover on its own?”</a:t>
            </a:r>
          </a:p>
        </p:txBody>
      </p:sp>
      <p:sp>
        <p:nvSpPr>
          <p:cNvPr id="11" name="TextBox 10"/>
          <p:cNvSpPr txBox="1"/>
          <p:nvPr/>
        </p:nvSpPr>
        <p:spPr>
          <a:xfrm>
            <a:off x="566928" y="1755648"/>
            <a:ext cx="11064240" cy="777240"/>
          </a:xfrm>
          <a:prstGeom prst="rect">
            <a:avLst/>
          </a:prstGeom>
          <a:noFill/>
        </p:spPr>
        <p:txBody>
          <a:bodyPr wrap="square" lIns="0" tIns="0" rIns="0" bIns="0" anchor="t">
            <a:spAutoFit/>
          </a:bodyPr>
          <a:lstStyle/>
          <a:p>
            <a:pPr algn="l"/>
            <a:r>
              <a:rPr sz="1050" b="0" i="0">
                <a:solidFill>
                  <a:srgbClr val="1F2937"/>
                </a:solidFill>
                <a:latin typeface="Calibri"/>
              </a:rPr>
              <a:t>Four testable mechanisms: health-probed model failover, retry-safe pipelines that keep serving clearly-dated data, eval-gated releases where rollback is the default, and drift-triggered retraining behind a human gate. Design rule: degrade politely, never silently — every self-heal writes a log entry.</a:t>
            </a:r>
          </a:p>
        </p:txBody>
      </p:sp>
      <p:pic>
        <p:nvPicPr>
          <p:cNvPr id="12" name="Picture 11" descr="D4_selfheal.png"/>
          <p:cNvPicPr>
            <a:picLocks noChangeAspect="1"/>
          </p:cNvPicPr>
          <p:nvPr/>
        </p:nvPicPr>
        <p:blipFill>
          <a:blip r:embed="rId2"/>
          <a:stretch>
            <a:fillRect/>
          </a:stretch>
        </p:blipFill>
        <p:spPr>
          <a:xfrm>
            <a:off x="2485926" y="2606040"/>
            <a:ext cx="7219842" cy="379476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a:p>
        </p:txBody>
      </p:sp>
      <p:sp>
        <p:nvSpPr>
          <p:cNvPr id="3" name="Subtitle 2"/>
          <p:cNvSpPr>
            <a:spLocks noGrp="1"/>
          </p:cNvSpPr>
          <p:nvPr>
            <p:ph type="subTitle" idx="1"/>
          </p:nvPr>
        </p:nvSpPr>
        <p:spPr/>
        <p:txBody>
          <a:bodyPr/>
          <a:lstStyle/>
          <a:p>
            <a:endParaRPr/>
          </a:p>
        </p:txBody>
      </p:sp>
      <p:sp>
        <p:nvSpPr>
          <p:cNvPr id="4" name="TextBox 3"/>
          <p:cNvSpPr txBox="1"/>
          <p:nvPr/>
        </p:nvSpPr>
        <p:spPr>
          <a:xfrm>
            <a:off x="548640" y="201168"/>
            <a:ext cx="11064240" cy="237744"/>
          </a:xfrm>
          <a:prstGeom prst="rect">
            <a:avLst/>
          </a:prstGeom>
          <a:noFill/>
        </p:spPr>
        <p:txBody>
          <a:bodyPr wrap="square" lIns="0" tIns="0" rIns="0" bIns="0" anchor="t">
            <a:spAutoFit/>
          </a:bodyPr>
          <a:lstStyle/>
          <a:p>
            <a:pPr algn="l"/>
            <a:r>
              <a:rPr sz="1000" b="1" i="0">
                <a:solidFill>
                  <a:srgbClr val="B8913B"/>
                </a:solidFill>
                <a:latin typeface="Calibri"/>
              </a:rPr>
              <a:t>CLIENT Q&amp;A  ·  QUESTION 5  ·  PREREQUISITES &amp; LICENSING</a:t>
            </a:r>
          </a:p>
        </p:txBody>
      </p:sp>
      <p:sp>
        <p:nvSpPr>
          <p:cNvPr id="5" name="TextBox 4"/>
          <p:cNvSpPr txBox="1"/>
          <p:nvPr/>
        </p:nvSpPr>
        <p:spPr>
          <a:xfrm>
            <a:off x="9144000" y="6473952"/>
            <a:ext cx="2496312" cy="274320"/>
          </a:xfrm>
          <a:prstGeom prst="rect">
            <a:avLst/>
          </a:prstGeom>
          <a:noFill/>
        </p:spPr>
        <p:txBody>
          <a:bodyPr wrap="square" lIns="0" tIns="0" rIns="0" bIns="0" anchor="t">
            <a:spAutoFit/>
          </a:bodyPr>
          <a:lstStyle/>
          <a:p>
            <a:pPr algn="r"/>
            <a:r>
              <a:rPr sz="850" b="1" i="0">
                <a:solidFill>
                  <a:srgbClr val="B8913B"/>
                </a:solidFill>
                <a:latin typeface="Georgia"/>
              </a:rPr>
              <a:t>ARTIZENT  ·  PROJECT ELEVATE</a:t>
            </a:r>
          </a:p>
        </p:txBody>
      </p:sp>
      <p:sp>
        <p:nvSpPr>
          <p:cNvPr id="6" name="TextBox 5"/>
          <p:cNvSpPr txBox="1"/>
          <p:nvPr/>
        </p:nvSpPr>
        <p:spPr>
          <a:xfrm>
            <a:off x="548640" y="6473952"/>
            <a:ext cx="731520" cy="274320"/>
          </a:xfrm>
          <a:prstGeom prst="rect">
            <a:avLst/>
          </a:prstGeom>
          <a:noFill/>
        </p:spPr>
        <p:txBody>
          <a:bodyPr wrap="none" lIns="0" tIns="0">
            <a:spAutoFit/>
          </a:bodyPr>
          <a:lstStyle/>
          <a:p>
            <a:fld id="{B7A4F5C1-0000-4000-8000-00000000000A}" type="slidenum">
              <a:rPr sz="900">
                <a:solidFill>
                  <a:srgbClr val="B9C0CB"/>
                </a:solidFill>
                <a:latin typeface="Calibri"/>
              </a:rPr>
              <a:t>41</a:t>
            </a:fld>
            <a:endParaRPr sz="900">
              <a:solidFill>
                <a:srgbClr val="B9C0CB"/>
              </a:solidFill>
              <a:latin typeface="Calibri"/>
            </a:endParaRPr>
          </a:p>
        </p:txBody>
      </p:sp>
      <p:sp>
        <p:nvSpPr>
          <p:cNvPr id="7" name="TextBox 6"/>
          <p:cNvSpPr txBox="1"/>
          <p:nvPr/>
        </p:nvSpPr>
        <p:spPr>
          <a:xfrm>
            <a:off x="548640" y="438912"/>
            <a:ext cx="11064240" cy="502920"/>
          </a:xfrm>
          <a:prstGeom prst="rect">
            <a:avLst/>
          </a:prstGeom>
          <a:noFill/>
        </p:spPr>
        <p:txBody>
          <a:bodyPr wrap="square" lIns="0" tIns="0" rIns="0" bIns="0" anchor="t">
            <a:spAutoFit/>
          </a:bodyPr>
          <a:lstStyle/>
          <a:p>
            <a:pPr algn="l"/>
            <a:r>
              <a:rPr sz="2200" b="1" i="0">
                <a:solidFill>
                  <a:srgbClr val="0A1628"/>
                </a:solidFill>
                <a:latin typeface="Georgia"/>
              </a:rPr>
              <a:t>Mostly settings, not purchases — and no Claude licenses</a:t>
            </a:r>
          </a:p>
        </p:txBody>
      </p:sp>
      <p:sp>
        <p:nvSpPr>
          <p:cNvPr id="8" name="Rectangle 7"/>
          <p:cNvSpPr/>
          <p:nvPr/>
        </p:nvSpPr>
        <p:spPr>
          <a:xfrm>
            <a:off x="566928" y="969264"/>
            <a:ext cx="1371600" cy="32004"/>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66928" y="1170432"/>
            <a:ext cx="45720" cy="457200"/>
          </a:xfrm>
          <a:prstGeom prst="rect">
            <a:avLst/>
          </a:prstGeom>
          <a:solidFill>
            <a:srgbClr val="B891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1170432"/>
            <a:ext cx="10881360" cy="457200"/>
          </a:xfrm>
          <a:prstGeom prst="rect">
            <a:avLst/>
          </a:prstGeom>
          <a:noFill/>
        </p:spPr>
        <p:txBody>
          <a:bodyPr wrap="square" lIns="0" tIns="0" rIns="0" bIns="0" anchor="ctr">
            <a:spAutoFit/>
          </a:bodyPr>
          <a:lstStyle/>
          <a:p>
            <a:pPr algn="l"/>
            <a:r>
              <a:rPr sz="1100" b="0" i="1">
                <a:solidFill>
                  <a:srgbClr val="0A1628"/>
                </a:solidFill>
                <a:latin typeface="Calibri"/>
              </a:rPr>
              <a:t>“What prerequisites are needed? Do we need licenses, given Fabric and Copilot? Claude enterprise licenses too?”</a:t>
            </a:r>
          </a:p>
        </p:txBody>
      </p:sp>
      <p:sp>
        <p:nvSpPr>
          <p:cNvPr id="11" name="TextBox 10"/>
          <p:cNvSpPr txBox="1"/>
          <p:nvPr/>
        </p:nvSpPr>
        <p:spPr>
          <a:xfrm>
            <a:off x="566928" y="1755648"/>
            <a:ext cx="11064240" cy="777240"/>
          </a:xfrm>
          <a:prstGeom prst="rect">
            <a:avLst/>
          </a:prstGeom>
          <a:noFill/>
        </p:spPr>
        <p:txBody>
          <a:bodyPr wrap="square" lIns="0" tIns="0" rIns="0" bIns="0" anchor="t">
            <a:spAutoFit/>
          </a:bodyPr>
          <a:lstStyle/>
          <a:p>
            <a:pPr algn="l"/>
            <a:r>
              <a:rPr sz="1050" b="0" i="0">
                <a:solidFill>
                  <a:srgbClr val="1F2937"/>
                </a:solidFill>
                <a:latin typeface="Calibri"/>
              </a:rPr>
              <a:t>Enable two pay-per-use resources before Week 1 (Azure OpenAI, Azure AI Speech), provision the three workspaces, submit the Slack app request. No Claude/Anthropic licenses — nothing in the architecture calls Anthropic (the model-agnostic router could add it later via AI Foundry if ever wanted). No per-seat AI licenses; no assumed Fabric SKU change.</a:t>
            </a:r>
          </a:p>
        </p:txBody>
      </p:sp>
      <p:pic>
        <p:nvPicPr>
          <p:cNvPr id="12" name="Picture 11" descr="D5_prereq.png"/>
          <p:cNvPicPr>
            <a:picLocks noChangeAspect="1"/>
          </p:cNvPicPr>
          <p:nvPr/>
        </p:nvPicPr>
        <p:blipFill>
          <a:blip r:embed="rId2"/>
          <a:stretch>
            <a:fillRect/>
          </a:stretch>
        </p:blipFill>
        <p:spPr>
          <a:xfrm>
            <a:off x="2251281" y="2606040"/>
            <a:ext cx="7689132" cy="379476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468880"/>
            <a:ext cx="11094415" cy="914400"/>
          </a:xfrm>
          <a:prstGeom prst="rect">
            <a:avLst/>
          </a:prstGeom>
          <a:noFill/>
        </p:spPr>
        <p:txBody>
          <a:bodyPr wrap="square" lIns="45720" tIns="18288" rIns="45720" bIns="18288" anchor="t">
            <a:spAutoFit/>
          </a:bodyPr>
          <a:lstStyle/>
          <a:p>
            <a:pPr algn="l"/>
            <a:r>
              <a:rPr sz="4400" b="1" i="0">
                <a:solidFill>
                  <a:srgbClr val="0A1628"/>
                </a:solidFill>
                <a:latin typeface="Cambria"/>
              </a:rPr>
              <a:t>Thank You</a:t>
            </a:r>
          </a:p>
        </p:txBody>
      </p:sp>
      <p:sp>
        <p:nvSpPr>
          <p:cNvPr id="4" name="Rectangle 3"/>
          <p:cNvSpPr/>
          <p:nvPr/>
        </p:nvSpPr>
        <p:spPr>
          <a:xfrm>
            <a:off x="548640" y="3547872"/>
            <a:ext cx="4114800" cy="18288"/>
          </a:xfrm>
          <a:prstGeom prst="rect">
            <a:avLst/>
          </a:prstGeom>
          <a:solidFill>
            <a:srgbClr val="1F6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3749039"/>
            <a:ext cx="11094415" cy="601190"/>
          </a:xfrm>
          <a:prstGeom prst="rect">
            <a:avLst/>
          </a:prstGeom>
          <a:noFill/>
        </p:spPr>
        <p:txBody>
          <a:bodyPr wrap="square" lIns="45720" tIns="18288" rIns="45720" bIns="18288" anchor="t">
            <a:spAutoFit/>
          </a:bodyPr>
          <a:lstStyle/>
          <a:p>
            <a:pPr algn="l">
              <a:spcAft>
                <a:spcPts val="800"/>
              </a:spcAft>
            </a:pPr>
            <a:r>
              <a:rPr sz="1500" b="0" i="1">
                <a:solidFill>
                  <a:srgbClr val="B8913B"/>
                </a:solidFill>
                <a:latin typeface="Calibri"/>
              </a:rPr>
              <a:t>Next step</a:t>
            </a:r>
            <a:r>
              <a:rPr lang="en-IN" sz="1500" b="0" i="1">
                <a:solidFill>
                  <a:srgbClr val="B8913B"/>
                </a:solidFill>
                <a:latin typeface="Calibri"/>
              </a:rPr>
              <a:t>s</a:t>
            </a:r>
            <a:r>
              <a:rPr sz="1500" b="0" i="1">
                <a:solidFill>
                  <a:srgbClr val="B8913B"/>
                </a:solidFill>
                <a:latin typeface="Calibri"/>
              </a:rPr>
              <a:t>: </a:t>
            </a:r>
            <a:r>
              <a:rPr lang="en-IN" sz="1500" b="0" i="1">
                <a:solidFill>
                  <a:srgbClr val="B8913B"/>
                </a:solidFill>
                <a:latin typeface="Calibri"/>
              </a:rPr>
              <a:t>A</a:t>
            </a:r>
            <a:r>
              <a:rPr sz="1500" b="0" i="1">
                <a:solidFill>
                  <a:srgbClr val="B8913B"/>
                </a:solidFill>
                <a:latin typeface="Calibri"/>
              </a:rPr>
              <a:t> Statement of Work with defined acceptance criteria.</a:t>
            </a:r>
          </a:p>
          <a:p>
            <a:pPr algn="l">
              <a:spcAft>
                <a:spcPts val="800"/>
              </a:spcAft>
            </a:pPr>
            <a:r>
              <a:rPr sz="1500" b="0" i="1">
                <a:solidFill>
                  <a:srgbClr val="B8913B"/>
                </a:solidFill>
                <a:latin typeface="Calibri"/>
              </a:rPr>
              <a:t>Artizent   ·   Data &amp; AI Practice   ·   Microsoft Fabric Featured Partner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84dce229-39f2-44f4-b77e-609d94cc8974" xsi:nil="true"/>
    <lcf76f155ced4ddcb4097134ff3c332f xmlns="68e59961-f920-4578-9860-fc8048e95b68">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A892729A70E3B44BB6890852473CFF1" ma:contentTypeVersion="11" ma:contentTypeDescription="Create a new document." ma:contentTypeScope="" ma:versionID="66ee2125545605dbbfdacabc28812432">
  <xsd:schema xmlns:xsd="http://www.w3.org/2001/XMLSchema" xmlns:xs="http://www.w3.org/2001/XMLSchema" xmlns:p="http://schemas.microsoft.com/office/2006/metadata/properties" xmlns:ns2="68e59961-f920-4578-9860-fc8048e95b68" xmlns:ns3="84dce229-39f2-44f4-b77e-609d94cc8974" targetNamespace="http://schemas.microsoft.com/office/2006/metadata/properties" ma:root="true" ma:fieldsID="5c564c024fb45bdfdd787f0faaad4b6a" ns2:_="" ns3:_="">
    <xsd:import namespace="68e59961-f920-4578-9860-fc8048e95b68"/>
    <xsd:import namespace="84dce229-39f2-44f4-b77e-609d94cc897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8e59961-f920-4578-9860-fc8048e95b6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4af6c552-7750-404e-9bb5-d06edcb4f7fc"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4dce229-39f2-44f4-b77e-609d94cc8974"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7551a6dc-f754-4e27-bdf2-a15dee8d8ef2}" ma:internalName="TaxCatchAll" ma:showField="CatchAllData" ma:web="84dce229-39f2-44f4-b77e-609d94cc89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D37522C-73F0-46DE-9878-A8D24EA040E6}">
  <ds:schemaRefs>
    <ds:schemaRef ds:uri="http://schemas.microsoft.com/sharepoint/v3/contenttype/forms"/>
  </ds:schemaRefs>
</ds:datastoreItem>
</file>

<file path=customXml/itemProps2.xml><?xml version="1.0" encoding="utf-8"?>
<ds:datastoreItem xmlns:ds="http://schemas.openxmlformats.org/officeDocument/2006/customXml" ds:itemID="{F15786C3-8871-4123-8350-D631BFFDB98B}">
  <ds:schemaRefs>
    <ds:schemaRef ds:uri="68e59961-f920-4578-9860-fc8048e95b68"/>
    <ds:schemaRef ds:uri="84dce229-39f2-44f4-b77e-609d94cc897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A538BEBD-D1EF-45A5-89C8-05126000F616}">
  <ds:schemaRefs>
    <ds:schemaRef ds:uri="68e59961-f920-4578-9860-fc8048e95b68"/>
    <ds:schemaRef ds:uri="84dce229-39f2-44f4-b77e-609d94cc897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14</TotalTime>
  <Words>7838</Words>
  <Application>Microsoft Office PowerPoint</Application>
  <PresentationFormat>Widescreen</PresentationFormat>
  <Paragraphs>878</Paragraphs>
  <Slides>42</Slides>
  <Notes>24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42</vt:i4>
      </vt:variant>
    </vt:vector>
  </HeadingPairs>
  <TitlesOfParts>
    <vt:vector size="49" baseType="lpstr">
      <vt:lpstr>Aptos</vt:lpstr>
      <vt:lpstr>Arial</vt:lpstr>
      <vt:lpstr>Calibri</vt:lpstr>
      <vt:lpstr>Cambria</vt:lpstr>
      <vt:lpstr>Georgia</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Swarup Dutta</cp:lastModifiedBy>
  <cp:revision>1</cp:revision>
  <dcterms:created xsi:type="dcterms:W3CDTF">2013-01-27T09:14:16Z</dcterms:created>
  <dcterms:modified xsi:type="dcterms:W3CDTF">2026-08-16T11:56:35Z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0x0101000A892729A70E3B44BB6890852473CFF1</vt:lpwstr>
  </property>
  <property fmtid="{D5CDD505-2E9C-101B-9397-08002B2CF9AE}" pid="3" name="MediaServiceImageTags">
    <vt:lpwstr/>
  </property>
</Properties>
</file>